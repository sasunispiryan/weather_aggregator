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88825"/>
  <p:notesSz cx="6858000" cy="9144000"/>
  <p:embeddedFontLst>
    <p:embeddedFont>
      <p:font typeface="Corbel"/>
      <p:regular r:id="rId22"/>
      <p:bold r:id="rId23"/>
      <p:italic r:id="rId24"/>
      <p:boldItalic r:id="rId25"/>
    </p:embeddedFont>
    <p:embeddedFont>
      <p:font typeface="Merriweather"/>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39">
          <p15:clr>
            <a:srgbClr val="A4A3A4"/>
          </p15:clr>
        </p15:guide>
        <p15:guide id="2" orient="horz" pos="216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http://customooxmlschemas.google.com/">
      <go:slidesCustomData xmlns:go="http://customooxmlschemas.google.com/" r:id="rId30" roundtripDataSignature="AMtx7mhok3IROUh5rOU6E9WOy06I9Thz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39"/>
        <p:guide pos="2160" orient="horz"/>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Corbel-regular.fntdata"/><Relationship Id="rId21" Type="http://schemas.openxmlformats.org/officeDocument/2006/relationships/slide" Target="slides/slide16.xml"/><Relationship Id="rId24" Type="http://schemas.openxmlformats.org/officeDocument/2006/relationships/font" Target="fonts/Corbel-italic.fntdata"/><Relationship Id="rId23" Type="http://schemas.openxmlformats.org/officeDocument/2006/relationships/font" Target="fonts/Corbel-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erriweather-regular.fntdata"/><Relationship Id="rId25" Type="http://schemas.openxmlformats.org/officeDocument/2006/relationships/font" Target="fonts/Corbel-boldItalic.fntdata"/><Relationship Id="rId28" Type="http://schemas.openxmlformats.org/officeDocument/2006/relationships/font" Target="fonts/Merriweather-italic.fntdata"/><Relationship Id="rId27" Type="http://schemas.openxmlformats.org/officeDocument/2006/relationships/font" Target="fonts/Merriweather-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erriweather-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5" name="Google Shape;5;n"/>
          <p:cNvSpPr/>
          <p:nvPr>
            <p:ph idx="3"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orbel"/>
                <a:ea typeface="Corbel"/>
                <a:cs typeface="Corbel"/>
                <a:sym typeface="Corbel"/>
              </a:rPr>
              <a:t>‹#›</a:t>
            </a:fld>
            <a:endParaRPr b="0" i="0" sz="1200" u="none" cap="none" strike="noStrike">
              <a:solidFill>
                <a:schemeClr val="dk1"/>
              </a:solidFill>
              <a:latin typeface="Corbel"/>
              <a:ea typeface="Corbel"/>
              <a:cs typeface="Corbel"/>
              <a:sym typeface="Corbe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p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1" name="Google Shape;1061;p2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8" name="Google Shape;1068;p2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5" name="Google Shape;1075;p2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2" name="Google Shape;1082;p2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7" name="Google Shape;1087;p2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2" name="Google Shape;1092;p3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9" name="Google Shape;1109;p3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6" name="Google Shape;1126;p3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3" name="Google Shape;1143;p3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0" name="Google Shape;1160;p3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7" name="Google Shape;1177;p1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4" name="Google Shape;1184;p3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1" name="Google Shape;1191;p3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8" name="Google Shape;1198;p3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5" name="Google Shape;1205;p3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1522413" y="1905000"/>
            <a:ext cx="9144000" cy="26670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5400"/>
              <a:buFont typeface="Consolas"/>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descr="Line graphic" id="17" name="Google Shape;17;p14"/>
          <p:cNvGrpSpPr/>
          <p:nvPr/>
        </p:nvGrpSpPr>
        <p:grpSpPr>
          <a:xfrm>
            <a:off x="1584896" y="4724400"/>
            <a:ext cx="8631936" cy="64008"/>
            <a:chOff x="-4110038" y="2703513"/>
            <a:chExt cx="17394239" cy="160336"/>
          </a:xfrm>
        </p:grpSpPr>
        <p:sp>
          <p:nvSpPr>
            <p:cNvPr id="18" name="Google Shape;18;p14"/>
            <p:cNvSpPr/>
            <p:nvPr/>
          </p:nvSpPr>
          <p:spPr>
            <a:xfrm>
              <a:off x="12815888" y="2768600"/>
              <a:ext cx="468313" cy="19050"/>
            </a:xfrm>
            <a:custGeom>
              <a:rect b="b" l="l" r="r" t="t"/>
              <a:pathLst>
                <a:path extrusionOk="0" h="8" w="244">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 name="Google Shape;19;p14"/>
            <p:cNvSpPr/>
            <p:nvPr/>
          </p:nvSpPr>
          <p:spPr>
            <a:xfrm>
              <a:off x="12380913" y="2755900"/>
              <a:ext cx="461963" cy="26987"/>
            </a:xfrm>
            <a:custGeom>
              <a:rect b="b" l="l" r="r" t="t"/>
              <a:pathLst>
                <a:path extrusionOk="0" h="12" w="241">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 name="Google Shape;20;p14"/>
            <p:cNvSpPr/>
            <p:nvPr/>
          </p:nvSpPr>
          <p:spPr>
            <a:xfrm>
              <a:off x="12814300" y="2779713"/>
              <a:ext cx="1588" cy="0"/>
            </a:xfrm>
            <a:custGeom>
              <a:rect b="b" l="l" r="r" t="t"/>
              <a:pathLst>
                <a:path extrusionOk="0" h="120000" w="1">
                  <a:moveTo>
                    <a:pt x="0" y="0"/>
                  </a:moveTo>
                  <a:lnTo>
                    <a:pt x="0" y="0"/>
                  </a:lnTo>
                  <a:lnTo>
                    <a:pt x="1"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 name="Google Shape;21;p14"/>
            <p:cNvSpPr/>
            <p:nvPr/>
          </p:nvSpPr>
          <p:spPr>
            <a:xfrm>
              <a:off x="2738437" y="2795588"/>
              <a:ext cx="425450" cy="15875"/>
            </a:xfrm>
            <a:custGeom>
              <a:rect b="b" l="l" r="r" t="t"/>
              <a:pathLst>
                <a:path extrusionOk="0" h="7" w="222">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 name="Google Shape;22;p14"/>
            <p:cNvSpPr/>
            <p:nvPr/>
          </p:nvSpPr>
          <p:spPr>
            <a:xfrm>
              <a:off x="-3646488" y="2800350"/>
              <a:ext cx="46038" cy="3175"/>
            </a:xfrm>
            <a:custGeom>
              <a:rect b="b" l="l" r="r" t="t"/>
              <a:pathLst>
                <a:path extrusionOk="0" h="1" w="24">
                  <a:moveTo>
                    <a:pt x="0" y="1"/>
                  </a:moveTo>
                  <a:lnTo>
                    <a:pt x="0" y="1"/>
                  </a:lnTo>
                  <a:cubicBezTo>
                    <a:pt x="21" y="0"/>
                    <a:pt x="24" y="0"/>
                    <a:pt x="21" y="0"/>
                  </a:cubicBez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 name="Google Shape;23;p14"/>
            <p:cNvSpPr/>
            <p:nvPr/>
          </p:nvSpPr>
          <p:spPr>
            <a:xfrm>
              <a:off x="2627312" y="2816225"/>
              <a:ext cx="63500" cy="4762"/>
            </a:xfrm>
            <a:custGeom>
              <a:rect b="b" l="l" r="r" t="t"/>
              <a:pathLst>
                <a:path extrusionOk="0" h="2" w="33">
                  <a:moveTo>
                    <a:pt x="33" y="0"/>
                  </a:moveTo>
                  <a:lnTo>
                    <a:pt x="33" y="0"/>
                  </a:lnTo>
                  <a:lnTo>
                    <a:pt x="0" y="2"/>
                  </a:lnTo>
                  <a:cubicBezTo>
                    <a:pt x="14" y="1"/>
                    <a:pt x="25" y="1"/>
                    <a:pt x="3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 name="Google Shape;24;p14"/>
            <p:cNvSpPr/>
            <p:nvPr/>
          </p:nvSpPr>
          <p:spPr>
            <a:xfrm>
              <a:off x="3103562" y="2741613"/>
              <a:ext cx="28575" cy="3175"/>
            </a:xfrm>
            <a:custGeom>
              <a:rect b="b" l="l" r="r" t="t"/>
              <a:pathLst>
                <a:path extrusionOk="0" h="1" w="15">
                  <a:moveTo>
                    <a:pt x="15" y="0"/>
                  </a:moveTo>
                  <a:lnTo>
                    <a:pt x="15" y="0"/>
                  </a:lnTo>
                  <a:cubicBezTo>
                    <a:pt x="15" y="0"/>
                    <a:pt x="15" y="0"/>
                    <a:pt x="15" y="0"/>
                  </a:cubicBezTo>
                  <a:lnTo>
                    <a:pt x="0" y="1"/>
                  </a:lnTo>
                  <a:lnTo>
                    <a:pt x="0" y="1"/>
                  </a:lnTo>
                  <a:lnTo>
                    <a:pt x="15"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 name="Google Shape;25;p14"/>
            <p:cNvSpPr/>
            <p:nvPr/>
          </p:nvSpPr>
          <p:spPr>
            <a:xfrm>
              <a:off x="1227137" y="2836863"/>
              <a:ext cx="20638" cy="0"/>
            </a:xfrm>
            <a:custGeom>
              <a:rect b="b" l="l" r="r" t="t"/>
              <a:pathLst>
                <a:path extrusionOk="0" h="120000" w="11">
                  <a:moveTo>
                    <a:pt x="11" y="0"/>
                  </a:moveTo>
                  <a:lnTo>
                    <a:pt x="11" y="0"/>
                  </a:lnTo>
                  <a:lnTo>
                    <a:pt x="0" y="0"/>
                  </a:lnTo>
                  <a:lnTo>
                    <a:pt x="1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 name="Google Shape;26;p14"/>
            <p:cNvSpPr/>
            <p:nvPr/>
          </p:nvSpPr>
          <p:spPr>
            <a:xfrm>
              <a:off x="3660775" y="2713038"/>
              <a:ext cx="331788" cy="20637"/>
            </a:xfrm>
            <a:custGeom>
              <a:rect b="b" l="l" r="r" t="t"/>
              <a:pathLst>
                <a:path extrusionOk="0" h="9" w="173">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7" name="Google Shape;27;p14"/>
            <p:cNvSpPr/>
            <p:nvPr/>
          </p:nvSpPr>
          <p:spPr>
            <a:xfrm>
              <a:off x="-1674813" y="2768600"/>
              <a:ext cx="1588" cy="0"/>
            </a:xfrm>
            <a:custGeom>
              <a:rect b="b" l="l" r="r" t="t"/>
              <a:pathLst>
                <a:path extrusionOk="0" h="120000" w="1">
                  <a:moveTo>
                    <a:pt x="0" y="0"/>
                  </a:moveTo>
                  <a:lnTo>
                    <a:pt x="0" y="0"/>
                  </a:lnTo>
                  <a:lnTo>
                    <a:pt x="1" y="0"/>
                  </a:lnTo>
                  <a:cubicBezTo>
                    <a:pt x="0" y="0"/>
                    <a:pt x="0"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 name="Google Shape;28;p14"/>
            <p:cNvSpPr/>
            <p:nvPr/>
          </p:nvSpPr>
          <p:spPr>
            <a:xfrm>
              <a:off x="-1673225" y="2767013"/>
              <a:ext cx="36513" cy="1587"/>
            </a:xfrm>
            <a:custGeom>
              <a:rect b="b" l="l" r="r" t="t"/>
              <a:pathLst>
                <a:path extrusionOk="0" h="1" w="19">
                  <a:moveTo>
                    <a:pt x="3" y="0"/>
                  </a:moveTo>
                  <a:lnTo>
                    <a:pt x="3" y="0"/>
                  </a:lnTo>
                  <a:lnTo>
                    <a:pt x="0" y="1"/>
                  </a:lnTo>
                  <a:cubicBezTo>
                    <a:pt x="4" y="0"/>
                    <a:pt x="19"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 name="Google Shape;29;p14"/>
            <p:cNvSpPr/>
            <p:nvPr/>
          </p:nvSpPr>
          <p:spPr>
            <a:xfrm>
              <a:off x="2690812" y="2811463"/>
              <a:ext cx="47625" cy="4762"/>
            </a:xfrm>
            <a:custGeom>
              <a:rect b="b" l="l" r="r" t="t"/>
              <a:pathLst>
                <a:path extrusionOk="0" h="2" w="25">
                  <a:moveTo>
                    <a:pt x="13" y="0"/>
                  </a:moveTo>
                  <a:lnTo>
                    <a:pt x="13" y="0"/>
                  </a:lnTo>
                  <a:cubicBezTo>
                    <a:pt x="12" y="0"/>
                    <a:pt x="7" y="1"/>
                    <a:pt x="0" y="2"/>
                  </a:cubicBezTo>
                  <a:lnTo>
                    <a:pt x="25" y="0"/>
                  </a:lnTo>
                  <a:lnTo>
                    <a:pt x="1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 name="Google Shape;30;p14"/>
            <p:cNvSpPr/>
            <p:nvPr/>
          </p:nvSpPr>
          <p:spPr>
            <a:xfrm>
              <a:off x="2822575" y="2794000"/>
              <a:ext cx="163513" cy="4762"/>
            </a:xfrm>
            <a:custGeom>
              <a:rect b="b" l="l" r="r" t="t"/>
              <a:pathLst>
                <a:path extrusionOk="0" h="2" w="85">
                  <a:moveTo>
                    <a:pt x="0" y="2"/>
                  </a:moveTo>
                  <a:lnTo>
                    <a:pt x="0" y="2"/>
                  </a:lnTo>
                  <a:lnTo>
                    <a:pt x="62" y="1"/>
                  </a:lnTo>
                  <a:lnTo>
                    <a:pt x="8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 name="Google Shape;31;p14"/>
            <p:cNvSpPr/>
            <p:nvPr/>
          </p:nvSpPr>
          <p:spPr>
            <a:xfrm>
              <a:off x="715962" y="2809875"/>
              <a:ext cx="1911350" cy="50800"/>
            </a:xfrm>
            <a:custGeom>
              <a:rect b="b" l="l" r="r" t="t"/>
              <a:pathLst>
                <a:path extrusionOk="0" h="23" w="996">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 name="Google Shape;32;p14"/>
            <p:cNvSpPr/>
            <p:nvPr/>
          </p:nvSpPr>
          <p:spPr>
            <a:xfrm>
              <a:off x="1995487" y="2822575"/>
              <a:ext cx="20638" cy="0"/>
            </a:xfrm>
            <a:custGeom>
              <a:rect b="b" l="l" r="r" t="t"/>
              <a:pathLst>
                <a:path extrusionOk="0" h="120000" w="10">
                  <a:moveTo>
                    <a:pt x="10" y="0"/>
                  </a:moveTo>
                  <a:lnTo>
                    <a:pt x="10" y="0"/>
                  </a:lnTo>
                  <a:lnTo>
                    <a:pt x="0" y="0"/>
                  </a:lnTo>
                  <a:cubicBezTo>
                    <a:pt x="1" y="0"/>
                    <a:pt x="4" y="0"/>
                    <a:pt x="1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 name="Google Shape;33;p14"/>
            <p:cNvSpPr/>
            <p:nvPr/>
          </p:nvSpPr>
          <p:spPr>
            <a:xfrm>
              <a:off x="1630362" y="2830513"/>
              <a:ext cx="22225" cy="0"/>
            </a:xfrm>
            <a:custGeom>
              <a:rect b="b" l="l" r="r" t="t"/>
              <a:pathLst>
                <a:path extrusionOk="0" h="120000" w="12">
                  <a:moveTo>
                    <a:pt x="11" y="0"/>
                  </a:moveTo>
                  <a:lnTo>
                    <a:pt x="11" y="0"/>
                  </a:lnTo>
                  <a:cubicBezTo>
                    <a:pt x="12" y="0"/>
                    <a:pt x="11" y="0"/>
                    <a:pt x="12" y="0"/>
                  </a:cubicBezTo>
                  <a:lnTo>
                    <a:pt x="0" y="0"/>
                  </a:lnTo>
                  <a:lnTo>
                    <a:pt x="1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 name="Google Shape;34;p14"/>
            <p:cNvSpPr/>
            <p:nvPr/>
          </p:nvSpPr>
          <p:spPr>
            <a:xfrm>
              <a:off x="2651125" y="2798763"/>
              <a:ext cx="46038" cy="1587"/>
            </a:xfrm>
            <a:custGeom>
              <a:rect b="b" l="l" r="r" t="t"/>
              <a:pathLst>
                <a:path extrusionOk="0" h="1" w="24">
                  <a:moveTo>
                    <a:pt x="3" y="1"/>
                  </a:moveTo>
                  <a:lnTo>
                    <a:pt x="3" y="1"/>
                  </a:lnTo>
                  <a:lnTo>
                    <a:pt x="24" y="0"/>
                  </a:lnTo>
                  <a:lnTo>
                    <a:pt x="8" y="1"/>
                  </a:lnTo>
                  <a:cubicBezTo>
                    <a:pt x="2" y="1"/>
                    <a:pt x="0" y="1"/>
                    <a:pt x="3"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5" name="Google Shape;35;p14"/>
            <p:cNvSpPr/>
            <p:nvPr/>
          </p:nvSpPr>
          <p:spPr>
            <a:xfrm>
              <a:off x="2698750" y="2809875"/>
              <a:ext cx="19050" cy="1587"/>
            </a:xfrm>
            <a:custGeom>
              <a:rect b="b" l="l" r="r" t="t"/>
              <a:pathLst>
                <a:path extrusionOk="0" h="1" w="10">
                  <a:moveTo>
                    <a:pt x="4" y="0"/>
                  </a:moveTo>
                  <a:lnTo>
                    <a:pt x="4" y="0"/>
                  </a:lnTo>
                  <a:lnTo>
                    <a:pt x="0" y="1"/>
                  </a:lnTo>
                  <a:lnTo>
                    <a:pt x="9" y="1"/>
                  </a:lnTo>
                  <a:cubicBezTo>
                    <a:pt x="10" y="0"/>
                    <a:pt x="9" y="0"/>
                    <a:pt x="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 name="Google Shape;36;p14"/>
            <p:cNvSpPr/>
            <p:nvPr/>
          </p:nvSpPr>
          <p:spPr>
            <a:xfrm>
              <a:off x="469900" y="2800350"/>
              <a:ext cx="23813" cy="3175"/>
            </a:xfrm>
            <a:custGeom>
              <a:rect b="b" l="l" r="r" t="t"/>
              <a:pathLst>
                <a:path extrusionOk="0" h="1" w="13">
                  <a:moveTo>
                    <a:pt x="13" y="0"/>
                  </a:moveTo>
                  <a:lnTo>
                    <a:pt x="13" y="0"/>
                  </a:lnTo>
                  <a:lnTo>
                    <a:pt x="0" y="1"/>
                  </a:lnTo>
                  <a:cubicBezTo>
                    <a:pt x="8" y="1"/>
                    <a:pt x="11" y="1"/>
                    <a:pt x="1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 name="Google Shape;37;p14"/>
            <p:cNvSpPr/>
            <p:nvPr/>
          </p:nvSpPr>
          <p:spPr>
            <a:xfrm>
              <a:off x="998537" y="2811463"/>
              <a:ext cx="1076325" cy="20637"/>
            </a:xfrm>
            <a:custGeom>
              <a:rect b="b" l="l" r="r" t="t"/>
              <a:pathLst>
                <a:path extrusionOk="0" h="9" w="561">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 name="Google Shape;38;p14"/>
            <p:cNvSpPr/>
            <p:nvPr/>
          </p:nvSpPr>
          <p:spPr>
            <a:xfrm>
              <a:off x="2495550" y="2803525"/>
              <a:ext cx="17463" cy="0"/>
            </a:xfrm>
            <a:custGeom>
              <a:rect b="b" l="l" r="r" t="t"/>
              <a:pathLst>
                <a:path extrusionOk="0" h="120000" w="9">
                  <a:moveTo>
                    <a:pt x="9" y="0"/>
                  </a:moveTo>
                  <a:lnTo>
                    <a:pt x="9" y="0"/>
                  </a:lnTo>
                  <a:lnTo>
                    <a:pt x="0" y="0"/>
                  </a:lnTo>
                  <a:lnTo>
                    <a:pt x="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 name="Google Shape;39;p14"/>
            <p:cNvSpPr/>
            <p:nvPr/>
          </p:nvSpPr>
          <p:spPr>
            <a:xfrm>
              <a:off x="2538412" y="2816225"/>
              <a:ext cx="1057275" cy="31750"/>
            </a:xfrm>
            <a:custGeom>
              <a:rect b="b" l="l" r="r" t="t"/>
              <a:pathLst>
                <a:path extrusionOk="0" h="14" w="551">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 name="Google Shape;40;p14"/>
            <p:cNvSpPr/>
            <p:nvPr/>
          </p:nvSpPr>
          <p:spPr>
            <a:xfrm>
              <a:off x="11777663" y="2757488"/>
              <a:ext cx="19050" cy="3175"/>
            </a:xfrm>
            <a:custGeom>
              <a:rect b="b" l="l" r="r" t="t"/>
              <a:pathLst>
                <a:path extrusionOk="0" h="1" w="10">
                  <a:moveTo>
                    <a:pt x="0" y="0"/>
                  </a:moveTo>
                  <a:lnTo>
                    <a:pt x="0" y="0"/>
                  </a:lnTo>
                  <a:lnTo>
                    <a:pt x="10" y="1"/>
                  </a:lnTo>
                  <a:cubicBezTo>
                    <a:pt x="8" y="1"/>
                    <a:pt x="4" y="1"/>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 name="Google Shape;41;p14"/>
            <p:cNvSpPr/>
            <p:nvPr/>
          </p:nvSpPr>
          <p:spPr>
            <a:xfrm>
              <a:off x="5983288" y="2741613"/>
              <a:ext cx="38100" cy="0"/>
            </a:xfrm>
            <a:custGeom>
              <a:rect b="b" l="l" r="r" t="t"/>
              <a:pathLst>
                <a:path extrusionOk="0" h="120000" w="20">
                  <a:moveTo>
                    <a:pt x="0" y="0"/>
                  </a:moveTo>
                  <a:lnTo>
                    <a:pt x="0" y="0"/>
                  </a:lnTo>
                  <a:lnTo>
                    <a:pt x="20"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 name="Google Shape;42;p14"/>
            <p:cNvSpPr/>
            <p:nvPr/>
          </p:nvSpPr>
          <p:spPr>
            <a:xfrm>
              <a:off x="6832600" y="2713038"/>
              <a:ext cx="53975" cy="1587"/>
            </a:xfrm>
            <a:custGeom>
              <a:rect b="b" l="l" r="r" t="t"/>
              <a:pathLst>
                <a:path extrusionOk="0" h="1" w="28">
                  <a:moveTo>
                    <a:pt x="0" y="1"/>
                  </a:moveTo>
                  <a:lnTo>
                    <a:pt x="0" y="1"/>
                  </a:lnTo>
                  <a:lnTo>
                    <a:pt x="28" y="0"/>
                  </a:lnTo>
                  <a:cubicBezTo>
                    <a:pt x="17" y="0"/>
                    <a:pt x="8" y="1"/>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3" name="Google Shape;43;p14"/>
            <p:cNvSpPr/>
            <p:nvPr/>
          </p:nvSpPr>
          <p:spPr>
            <a:xfrm>
              <a:off x="11317288" y="2755900"/>
              <a:ext cx="9525" cy="0"/>
            </a:xfrm>
            <a:custGeom>
              <a:rect b="b" l="l" r="r" t="t"/>
              <a:pathLst>
                <a:path extrusionOk="0" h="120000" w="5">
                  <a:moveTo>
                    <a:pt x="5" y="0"/>
                  </a:moveTo>
                  <a:lnTo>
                    <a:pt x="5" y="0"/>
                  </a:lnTo>
                  <a:lnTo>
                    <a:pt x="4" y="0"/>
                  </a:lnTo>
                  <a:lnTo>
                    <a:pt x="0" y="0"/>
                  </a:lnTo>
                  <a:lnTo>
                    <a:pt x="5"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 name="Google Shape;44;p14"/>
            <p:cNvSpPr/>
            <p:nvPr/>
          </p:nvSpPr>
          <p:spPr>
            <a:xfrm>
              <a:off x="8534400" y="2735263"/>
              <a:ext cx="30163" cy="0"/>
            </a:xfrm>
            <a:custGeom>
              <a:rect b="b" l="l" r="r" t="t"/>
              <a:pathLst>
                <a:path extrusionOk="0" h="120000" w="16">
                  <a:moveTo>
                    <a:pt x="0" y="0"/>
                  </a:moveTo>
                  <a:lnTo>
                    <a:pt x="0" y="0"/>
                  </a:lnTo>
                  <a:cubicBezTo>
                    <a:pt x="4" y="0"/>
                    <a:pt x="9" y="0"/>
                    <a:pt x="16" y="0"/>
                  </a:cubicBezTo>
                  <a:cubicBezTo>
                    <a:pt x="15" y="0"/>
                    <a:pt x="9"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 name="Google Shape;45;p14"/>
            <p:cNvSpPr/>
            <p:nvPr/>
          </p:nvSpPr>
          <p:spPr>
            <a:xfrm>
              <a:off x="6821488" y="2714625"/>
              <a:ext cx="9525" cy="0"/>
            </a:xfrm>
            <a:custGeom>
              <a:rect b="b" l="l" r="r" t="t"/>
              <a:pathLst>
                <a:path extrusionOk="0" h="120000" w="5">
                  <a:moveTo>
                    <a:pt x="0" y="0"/>
                  </a:moveTo>
                  <a:lnTo>
                    <a:pt x="0" y="0"/>
                  </a:lnTo>
                  <a:lnTo>
                    <a:pt x="2" y="0"/>
                  </a:lnTo>
                  <a:lnTo>
                    <a:pt x="5"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 name="Google Shape;46;p14"/>
            <p:cNvSpPr/>
            <p:nvPr/>
          </p:nvSpPr>
          <p:spPr>
            <a:xfrm>
              <a:off x="5583238" y="2719388"/>
              <a:ext cx="25400" cy="0"/>
            </a:xfrm>
            <a:custGeom>
              <a:rect b="b" l="l" r="r" t="t"/>
              <a:pathLst>
                <a:path extrusionOk="0" h="120000" w="13">
                  <a:moveTo>
                    <a:pt x="13" y="0"/>
                  </a:moveTo>
                  <a:lnTo>
                    <a:pt x="13" y="0"/>
                  </a:lnTo>
                  <a:lnTo>
                    <a:pt x="0" y="0"/>
                  </a:lnTo>
                  <a:lnTo>
                    <a:pt x="1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 name="Google Shape;47;p14"/>
            <p:cNvSpPr/>
            <p:nvPr/>
          </p:nvSpPr>
          <p:spPr>
            <a:xfrm>
              <a:off x="5638800" y="2740025"/>
              <a:ext cx="23813" cy="1587"/>
            </a:xfrm>
            <a:custGeom>
              <a:rect b="b" l="l" r="r" t="t"/>
              <a:pathLst>
                <a:path extrusionOk="0" h="1" w="12">
                  <a:moveTo>
                    <a:pt x="12" y="0"/>
                  </a:moveTo>
                  <a:lnTo>
                    <a:pt x="12" y="0"/>
                  </a:lnTo>
                  <a:lnTo>
                    <a:pt x="0" y="1"/>
                  </a:lnTo>
                  <a:lnTo>
                    <a:pt x="12"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 name="Google Shape;48;p14"/>
            <p:cNvSpPr/>
            <p:nvPr/>
          </p:nvSpPr>
          <p:spPr>
            <a:xfrm>
              <a:off x="4303712" y="2728913"/>
              <a:ext cx="50800" cy="0"/>
            </a:xfrm>
            <a:custGeom>
              <a:rect b="b" l="l" r="r" t="t"/>
              <a:pathLst>
                <a:path extrusionOk="0" h="120000" w="26">
                  <a:moveTo>
                    <a:pt x="26" y="0"/>
                  </a:moveTo>
                  <a:lnTo>
                    <a:pt x="26" y="0"/>
                  </a:lnTo>
                  <a:lnTo>
                    <a:pt x="0" y="0"/>
                  </a:lnTo>
                  <a:cubicBezTo>
                    <a:pt x="13" y="0"/>
                    <a:pt x="20" y="0"/>
                    <a:pt x="26"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 name="Google Shape;49;p14"/>
            <p:cNvSpPr/>
            <p:nvPr/>
          </p:nvSpPr>
          <p:spPr>
            <a:xfrm>
              <a:off x="5519738" y="2735263"/>
              <a:ext cx="9525" cy="3175"/>
            </a:xfrm>
            <a:custGeom>
              <a:rect b="b" l="l" r="r" t="t"/>
              <a:pathLst>
                <a:path extrusionOk="0" h="1" w="5">
                  <a:moveTo>
                    <a:pt x="4" y="0"/>
                  </a:moveTo>
                  <a:lnTo>
                    <a:pt x="4" y="0"/>
                  </a:lnTo>
                  <a:lnTo>
                    <a:pt x="0" y="1"/>
                  </a:lnTo>
                  <a:cubicBezTo>
                    <a:pt x="3" y="1"/>
                    <a:pt x="5" y="1"/>
                    <a:pt x="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0" name="Google Shape;50;p14"/>
            <p:cNvSpPr/>
            <p:nvPr/>
          </p:nvSpPr>
          <p:spPr>
            <a:xfrm>
              <a:off x="12096750" y="2784475"/>
              <a:ext cx="6350" cy="0"/>
            </a:xfrm>
            <a:custGeom>
              <a:rect b="b" l="l" r="r" t="t"/>
              <a:pathLst>
                <a:path extrusionOk="0" h="120000" w="3">
                  <a:moveTo>
                    <a:pt x="3" y="0"/>
                  </a:moveTo>
                  <a:lnTo>
                    <a:pt x="3" y="0"/>
                  </a:lnTo>
                  <a:lnTo>
                    <a:pt x="1" y="0"/>
                  </a:lnTo>
                  <a:lnTo>
                    <a:pt x="0" y="0"/>
                  </a:lnTo>
                  <a:lnTo>
                    <a:pt x="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 name="Google Shape;51;p14"/>
            <p:cNvSpPr/>
            <p:nvPr/>
          </p:nvSpPr>
          <p:spPr>
            <a:xfrm>
              <a:off x="12225338" y="2773363"/>
              <a:ext cx="46038" cy="0"/>
            </a:xfrm>
            <a:custGeom>
              <a:rect b="b" l="l" r="r" t="t"/>
              <a:pathLst>
                <a:path extrusionOk="0" h="120000" w="24">
                  <a:moveTo>
                    <a:pt x="0" y="0"/>
                  </a:moveTo>
                  <a:lnTo>
                    <a:pt x="0" y="0"/>
                  </a:lnTo>
                  <a:lnTo>
                    <a:pt x="24" y="0"/>
                  </a:lnTo>
                  <a:cubicBezTo>
                    <a:pt x="15" y="0"/>
                    <a:pt x="6"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 name="Google Shape;52;p14"/>
            <p:cNvSpPr/>
            <p:nvPr/>
          </p:nvSpPr>
          <p:spPr>
            <a:xfrm>
              <a:off x="9274175" y="2746375"/>
              <a:ext cx="55563" cy="4762"/>
            </a:xfrm>
            <a:custGeom>
              <a:rect b="b" l="l" r="r" t="t"/>
              <a:pathLst>
                <a:path extrusionOk="0" h="2" w="29">
                  <a:moveTo>
                    <a:pt x="0" y="1"/>
                  </a:moveTo>
                  <a:lnTo>
                    <a:pt x="0" y="1"/>
                  </a:lnTo>
                  <a:cubicBezTo>
                    <a:pt x="7" y="1"/>
                    <a:pt x="23" y="2"/>
                    <a:pt x="15" y="2"/>
                  </a:cubicBezTo>
                  <a:cubicBezTo>
                    <a:pt x="29" y="2"/>
                    <a:pt x="2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 name="Google Shape;53;p14"/>
            <p:cNvSpPr/>
            <p:nvPr/>
          </p:nvSpPr>
          <p:spPr>
            <a:xfrm>
              <a:off x="11847513" y="2827338"/>
              <a:ext cx="34925" cy="3175"/>
            </a:xfrm>
            <a:custGeom>
              <a:rect b="b" l="l" r="r" t="t"/>
              <a:pathLst>
                <a:path extrusionOk="0" h="1" w="18">
                  <a:moveTo>
                    <a:pt x="3" y="1"/>
                  </a:moveTo>
                  <a:lnTo>
                    <a:pt x="3" y="1"/>
                  </a:lnTo>
                  <a:cubicBezTo>
                    <a:pt x="7" y="1"/>
                    <a:pt x="13" y="0"/>
                    <a:pt x="18" y="0"/>
                  </a:cubicBezTo>
                  <a:cubicBezTo>
                    <a:pt x="8" y="0"/>
                    <a:pt x="0" y="1"/>
                    <a:pt x="3"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 name="Google Shape;54;p14"/>
            <p:cNvSpPr/>
            <p:nvPr/>
          </p:nvSpPr>
          <p:spPr>
            <a:xfrm>
              <a:off x="11882438" y="2825750"/>
              <a:ext cx="25400" cy="1587"/>
            </a:xfrm>
            <a:custGeom>
              <a:rect b="b" l="l" r="r" t="t"/>
              <a:pathLst>
                <a:path extrusionOk="0" h="1" w="14">
                  <a:moveTo>
                    <a:pt x="0" y="1"/>
                  </a:moveTo>
                  <a:lnTo>
                    <a:pt x="0" y="1"/>
                  </a:lnTo>
                  <a:lnTo>
                    <a:pt x="14" y="0"/>
                  </a:ln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 name="Google Shape;55;p14"/>
            <p:cNvSpPr/>
            <p:nvPr/>
          </p:nvSpPr>
          <p:spPr>
            <a:xfrm>
              <a:off x="8915400" y="2809875"/>
              <a:ext cx="15875" cy="1587"/>
            </a:xfrm>
            <a:custGeom>
              <a:rect b="b" l="l" r="r" t="t"/>
              <a:pathLst>
                <a:path extrusionOk="0" h="1" w="8">
                  <a:moveTo>
                    <a:pt x="8" y="1"/>
                  </a:moveTo>
                  <a:lnTo>
                    <a:pt x="8" y="1"/>
                  </a:lnTo>
                  <a:cubicBezTo>
                    <a:pt x="6" y="0"/>
                    <a:pt x="3" y="0"/>
                    <a:pt x="0" y="0"/>
                  </a:cubicBezTo>
                  <a:cubicBezTo>
                    <a:pt x="1" y="0"/>
                    <a:pt x="4"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 name="Google Shape;56;p14"/>
            <p:cNvSpPr/>
            <p:nvPr/>
          </p:nvSpPr>
          <p:spPr>
            <a:xfrm>
              <a:off x="12109450" y="2752725"/>
              <a:ext cx="454025" cy="23812"/>
            </a:xfrm>
            <a:custGeom>
              <a:rect b="b" l="l" r="r" t="t"/>
              <a:pathLst>
                <a:path extrusionOk="0" h="10" w="236">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 name="Google Shape;57;p14"/>
            <p:cNvSpPr/>
            <p:nvPr/>
          </p:nvSpPr>
          <p:spPr>
            <a:xfrm>
              <a:off x="12182475" y="2816225"/>
              <a:ext cx="9525" cy="0"/>
            </a:xfrm>
            <a:custGeom>
              <a:rect b="b" l="l" r="r" t="t"/>
              <a:pathLst>
                <a:path extrusionOk="0" h="120000" w="5">
                  <a:moveTo>
                    <a:pt x="0" y="0"/>
                  </a:moveTo>
                  <a:lnTo>
                    <a:pt x="0" y="0"/>
                  </a:lnTo>
                  <a:lnTo>
                    <a:pt x="1" y="0"/>
                  </a:lnTo>
                  <a:lnTo>
                    <a:pt x="5"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8" name="Google Shape;58;p14"/>
            <p:cNvSpPr/>
            <p:nvPr/>
          </p:nvSpPr>
          <p:spPr>
            <a:xfrm>
              <a:off x="4348162" y="2827338"/>
              <a:ext cx="17463" cy="3175"/>
            </a:xfrm>
            <a:custGeom>
              <a:rect b="b" l="l" r="r" t="t"/>
              <a:pathLst>
                <a:path extrusionOk="0" h="1" w="9">
                  <a:moveTo>
                    <a:pt x="8" y="0"/>
                  </a:moveTo>
                  <a:lnTo>
                    <a:pt x="8" y="0"/>
                  </a:lnTo>
                  <a:lnTo>
                    <a:pt x="0" y="1"/>
                  </a:lnTo>
                  <a:cubicBezTo>
                    <a:pt x="7" y="0"/>
                    <a:pt x="9" y="0"/>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 name="Google Shape;59;p14"/>
            <p:cNvSpPr/>
            <p:nvPr/>
          </p:nvSpPr>
          <p:spPr>
            <a:xfrm>
              <a:off x="12071350" y="2790825"/>
              <a:ext cx="0" cy="0"/>
            </a:xfrm>
            <a:custGeom>
              <a:rect b="b" l="l" r="r" t="t"/>
              <a:pathLst>
                <a:path extrusionOk="0" h="120000" w="120000">
                  <a:moveTo>
                    <a:pt x="0" y="0"/>
                  </a:moveTo>
                  <a:lnTo>
                    <a:pt x="0" y="0"/>
                  </a:lnTo>
                  <a:lnTo>
                    <a:pt x="0" y="0"/>
                  </a:lnTo>
                  <a:cubicBezTo>
                    <a:pt x="0" y="0"/>
                    <a:pt x="0"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 name="Google Shape;60;p14"/>
            <p:cNvSpPr/>
            <p:nvPr/>
          </p:nvSpPr>
          <p:spPr>
            <a:xfrm>
              <a:off x="4754563" y="2827338"/>
              <a:ext cx="4763" cy="0"/>
            </a:xfrm>
            <a:custGeom>
              <a:rect b="b" l="l" r="r" t="t"/>
              <a:pathLst>
                <a:path extrusionOk="0" h="120000" w="2">
                  <a:moveTo>
                    <a:pt x="2" y="0"/>
                  </a:moveTo>
                  <a:lnTo>
                    <a:pt x="2" y="0"/>
                  </a:lnTo>
                  <a:lnTo>
                    <a:pt x="0" y="0"/>
                  </a:lnTo>
                  <a:cubicBezTo>
                    <a:pt x="1" y="0"/>
                    <a:pt x="1" y="0"/>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 name="Google Shape;61;p14"/>
            <p:cNvSpPr/>
            <p:nvPr/>
          </p:nvSpPr>
          <p:spPr>
            <a:xfrm>
              <a:off x="4852988" y="2719388"/>
              <a:ext cx="9525" cy="3175"/>
            </a:xfrm>
            <a:custGeom>
              <a:rect b="b" l="l" r="r" t="t"/>
              <a:pathLst>
                <a:path extrusionOk="0" h="1" w="5">
                  <a:moveTo>
                    <a:pt x="5" y="1"/>
                  </a:moveTo>
                  <a:lnTo>
                    <a:pt x="5" y="1"/>
                  </a:lnTo>
                  <a:cubicBezTo>
                    <a:pt x="5" y="1"/>
                    <a:pt x="5" y="1"/>
                    <a:pt x="4" y="0"/>
                  </a:cubicBezTo>
                  <a:cubicBezTo>
                    <a:pt x="0" y="1"/>
                    <a:pt x="2" y="1"/>
                    <a:pt x="5"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 name="Google Shape;62;p14"/>
            <p:cNvSpPr/>
            <p:nvPr/>
          </p:nvSpPr>
          <p:spPr>
            <a:xfrm>
              <a:off x="4759325" y="2827338"/>
              <a:ext cx="0" cy="0"/>
            </a:xfrm>
            <a:custGeom>
              <a:rect b="b" l="l" r="r" t="t"/>
              <a:pathLst>
                <a:path extrusionOk="0" h="120000" w="120000">
                  <a:moveTo>
                    <a:pt x="0" y="0"/>
                  </a:moveTo>
                  <a:lnTo>
                    <a:pt x="0" y="0"/>
                  </a:lnTo>
                  <a:cubicBezTo>
                    <a:pt x="0" y="0"/>
                    <a:pt x="0" y="0"/>
                    <a:pt x="0" y="0"/>
                  </a:cubicBezTo>
                  <a:cubicBezTo>
                    <a:pt x="0" y="0"/>
                    <a:pt x="0"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 name="Google Shape;63;p14"/>
            <p:cNvSpPr/>
            <p:nvPr/>
          </p:nvSpPr>
          <p:spPr>
            <a:xfrm>
              <a:off x="6654800" y="2805113"/>
              <a:ext cx="19050" cy="1587"/>
            </a:xfrm>
            <a:custGeom>
              <a:rect b="b" l="l" r="r" t="t"/>
              <a:pathLst>
                <a:path extrusionOk="0" h="1" w="10">
                  <a:moveTo>
                    <a:pt x="10" y="1"/>
                  </a:moveTo>
                  <a:lnTo>
                    <a:pt x="10" y="1"/>
                  </a:lnTo>
                  <a:lnTo>
                    <a:pt x="2" y="0"/>
                  </a:lnTo>
                  <a:cubicBezTo>
                    <a:pt x="0" y="0"/>
                    <a:pt x="2" y="0"/>
                    <a:pt x="1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 name="Google Shape;64;p14"/>
            <p:cNvSpPr/>
            <p:nvPr/>
          </p:nvSpPr>
          <p:spPr>
            <a:xfrm>
              <a:off x="6289675" y="2798763"/>
              <a:ext cx="6350" cy="0"/>
            </a:xfrm>
            <a:custGeom>
              <a:rect b="b" l="l" r="r" t="t"/>
              <a:pathLst>
                <a:path extrusionOk="0" h="120000" w="3">
                  <a:moveTo>
                    <a:pt x="3" y="0"/>
                  </a:moveTo>
                  <a:lnTo>
                    <a:pt x="3" y="0"/>
                  </a:lnTo>
                  <a:lnTo>
                    <a:pt x="0" y="0"/>
                  </a:lnTo>
                  <a:lnTo>
                    <a:pt x="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 name="Google Shape;65;p14"/>
            <p:cNvSpPr/>
            <p:nvPr/>
          </p:nvSpPr>
          <p:spPr>
            <a:xfrm>
              <a:off x="9140825" y="2725738"/>
              <a:ext cx="44450" cy="0"/>
            </a:xfrm>
            <a:custGeom>
              <a:rect b="b" l="l" r="r" t="t"/>
              <a:pathLst>
                <a:path extrusionOk="0" h="120000" w="23">
                  <a:moveTo>
                    <a:pt x="23" y="0"/>
                  </a:moveTo>
                  <a:lnTo>
                    <a:pt x="23" y="0"/>
                  </a:lnTo>
                  <a:lnTo>
                    <a:pt x="0" y="0"/>
                  </a:lnTo>
                  <a:lnTo>
                    <a:pt x="2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6" name="Google Shape;66;p14"/>
            <p:cNvSpPr/>
            <p:nvPr/>
          </p:nvSpPr>
          <p:spPr>
            <a:xfrm>
              <a:off x="4737100" y="2827338"/>
              <a:ext cx="17463" cy="3175"/>
            </a:xfrm>
            <a:custGeom>
              <a:rect b="b" l="l" r="r" t="t"/>
              <a:pathLst>
                <a:path extrusionOk="0" h="1" w="9">
                  <a:moveTo>
                    <a:pt x="9" y="0"/>
                  </a:moveTo>
                  <a:lnTo>
                    <a:pt x="9" y="0"/>
                  </a:lnTo>
                  <a:lnTo>
                    <a:pt x="0" y="1"/>
                  </a:lnTo>
                  <a:cubicBezTo>
                    <a:pt x="5" y="0"/>
                    <a:pt x="8" y="0"/>
                    <a:pt x="9"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 name="Google Shape;67;p14"/>
            <p:cNvSpPr/>
            <p:nvPr/>
          </p:nvSpPr>
          <p:spPr>
            <a:xfrm>
              <a:off x="7239000" y="2779713"/>
              <a:ext cx="11113" cy="3175"/>
            </a:xfrm>
            <a:custGeom>
              <a:rect b="b" l="l" r="r" t="t"/>
              <a:pathLst>
                <a:path extrusionOk="0" h="1" w="6">
                  <a:moveTo>
                    <a:pt x="6" y="0"/>
                  </a:moveTo>
                  <a:lnTo>
                    <a:pt x="6" y="0"/>
                  </a:lnTo>
                  <a:lnTo>
                    <a:pt x="0" y="1"/>
                  </a:lnTo>
                  <a:lnTo>
                    <a:pt x="4" y="1"/>
                  </a:lnTo>
                  <a:lnTo>
                    <a:pt x="6"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 name="Google Shape;68;p14"/>
            <p:cNvSpPr/>
            <p:nvPr/>
          </p:nvSpPr>
          <p:spPr>
            <a:xfrm>
              <a:off x="7181850" y="2773363"/>
              <a:ext cx="468313" cy="15875"/>
            </a:xfrm>
            <a:custGeom>
              <a:rect b="b" l="l" r="r" t="t"/>
              <a:pathLst>
                <a:path extrusionOk="0" h="7" w="244">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 name="Google Shape;69;p14"/>
            <p:cNvSpPr/>
            <p:nvPr/>
          </p:nvSpPr>
          <p:spPr>
            <a:xfrm>
              <a:off x="7407275" y="2787650"/>
              <a:ext cx="26988" cy="0"/>
            </a:xfrm>
            <a:custGeom>
              <a:rect b="b" l="l" r="r" t="t"/>
              <a:pathLst>
                <a:path extrusionOk="0" h="120000" w="14">
                  <a:moveTo>
                    <a:pt x="14" y="0"/>
                  </a:moveTo>
                  <a:lnTo>
                    <a:pt x="14" y="0"/>
                  </a:lnTo>
                  <a:lnTo>
                    <a:pt x="0" y="0"/>
                  </a:lnTo>
                  <a:cubicBezTo>
                    <a:pt x="8" y="0"/>
                    <a:pt x="11" y="0"/>
                    <a:pt x="1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 name="Google Shape;70;p14"/>
            <p:cNvSpPr/>
            <p:nvPr/>
          </p:nvSpPr>
          <p:spPr>
            <a:xfrm>
              <a:off x="8123238" y="2794000"/>
              <a:ext cx="31750" cy="1587"/>
            </a:xfrm>
            <a:custGeom>
              <a:rect b="b" l="l" r="r" t="t"/>
              <a:pathLst>
                <a:path extrusionOk="0" h="1" w="16">
                  <a:moveTo>
                    <a:pt x="0" y="1"/>
                  </a:moveTo>
                  <a:lnTo>
                    <a:pt x="0" y="1"/>
                  </a:lnTo>
                  <a:lnTo>
                    <a:pt x="16" y="0"/>
                  </a:ln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 name="Google Shape;71;p14"/>
            <p:cNvSpPr/>
            <p:nvPr/>
          </p:nvSpPr>
          <p:spPr>
            <a:xfrm>
              <a:off x="3070225" y="2794000"/>
              <a:ext cx="101600" cy="4762"/>
            </a:xfrm>
            <a:custGeom>
              <a:rect b="b" l="l" r="r" t="t"/>
              <a:pathLst>
                <a:path extrusionOk="0" h="2" w="53">
                  <a:moveTo>
                    <a:pt x="0" y="0"/>
                  </a:moveTo>
                  <a:lnTo>
                    <a:pt x="0" y="0"/>
                  </a:lnTo>
                  <a:cubicBezTo>
                    <a:pt x="2" y="1"/>
                    <a:pt x="53" y="2"/>
                    <a:pt x="52" y="0"/>
                  </a:cubicBezTo>
                  <a:lnTo>
                    <a:pt x="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 name="Google Shape;72;p14"/>
            <p:cNvSpPr/>
            <p:nvPr/>
          </p:nvSpPr>
          <p:spPr>
            <a:xfrm>
              <a:off x="9963150" y="2778125"/>
              <a:ext cx="41275" cy="0"/>
            </a:xfrm>
            <a:custGeom>
              <a:rect b="b" l="l" r="r" t="t"/>
              <a:pathLst>
                <a:path extrusionOk="0" h="120000" w="21">
                  <a:moveTo>
                    <a:pt x="21" y="0"/>
                  </a:moveTo>
                  <a:lnTo>
                    <a:pt x="21" y="0"/>
                  </a:lnTo>
                  <a:lnTo>
                    <a:pt x="3" y="0"/>
                  </a:lnTo>
                  <a:lnTo>
                    <a:pt x="0" y="0"/>
                  </a:lnTo>
                  <a:cubicBezTo>
                    <a:pt x="4" y="0"/>
                    <a:pt x="15"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3" name="Google Shape;73;p14"/>
            <p:cNvSpPr/>
            <p:nvPr/>
          </p:nvSpPr>
          <p:spPr>
            <a:xfrm>
              <a:off x="7523163" y="2773363"/>
              <a:ext cx="30163" cy="3175"/>
            </a:xfrm>
            <a:custGeom>
              <a:rect b="b" l="l" r="r" t="t"/>
              <a:pathLst>
                <a:path extrusionOk="0" h="1" w="16">
                  <a:moveTo>
                    <a:pt x="16" y="0"/>
                  </a:moveTo>
                  <a:lnTo>
                    <a:pt x="16" y="0"/>
                  </a:lnTo>
                  <a:cubicBezTo>
                    <a:pt x="6" y="0"/>
                    <a:pt x="2" y="1"/>
                    <a:pt x="0" y="1"/>
                  </a:cubicBezTo>
                  <a:cubicBezTo>
                    <a:pt x="6" y="1"/>
                    <a:pt x="12" y="1"/>
                    <a:pt x="16"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 name="Google Shape;74;p14"/>
            <p:cNvSpPr/>
            <p:nvPr/>
          </p:nvSpPr>
          <p:spPr>
            <a:xfrm>
              <a:off x="10009188" y="2787650"/>
              <a:ext cx="115888" cy="3175"/>
            </a:xfrm>
            <a:custGeom>
              <a:rect b="b" l="l" r="r" t="t"/>
              <a:pathLst>
                <a:path extrusionOk="0" h="2" w="60">
                  <a:moveTo>
                    <a:pt x="0" y="0"/>
                  </a:moveTo>
                  <a:lnTo>
                    <a:pt x="0" y="0"/>
                  </a:lnTo>
                  <a:cubicBezTo>
                    <a:pt x="7" y="0"/>
                    <a:pt x="18" y="1"/>
                    <a:pt x="19" y="2"/>
                  </a:cubicBezTo>
                  <a:cubicBezTo>
                    <a:pt x="34" y="2"/>
                    <a:pt x="45" y="1"/>
                    <a:pt x="60" y="1"/>
                  </a:cubicBezTo>
                  <a:cubicBezTo>
                    <a:pt x="43" y="1"/>
                    <a:pt x="23" y="1"/>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 name="Google Shape;75;p14"/>
            <p:cNvSpPr/>
            <p:nvPr/>
          </p:nvSpPr>
          <p:spPr>
            <a:xfrm>
              <a:off x="10125075" y="2789238"/>
              <a:ext cx="1588" cy="0"/>
            </a:xfrm>
            <a:custGeom>
              <a:rect b="b" l="l" r="r" t="t"/>
              <a:pathLst>
                <a:path extrusionOk="0" h="120000" w="1">
                  <a:moveTo>
                    <a:pt x="1" y="0"/>
                  </a:moveTo>
                  <a:lnTo>
                    <a:pt x="1" y="0"/>
                  </a:lnTo>
                  <a:lnTo>
                    <a:pt x="0" y="0"/>
                  </a:lnTo>
                  <a:lnTo>
                    <a:pt x="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 name="Google Shape;76;p14"/>
            <p:cNvSpPr/>
            <p:nvPr/>
          </p:nvSpPr>
          <p:spPr>
            <a:xfrm>
              <a:off x="-4110038" y="2703513"/>
              <a:ext cx="16486189" cy="134937"/>
            </a:xfrm>
            <a:custGeom>
              <a:rect b="b" l="l" r="r" t="t"/>
              <a:pathLst>
                <a:path extrusionOk="0" h="60" w="8594">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 name="Google Shape;77;p14"/>
            <p:cNvSpPr/>
            <p:nvPr/>
          </p:nvSpPr>
          <p:spPr>
            <a:xfrm>
              <a:off x="12117388" y="2779713"/>
              <a:ext cx="127000" cy="4762"/>
            </a:xfrm>
            <a:custGeom>
              <a:rect b="b" l="l" r="r" t="t"/>
              <a:pathLst>
                <a:path extrusionOk="0" h="2" w="66">
                  <a:moveTo>
                    <a:pt x="19" y="2"/>
                  </a:moveTo>
                  <a:lnTo>
                    <a:pt x="19" y="2"/>
                  </a:lnTo>
                  <a:cubicBezTo>
                    <a:pt x="33" y="2"/>
                    <a:pt x="66" y="2"/>
                    <a:pt x="60" y="0"/>
                  </a:cubicBezTo>
                  <a:cubicBezTo>
                    <a:pt x="60" y="2"/>
                    <a:pt x="0" y="0"/>
                    <a:pt x="19"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 name="Google Shape;78;p14"/>
            <p:cNvSpPr/>
            <p:nvPr/>
          </p:nvSpPr>
          <p:spPr>
            <a:xfrm>
              <a:off x="12182475" y="2787650"/>
              <a:ext cx="79375" cy="1587"/>
            </a:xfrm>
            <a:custGeom>
              <a:rect b="b" l="l" r="r" t="t"/>
              <a:pathLst>
                <a:path extrusionOk="0" h="1" w="41">
                  <a:moveTo>
                    <a:pt x="25" y="1"/>
                  </a:moveTo>
                  <a:lnTo>
                    <a:pt x="25" y="1"/>
                  </a:lnTo>
                  <a:cubicBezTo>
                    <a:pt x="27" y="1"/>
                    <a:pt x="26" y="0"/>
                    <a:pt x="41" y="0"/>
                  </a:cubicBezTo>
                  <a:lnTo>
                    <a:pt x="0" y="0"/>
                  </a:lnTo>
                  <a:lnTo>
                    <a:pt x="2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 name="Google Shape;79;p14"/>
            <p:cNvSpPr/>
            <p:nvPr/>
          </p:nvSpPr>
          <p:spPr>
            <a:xfrm>
              <a:off x="12307888" y="2809875"/>
              <a:ext cx="249238" cy="15875"/>
            </a:xfrm>
            <a:custGeom>
              <a:rect b="b" l="l" r="r" t="t"/>
              <a:pathLst>
                <a:path extrusionOk="0" h="7" w="130">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 name="Google Shape;80;p14"/>
            <p:cNvSpPr/>
            <p:nvPr/>
          </p:nvSpPr>
          <p:spPr>
            <a:xfrm>
              <a:off x="12252325" y="2825750"/>
              <a:ext cx="73025" cy="1587"/>
            </a:xfrm>
            <a:custGeom>
              <a:rect b="b" l="l" r="r" t="t"/>
              <a:pathLst>
                <a:path extrusionOk="0" h="1" w="38">
                  <a:moveTo>
                    <a:pt x="4" y="1"/>
                  </a:moveTo>
                  <a:lnTo>
                    <a:pt x="4" y="1"/>
                  </a:lnTo>
                  <a:lnTo>
                    <a:pt x="38" y="0"/>
                  </a:lnTo>
                  <a:lnTo>
                    <a:pt x="34" y="0"/>
                  </a:lnTo>
                  <a:lnTo>
                    <a:pt x="0" y="1"/>
                  </a:lnTo>
                  <a:lnTo>
                    <a:pt x="4"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1" name="Google Shape;81;p14"/>
            <p:cNvSpPr/>
            <p:nvPr/>
          </p:nvSpPr>
          <p:spPr>
            <a:xfrm>
              <a:off x="10779125" y="2733675"/>
              <a:ext cx="66675" cy="4762"/>
            </a:xfrm>
            <a:custGeom>
              <a:rect b="b" l="l" r="r" t="t"/>
              <a:pathLst>
                <a:path extrusionOk="0" h="2" w="35">
                  <a:moveTo>
                    <a:pt x="35" y="2"/>
                  </a:moveTo>
                  <a:lnTo>
                    <a:pt x="35" y="2"/>
                  </a:lnTo>
                  <a:cubicBezTo>
                    <a:pt x="32" y="0"/>
                    <a:pt x="11" y="1"/>
                    <a:pt x="0" y="2"/>
                  </a:cubicBezTo>
                  <a:cubicBezTo>
                    <a:pt x="9" y="2"/>
                    <a:pt x="22" y="2"/>
                    <a:pt x="35"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 name="Google Shape;82;p14"/>
            <p:cNvSpPr/>
            <p:nvPr/>
          </p:nvSpPr>
          <p:spPr>
            <a:xfrm>
              <a:off x="-2471738" y="2738438"/>
              <a:ext cx="496888" cy="1587"/>
            </a:xfrm>
            <a:custGeom>
              <a:rect b="b" l="l" r="r" t="t"/>
              <a:pathLst>
                <a:path extrusionOk="0" h="1" w="259">
                  <a:moveTo>
                    <a:pt x="259" y="0"/>
                  </a:moveTo>
                  <a:lnTo>
                    <a:pt x="259" y="0"/>
                  </a:lnTo>
                  <a:lnTo>
                    <a:pt x="0" y="1"/>
                  </a:lnTo>
                  <a:lnTo>
                    <a:pt x="25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 name="Google Shape;83;p14"/>
            <p:cNvSpPr/>
            <p:nvPr/>
          </p:nvSpPr>
          <p:spPr>
            <a:xfrm>
              <a:off x="9136063" y="2735263"/>
              <a:ext cx="387350" cy="14287"/>
            </a:xfrm>
            <a:custGeom>
              <a:rect b="b" l="l" r="r" t="t"/>
              <a:pathLst>
                <a:path extrusionOk="0" h="6" w="202">
                  <a:moveTo>
                    <a:pt x="30" y="6"/>
                  </a:moveTo>
                  <a:lnTo>
                    <a:pt x="30" y="6"/>
                  </a:lnTo>
                  <a:cubicBezTo>
                    <a:pt x="100" y="5"/>
                    <a:pt x="131" y="3"/>
                    <a:pt x="202" y="3"/>
                  </a:cubicBezTo>
                  <a:cubicBezTo>
                    <a:pt x="109" y="0"/>
                    <a:pt x="79" y="6"/>
                    <a:pt x="0" y="3"/>
                  </a:cubicBezTo>
                  <a:lnTo>
                    <a:pt x="30"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 name="Google Shape;84;p14"/>
            <p:cNvSpPr/>
            <p:nvPr/>
          </p:nvSpPr>
          <p:spPr>
            <a:xfrm>
              <a:off x="9139238" y="2725738"/>
              <a:ext cx="142875" cy="9525"/>
            </a:xfrm>
            <a:custGeom>
              <a:rect b="b" l="l" r="r" t="t"/>
              <a:pathLst>
                <a:path extrusionOk="0" h="4" w="75">
                  <a:moveTo>
                    <a:pt x="54" y="0"/>
                  </a:moveTo>
                  <a:lnTo>
                    <a:pt x="54" y="0"/>
                  </a:lnTo>
                  <a:cubicBezTo>
                    <a:pt x="65" y="2"/>
                    <a:pt x="0" y="3"/>
                    <a:pt x="10" y="4"/>
                  </a:cubicBezTo>
                  <a:cubicBezTo>
                    <a:pt x="57" y="4"/>
                    <a:pt x="32" y="2"/>
                    <a:pt x="75" y="2"/>
                  </a:cubicBezTo>
                  <a:lnTo>
                    <a:pt x="5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 name="Google Shape;85;p14"/>
            <p:cNvSpPr/>
            <p:nvPr/>
          </p:nvSpPr>
          <p:spPr>
            <a:xfrm>
              <a:off x="9805988" y="2817813"/>
              <a:ext cx="39688" cy="3175"/>
            </a:xfrm>
            <a:custGeom>
              <a:rect b="b" l="l" r="r" t="t"/>
              <a:pathLst>
                <a:path extrusionOk="0" h="1" w="21">
                  <a:moveTo>
                    <a:pt x="21" y="0"/>
                  </a:moveTo>
                  <a:lnTo>
                    <a:pt x="21" y="0"/>
                  </a:lnTo>
                  <a:lnTo>
                    <a:pt x="0" y="1"/>
                  </a:lnTo>
                  <a:lnTo>
                    <a:pt x="17" y="1"/>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 name="Google Shape;86;p14"/>
            <p:cNvSpPr/>
            <p:nvPr/>
          </p:nvSpPr>
          <p:spPr>
            <a:xfrm>
              <a:off x="8580438" y="2725738"/>
              <a:ext cx="66675" cy="3175"/>
            </a:xfrm>
            <a:custGeom>
              <a:rect b="b" l="l" r="r" t="t"/>
              <a:pathLst>
                <a:path extrusionOk="0" h="1" w="35">
                  <a:moveTo>
                    <a:pt x="27" y="1"/>
                  </a:moveTo>
                  <a:lnTo>
                    <a:pt x="27" y="1"/>
                  </a:lnTo>
                  <a:lnTo>
                    <a:pt x="35" y="1"/>
                  </a:lnTo>
                  <a:lnTo>
                    <a:pt x="0" y="0"/>
                  </a:lnTo>
                  <a:lnTo>
                    <a:pt x="27"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 name="Google Shape;87;p14"/>
            <p:cNvSpPr/>
            <p:nvPr/>
          </p:nvSpPr>
          <p:spPr>
            <a:xfrm>
              <a:off x="8647113" y="2725738"/>
              <a:ext cx="15875" cy="3175"/>
            </a:xfrm>
            <a:custGeom>
              <a:rect b="b" l="l" r="r" t="t"/>
              <a:pathLst>
                <a:path extrusionOk="0" h="1" w="8">
                  <a:moveTo>
                    <a:pt x="8" y="0"/>
                  </a:moveTo>
                  <a:lnTo>
                    <a:pt x="8" y="0"/>
                  </a:lnTo>
                  <a:lnTo>
                    <a:pt x="0" y="1"/>
                  </a:lnTo>
                  <a:lnTo>
                    <a:pt x="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 name="Google Shape;88;p14"/>
            <p:cNvSpPr/>
            <p:nvPr/>
          </p:nvSpPr>
          <p:spPr>
            <a:xfrm>
              <a:off x="9794875" y="2830513"/>
              <a:ext cx="90488" cy="1587"/>
            </a:xfrm>
            <a:custGeom>
              <a:rect b="b" l="l" r="r" t="t"/>
              <a:pathLst>
                <a:path extrusionOk="0" h="1" w="47">
                  <a:moveTo>
                    <a:pt x="0" y="0"/>
                  </a:moveTo>
                  <a:lnTo>
                    <a:pt x="0" y="0"/>
                  </a:lnTo>
                  <a:lnTo>
                    <a:pt x="32" y="1"/>
                  </a:lnTo>
                  <a:lnTo>
                    <a:pt x="47"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9" name="Google Shape;89;p14"/>
            <p:cNvSpPr/>
            <p:nvPr/>
          </p:nvSpPr>
          <p:spPr>
            <a:xfrm>
              <a:off x="9232900" y="2795588"/>
              <a:ext cx="84138" cy="3175"/>
            </a:xfrm>
            <a:custGeom>
              <a:rect b="b" l="l" r="r" t="t"/>
              <a:pathLst>
                <a:path extrusionOk="0" h="1" w="44">
                  <a:moveTo>
                    <a:pt x="16" y="1"/>
                  </a:moveTo>
                  <a:lnTo>
                    <a:pt x="16" y="1"/>
                  </a:lnTo>
                  <a:lnTo>
                    <a:pt x="44" y="1"/>
                  </a:lnTo>
                  <a:cubicBezTo>
                    <a:pt x="39" y="1"/>
                    <a:pt x="0" y="0"/>
                    <a:pt x="16"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 name="Google Shape;90;p14"/>
            <p:cNvSpPr/>
            <p:nvPr/>
          </p:nvSpPr>
          <p:spPr>
            <a:xfrm>
              <a:off x="8158163" y="2725738"/>
              <a:ext cx="71438" cy="3175"/>
            </a:xfrm>
            <a:custGeom>
              <a:rect b="b" l="l" r="r" t="t"/>
              <a:pathLst>
                <a:path extrusionOk="0" h="1" w="37">
                  <a:moveTo>
                    <a:pt x="34" y="0"/>
                  </a:moveTo>
                  <a:lnTo>
                    <a:pt x="34" y="0"/>
                  </a:lnTo>
                  <a:lnTo>
                    <a:pt x="0" y="1"/>
                  </a:lnTo>
                  <a:lnTo>
                    <a:pt x="3" y="1"/>
                  </a:lnTo>
                  <a:lnTo>
                    <a:pt x="37" y="0"/>
                  </a:lnTo>
                  <a:lnTo>
                    <a:pt x="3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 name="Google Shape;91;p14"/>
            <p:cNvSpPr/>
            <p:nvPr/>
          </p:nvSpPr>
          <p:spPr>
            <a:xfrm>
              <a:off x="8734425" y="2814638"/>
              <a:ext cx="144463" cy="3175"/>
            </a:xfrm>
            <a:custGeom>
              <a:rect b="b" l="l" r="r" t="t"/>
              <a:pathLst>
                <a:path extrusionOk="0" h="2" w="76">
                  <a:moveTo>
                    <a:pt x="56" y="0"/>
                  </a:moveTo>
                  <a:lnTo>
                    <a:pt x="56" y="0"/>
                  </a:lnTo>
                  <a:cubicBezTo>
                    <a:pt x="76" y="2"/>
                    <a:pt x="0" y="0"/>
                    <a:pt x="40" y="2"/>
                  </a:cubicBezTo>
                  <a:cubicBezTo>
                    <a:pt x="76" y="2"/>
                    <a:pt x="61" y="1"/>
                    <a:pt x="56"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 name="Google Shape;92;p14"/>
            <p:cNvSpPr/>
            <p:nvPr/>
          </p:nvSpPr>
          <p:spPr>
            <a:xfrm>
              <a:off x="8023225" y="2782888"/>
              <a:ext cx="26988" cy="1587"/>
            </a:xfrm>
            <a:custGeom>
              <a:rect b="b" l="l" r="r" t="t"/>
              <a:pathLst>
                <a:path extrusionOk="0" h="1" w="14">
                  <a:moveTo>
                    <a:pt x="14" y="0"/>
                  </a:moveTo>
                  <a:lnTo>
                    <a:pt x="14" y="0"/>
                  </a:lnTo>
                  <a:cubicBezTo>
                    <a:pt x="9" y="0"/>
                    <a:pt x="5" y="0"/>
                    <a:pt x="0" y="1"/>
                  </a:cubicBezTo>
                  <a:lnTo>
                    <a:pt x="1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 name="Google Shape;93;p14"/>
            <p:cNvSpPr/>
            <p:nvPr/>
          </p:nvSpPr>
          <p:spPr>
            <a:xfrm>
              <a:off x="8050213" y="2782888"/>
              <a:ext cx="77788" cy="1587"/>
            </a:xfrm>
            <a:custGeom>
              <a:rect b="b" l="l" r="r" t="t"/>
              <a:pathLst>
                <a:path extrusionOk="0" h="1" w="40">
                  <a:moveTo>
                    <a:pt x="0" y="0"/>
                  </a:moveTo>
                  <a:lnTo>
                    <a:pt x="0" y="0"/>
                  </a:lnTo>
                  <a:cubicBezTo>
                    <a:pt x="15" y="0"/>
                    <a:pt x="30" y="1"/>
                    <a:pt x="40" y="1"/>
                  </a:cubicBezTo>
                  <a:cubicBezTo>
                    <a:pt x="21" y="0"/>
                    <a:pt x="15"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 name="Google Shape;94;p14"/>
            <p:cNvSpPr/>
            <p:nvPr/>
          </p:nvSpPr>
          <p:spPr>
            <a:xfrm>
              <a:off x="7715250" y="2779713"/>
              <a:ext cx="90488" cy="7937"/>
            </a:xfrm>
            <a:custGeom>
              <a:rect b="b" l="l" r="r" t="t"/>
              <a:pathLst>
                <a:path extrusionOk="0" h="3" w="47">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 name="Google Shape;95;p14"/>
            <p:cNvSpPr/>
            <p:nvPr/>
          </p:nvSpPr>
          <p:spPr>
            <a:xfrm>
              <a:off x="6508750" y="2713038"/>
              <a:ext cx="247650" cy="6350"/>
            </a:xfrm>
            <a:custGeom>
              <a:rect b="b" l="l" r="r" t="t"/>
              <a:pathLst>
                <a:path extrusionOk="0" h="3" w="129">
                  <a:moveTo>
                    <a:pt x="0" y="0"/>
                  </a:moveTo>
                  <a:lnTo>
                    <a:pt x="0" y="0"/>
                  </a:lnTo>
                  <a:cubicBezTo>
                    <a:pt x="50" y="1"/>
                    <a:pt x="63" y="1"/>
                    <a:pt x="60" y="2"/>
                  </a:cubicBezTo>
                  <a:cubicBezTo>
                    <a:pt x="108" y="3"/>
                    <a:pt x="100" y="0"/>
                    <a:pt x="129"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6" name="Google Shape;96;p14"/>
            <p:cNvSpPr/>
            <p:nvPr/>
          </p:nvSpPr>
          <p:spPr>
            <a:xfrm>
              <a:off x="6756400" y="2713038"/>
              <a:ext cx="33338" cy="0"/>
            </a:xfrm>
            <a:custGeom>
              <a:rect b="b" l="l" r="r" t="t"/>
              <a:pathLst>
                <a:path extrusionOk="0" h="120000" w="18">
                  <a:moveTo>
                    <a:pt x="0" y="0"/>
                  </a:moveTo>
                  <a:lnTo>
                    <a:pt x="0" y="0"/>
                  </a:lnTo>
                  <a:lnTo>
                    <a:pt x="18"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7" name="Google Shape;97;p14"/>
            <p:cNvSpPr/>
            <p:nvPr/>
          </p:nvSpPr>
          <p:spPr>
            <a:xfrm>
              <a:off x="8047038" y="2820988"/>
              <a:ext cx="58738" cy="4762"/>
            </a:xfrm>
            <a:custGeom>
              <a:rect b="b" l="l" r="r" t="t"/>
              <a:pathLst>
                <a:path extrusionOk="0" h="2" w="31">
                  <a:moveTo>
                    <a:pt x="31" y="0"/>
                  </a:moveTo>
                  <a:lnTo>
                    <a:pt x="31" y="0"/>
                  </a:lnTo>
                  <a:lnTo>
                    <a:pt x="0" y="2"/>
                  </a:lnTo>
                  <a:lnTo>
                    <a:pt x="11" y="2"/>
                  </a:lnTo>
                  <a:lnTo>
                    <a:pt x="3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 name="Google Shape;98;p14"/>
            <p:cNvSpPr/>
            <p:nvPr/>
          </p:nvSpPr>
          <p:spPr>
            <a:xfrm>
              <a:off x="6348413" y="2711451"/>
              <a:ext cx="82550" cy="1587"/>
            </a:xfrm>
            <a:custGeom>
              <a:rect b="b" l="l" r="r" t="t"/>
              <a:pathLst>
                <a:path extrusionOk="0" h="1" w="43">
                  <a:moveTo>
                    <a:pt x="9" y="1"/>
                  </a:moveTo>
                  <a:lnTo>
                    <a:pt x="9" y="1"/>
                  </a:lnTo>
                  <a:cubicBezTo>
                    <a:pt x="18" y="1"/>
                    <a:pt x="33" y="1"/>
                    <a:pt x="41" y="1"/>
                  </a:cubicBezTo>
                  <a:cubicBezTo>
                    <a:pt x="43" y="0"/>
                    <a:pt x="0" y="1"/>
                    <a:pt x="9"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 name="Google Shape;99;p14"/>
            <p:cNvSpPr/>
            <p:nvPr/>
          </p:nvSpPr>
          <p:spPr>
            <a:xfrm>
              <a:off x="6734175" y="2771775"/>
              <a:ext cx="96838" cy="6350"/>
            </a:xfrm>
            <a:custGeom>
              <a:rect b="b" l="l" r="r" t="t"/>
              <a:pathLst>
                <a:path extrusionOk="0" h="3" w="50">
                  <a:moveTo>
                    <a:pt x="0" y="2"/>
                  </a:moveTo>
                  <a:lnTo>
                    <a:pt x="0" y="2"/>
                  </a:lnTo>
                  <a:cubicBezTo>
                    <a:pt x="6" y="3"/>
                    <a:pt x="37" y="2"/>
                    <a:pt x="50" y="3"/>
                  </a:cubicBezTo>
                  <a:cubicBezTo>
                    <a:pt x="32" y="2"/>
                    <a:pt x="17"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 name="Google Shape;100;p14"/>
            <p:cNvSpPr/>
            <p:nvPr/>
          </p:nvSpPr>
          <p:spPr>
            <a:xfrm>
              <a:off x="6091238" y="2722563"/>
              <a:ext cx="95250" cy="7937"/>
            </a:xfrm>
            <a:custGeom>
              <a:rect b="b" l="l" r="r" t="t"/>
              <a:pathLst>
                <a:path extrusionOk="0" h="4" w="49">
                  <a:moveTo>
                    <a:pt x="0" y="1"/>
                  </a:moveTo>
                  <a:lnTo>
                    <a:pt x="0" y="1"/>
                  </a:lnTo>
                  <a:cubicBezTo>
                    <a:pt x="10" y="2"/>
                    <a:pt x="24" y="2"/>
                    <a:pt x="18" y="4"/>
                  </a:cubicBezTo>
                  <a:cubicBezTo>
                    <a:pt x="31" y="3"/>
                    <a:pt x="4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 name="Google Shape;101;p14"/>
            <p:cNvSpPr/>
            <p:nvPr/>
          </p:nvSpPr>
          <p:spPr>
            <a:xfrm>
              <a:off x="6559550" y="2773363"/>
              <a:ext cx="80963" cy="3175"/>
            </a:xfrm>
            <a:custGeom>
              <a:rect b="b" l="l" r="r" t="t"/>
              <a:pathLst>
                <a:path extrusionOk="0" h="1" w="42">
                  <a:moveTo>
                    <a:pt x="0" y="1"/>
                  </a:moveTo>
                  <a:lnTo>
                    <a:pt x="0" y="1"/>
                  </a:lnTo>
                  <a:lnTo>
                    <a:pt x="8" y="1"/>
                  </a:lnTo>
                  <a:lnTo>
                    <a:pt x="42" y="0"/>
                  </a:ln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 name="Google Shape;102;p14"/>
            <p:cNvSpPr/>
            <p:nvPr/>
          </p:nvSpPr>
          <p:spPr>
            <a:xfrm>
              <a:off x="6640513" y="2806700"/>
              <a:ext cx="227013" cy="15875"/>
            </a:xfrm>
            <a:custGeom>
              <a:rect b="b" l="l" r="r" t="t"/>
              <a:pathLst>
                <a:path extrusionOk="0" h="7" w="118">
                  <a:moveTo>
                    <a:pt x="80" y="7"/>
                  </a:moveTo>
                  <a:lnTo>
                    <a:pt x="80" y="7"/>
                  </a:lnTo>
                  <a:cubicBezTo>
                    <a:pt x="118" y="5"/>
                    <a:pt x="19" y="3"/>
                    <a:pt x="85" y="1"/>
                  </a:cubicBezTo>
                  <a:cubicBezTo>
                    <a:pt x="0" y="0"/>
                    <a:pt x="92" y="4"/>
                    <a:pt x="29" y="4"/>
                  </a:cubicBezTo>
                  <a:cubicBezTo>
                    <a:pt x="66" y="4"/>
                    <a:pt x="84" y="6"/>
                    <a:pt x="80"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 name="Google Shape;103;p14"/>
            <p:cNvSpPr/>
            <p:nvPr/>
          </p:nvSpPr>
          <p:spPr>
            <a:xfrm>
              <a:off x="6661150" y="2814638"/>
              <a:ext cx="34925" cy="1587"/>
            </a:xfrm>
            <a:custGeom>
              <a:rect b="b" l="l" r="r" t="t"/>
              <a:pathLst>
                <a:path extrusionOk="0" h="1" w="18">
                  <a:moveTo>
                    <a:pt x="18" y="1"/>
                  </a:moveTo>
                  <a:lnTo>
                    <a:pt x="18" y="1"/>
                  </a:lnTo>
                  <a:lnTo>
                    <a:pt x="0" y="0"/>
                  </a:lnTo>
                  <a:lnTo>
                    <a:pt x="18"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 name="Google Shape;104;p14"/>
            <p:cNvSpPr/>
            <p:nvPr/>
          </p:nvSpPr>
          <p:spPr>
            <a:xfrm>
              <a:off x="5661025" y="2789238"/>
              <a:ext cx="23813" cy="1587"/>
            </a:xfrm>
            <a:custGeom>
              <a:rect b="b" l="l" r="r" t="t"/>
              <a:pathLst>
                <a:path extrusionOk="0" h="1" w="13">
                  <a:moveTo>
                    <a:pt x="0" y="1"/>
                  </a:moveTo>
                  <a:lnTo>
                    <a:pt x="0" y="1"/>
                  </a:lnTo>
                  <a:lnTo>
                    <a:pt x="13" y="0"/>
                  </a:ln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5" name="Google Shape;105;p14"/>
            <p:cNvSpPr/>
            <p:nvPr/>
          </p:nvSpPr>
          <p:spPr>
            <a:xfrm>
              <a:off x="6162675" y="2814638"/>
              <a:ext cx="258763" cy="7937"/>
            </a:xfrm>
            <a:custGeom>
              <a:rect b="b" l="l" r="r" t="t"/>
              <a:pathLst>
                <a:path extrusionOk="0" h="4" w="135">
                  <a:moveTo>
                    <a:pt x="77" y="2"/>
                  </a:moveTo>
                  <a:lnTo>
                    <a:pt x="77" y="2"/>
                  </a:lnTo>
                  <a:lnTo>
                    <a:pt x="135" y="0"/>
                  </a:lnTo>
                  <a:cubicBezTo>
                    <a:pt x="96" y="1"/>
                    <a:pt x="0" y="1"/>
                    <a:pt x="6" y="4"/>
                  </a:cubicBezTo>
                  <a:cubicBezTo>
                    <a:pt x="37" y="4"/>
                    <a:pt x="75" y="4"/>
                    <a:pt x="90" y="3"/>
                  </a:cubicBezTo>
                  <a:lnTo>
                    <a:pt x="77"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6" name="Google Shape;106;p14"/>
            <p:cNvSpPr/>
            <p:nvPr/>
          </p:nvSpPr>
          <p:spPr>
            <a:xfrm>
              <a:off x="5019675" y="2713038"/>
              <a:ext cx="73025" cy="4762"/>
            </a:xfrm>
            <a:custGeom>
              <a:rect b="b" l="l" r="r" t="t"/>
              <a:pathLst>
                <a:path extrusionOk="0" h="2" w="38">
                  <a:moveTo>
                    <a:pt x="13" y="1"/>
                  </a:moveTo>
                  <a:lnTo>
                    <a:pt x="13" y="1"/>
                  </a:lnTo>
                  <a:lnTo>
                    <a:pt x="38" y="0"/>
                  </a:lnTo>
                  <a:lnTo>
                    <a:pt x="7" y="0"/>
                  </a:lnTo>
                  <a:cubicBezTo>
                    <a:pt x="16" y="0"/>
                    <a:pt x="0" y="2"/>
                    <a:pt x="13"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7" name="Google Shape;107;p14"/>
            <p:cNvSpPr/>
            <p:nvPr/>
          </p:nvSpPr>
          <p:spPr>
            <a:xfrm>
              <a:off x="5021263" y="2713038"/>
              <a:ext cx="11113" cy="0"/>
            </a:xfrm>
            <a:custGeom>
              <a:rect b="b" l="l" r="r" t="t"/>
              <a:pathLst>
                <a:path extrusionOk="0" h="120000" w="6">
                  <a:moveTo>
                    <a:pt x="0" y="0"/>
                  </a:moveTo>
                  <a:lnTo>
                    <a:pt x="0" y="0"/>
                  </a:lnTo>
                  <a:lnTo>
                    <a:pt x="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8" name="Google Shape;108;p14"/>
            <p:cNvSpPr/>
            <p:nvPr/>
          </p:nvSpPr>
          <p:spPr>
            <a:xfrm>
              <a:off x="5864225" y="2784475"/>
              <a:ext cx="101600" cy="4762"/>
            </a:xfrm>
            <a:custGeom>
              <a:rect b="b" l="l" r="r" t="t"/>
              <a:pathLst>
                <a:path extrusionOk="0" h="2" w="53">
                  <a:moveTo>
                    <a:pt x="3" y="2"/>
                  </a:moveTo>
                  <a:lnTo>
                    <a:pt x="3" y="2"/>
                  </a:lnTo>
                  <a:cubicBezTo>
                    <a:pt x="21" y="2"/>
                    <a:pt x="36" y="2"/>
                    <a:pt x="53" y="1"/>
                  </a:cubicBezTo>
                  <a:cubicBezTo>
                    <a:pt x="46" y="1"/>
                    <a:pt x="0" y="0"/>
                    <a:pt x="3"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9" name="Google Shape;109;p14"/>
            <p:cNvSpPr/>
            <p:nvPr/>
          </p:nvSpPr>
          <p:spPr>
            <a:xfrm>
              <a:off x="4703763" y="2722563"/>
              <a:ext cx="84138" cy="1587"/>
            </a:xfrm>
            <a:custGeom>
              <a:rect b="b" l="l" r="r" t="t"/>
              <a:pathLst>
                <a:path extrusionOk="0" h="1" w="44">
                  <a:moveTo>
                    <a:pt x="3" y="1"/>
                  </a:moveTo>
                  <a:lnTo>
                    <a:pt x="3" y="1"/>
                  </a:lnTo>
                  <a:lnTo>
                    <a:pt x="44" y="0"/>
                  </a:lnTo>
                  <a:lnTo>
                    <a:pt x="0" y="0"/>
                  </a:lnTo>
                  <a:lnTo>
                    <a:pt x="3"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0" name="Google Shape;110;p14"/>
            <p:cNvSpPr/>
            <p:nvPr/>
          </p:nvSpPr>
          <p:spPr>
            <a:xfrm>
              <a:off x="4264025" y="2713038"/>
              <a:ext cx="77788" cy="4762"/>
            </a:xfrm>
            <a:custGeom>
              <a:rect b="b" l="l" r="r" t="t"/>
              <a:pathLst>
                <a:path extrusionOk="0" h="2" w="41">
                  <a:moveTo>
                    <a:pt x="41" y="1"/>
                  </a:moveTo>
                  <a:lnTo>
                    <a:pt x="41" y="1"/>
                  </a:lnTo>
                  <a:lnTo>
                    <a:pt x="34" y="0"/>
                  </a:lnTo>
                  <a:lnTo>
                    <a:pt x="0" y="1"/>
                  </a:lnTo>
                  <a:lnTo>
                    <a:pt x="7" y="2"/>
                  </a:lnTo>
                  <a:lnTo>
                    <a:pt x="4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1" name="Google Shape;111;p14"/>
            <p:cNvSpPr/>
            <p:nvPr/>
          </p:nvSpPr>
          <p:spPr>
            <a:xfrm>
              <a:off x="4800600" y="2822575"/>
              <a:ext cx="117475" cy="7937"/>
            </a:xfrm>
            <a:custGeom>
              <a:rect b="b" l="l" r="r" t="t"/>
              <a:pathLst>
                <a:path extrusionOk="0" h="3" w="61">
                  <a:moveTo>
                    <a:pt x="11" y="2"/>
                  </a:moveTo>
                  <a:lnTo>
                    <a:pt x="11" y="2"/>
                  </a:lnTo>
                  <a:cubicBezTo>
                    <a:pt x="39" y="3"/>
                    <a:pt x="61" y="0"/>
                    <a:pt x="54" y="0"/>
                  </a:cubicBezTo>
                  <a:lnTo>
                    <a:pt x="0" y="0"/>
                  </a:lnTo>
                  <a:cubicBezTo>
                    <a:pt x="13" y="2"/>
                    <a:pt x="15" y="0"/>
                    <a:pt x="46" y="0"/>
                  </a:cubicBezTo>
                  <a:lnTo>
                    <a:pt x="11"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2" name="Google Shape;112;p14"/>
            <p:cNvSpPr/>
            <p:nvPr/>
          </p:nvSpPr>
          <p:spPr>
            <a:xfrm>
              <a:off x="187325" y="2714625"/>
              <a:ext cx="1925638" cy="31750"/>
            </a:xfrm>
            <a:custGeom>
              <a:rect b="b" l="l" r="r" t="t"/>
              <a:pathLst>
                <a:path extrusionOk="0" h="14" w="100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3" name="Google Shape;113;p14"/>
            <p:cNvSpPr/>
            <p:nvPr/>
          </p:nvSpPr>
          <p:spPr>
            <a:xfrm>
              <a:off x="1947862" y="2735263"/>
              <a:ext cx="47625" cy="0"/>
            </a:xfrm>
            <a:custGeom>
              <a:rect b="b" l="l" r="r" t="t"/>
              <a:pathLst>
                <a:path extrusionOk="0" h="120000" w="25">
                  <a:moveTo>
                    <a:pt x="0" y="0"/>
                  </a:moveTo>
                  <a:lnTo>
                    <a:pt x="0" y="0"/>
                  </a:lnTo>
                  <a:lnTo>
                    <a:pt x="25"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4" name="Google Shape;114;p14"/>
            <p:cNvSpPr/>
            <p:nvPr/>
          </p:nvSpPr>
          <p:spPr>
            <a:xfrm>
              <a:off x="112712" y="2724150"/>
              <a:ext cx="74613" cy="0"/>
            </a:xfrm>
            <a:custGeom>
              <a:rect b="b" l="l" r="r" t="t"/>
              <a:pathLst>
                <a:path extrusionOk="0" h="120000" w="39">
                  <a:moveTo>
                    <a:pt x="0" y="0"/>
                  </a:moveTo>
                  <a:lnTo>
                    <a:pt x="0" y="0"/>
                  </a:lnTo>
                  <a:lnTo>
                    <a:pt x="39" y="0"/>
                  </a:lnTo>
                  <a:cubicBezTo>
                    <a:pt x="27" y="0"/>
                    <a:pt x="14"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5" name="Google Shape;115;p14"/>
            <p:cNvSpPr/>
            <p:nvPr/>
          </p:nvSpPr>
          <p:spPr>
            <a:xfrm>
              <a:off x="2187575" y="2717800"/>
              <a:ext cx="176213" cy="6350"/>
            </a:xfrm>
            <a:custGeom>
              <a:rect b="b" l="l" r="r" t="t"/>
              <a:pathLst>
                <a:path extrusionOk="0" h="3" w="92">
                  <a:moveTo>
                    <a:pt x="71" y="3"/>
                  </a:moveTo>
                  <a:lnTo>
                    <a:pt x="71" y="3"/>
                  </a:lnTo>
                  <a:cubicBezTo>
                    <a:pt x="47" y="2"/>
                    <a:pt x="88" y="1"/>
                    <a:pt x="92" y="0"/>
                  </a:cubicBezTo>
                  <a:lnTo>
                    <a:pt x="8" y="1"/>
                  </a:lnTo>
                  <a:cubicBezTo>
                    <a:pt x="8" y="1"/>
                    <a:pt x="0" y="2"/>
                    <a:pt x="2" y="3"/>
                  </a:cubicBezTo>
                  <a:lnTo>
                    <a:pt x="71"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6" name="Google Shape;116;p14"/>
            <p:cNvSpPr/>
            <p:nvPr/>
          </p:nvSpPr>
          <p:spPr>
            <a:xfrm>
              <a:off x="2112962" y="2714625"/>
              <a:ext cx="90488" cy="4762"/>
            </a:xfrm>
            <a:custGeom>
              <a:rect b="b" l="l" r="r" t="t"/>
              <a:pathLst>
                <a:path extrusionOk="0" h="2" w="47">
                  <a:moveTo>
                    <a:pt x="22" y="0"/>
                  </a:moveTo>
                  <a:lnTo>
                    <a:pt x="22" y="0"/>
                  </a:lnTo>
                  <a:cubicBezTo>
                    <a:pt x="19" y="1"/>
                    <a:pt x="11" y="1"/>
                    <a:pt x="0" y="2"/>
                  </a:cubicBezTo>
                  <a:lnTo>
                    <a:pt x="47" y="2"/>
                  </a:lnTo>
                  <a:cubicBezTo>
                    <a:pt x="47" y="1"/>
                    <a:pt x="41" y="0"/>
                    <a:pt x="2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7" name="Google Shape;117;p14"/>
            <p:cNvSpPr/>
            <p:nvPr/>
          </p:nvSpPr>
          <p:spPr>
            <a:xfrm>
              <a:off x="2101850" y="2811463"/>
              <a:ext cx="71438" cy="3175"/>
            </a:xfrm>
            <a:custGeom>
              <a:rect b="b" l="l" r="r" t="t"/>
              <a:pathLst>
                <a:path extrusionOk="0" h="1" w="37">
                  <a:moveTo>
                    <a:pt x="37" y="0"/>
                  </a:moveTo>
                  <a:lnTo>
                    <a:pt x="37" y="0"/>
                  </a:lnTo>
                  <a:lnTo>
                    <a:pt x="22" y="1"/>
                  </a:lnTo>
                  <a:lnTo>
                    <a:pt x="0" y="1"/>
                  </a:lnTo>
                  <a:lnTo>
                    <a:pt x="3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8" name="Google Shape;118;p14"/>
            <p:cNvSpPr/>
            <p:nvPr/>
          </p:nvSpPr>
          <p:spPr>
            <a:xfrm>
              <a:off x="1724025" y="2805113"/>
              <a:ext cx="120650" cy="4762"/>
            </a:xfrm>
            <a:custGeom>
              <a:rect b="b" l="l" r="r" t="t"/>
              <a:pathLst>
                <a:path extrusionOk="0" h="2" w="63">
                  <a:moveTo>
                    <a:pt x="0" y="0"/>
                  </a:moveTo>
                  <a:lnTo>
                    <a:pt x="0" y="0"/>
                  </a:lnTo>
                  <a:cubicBezTo>
                    <a:pt x="18" y="2"/>
                    <a:pt x="52" y="1"/>
                    <a:pt x="63" y="0"/>
                  </a:cubicBezTo>
                  <a:cubicBezTo>
                    <a:pt x="24" y="0"/>
                    <a:pt x="41"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19" name="Google Shape;119;p14"/>
            <p:cNvSpPr/>
            <p:nvPr/>
          </p:nvSpPr>
          <p:spPr>
            <a:xfrm>
              <a:off x="1744662" y="2833688"/>
              <a:ext cx="73025" cy="3175"/>
            </a:xfrm>
            <a:custGeom>
              <a:rect b="b" l="l" r="r" t="t"/>
              <a:pathLst>
                <a:path extrusionOk="0" h="1" w="38">
                  <a:moveTo>
                    <a:pt x="38" y="0"/>
                  </a:moveTo>
                  <a:lnTo>
                    <a:pt x="38" y="0"/>
                  </a:lnTo>
                  <a:lnTo>
                    <a:pt x="0" y="1"/>
                  </a:lnTo>
                  <a:lnTo>
                    <a:pt x="3" y="1"/>
                  </a:lnTo>
                  <a:lnTo>
                    <a:pt x="3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0" name="Google Shape;120;p14"/>
            <p:cNvSpPr/>
            <p:nvPr/>
          </p:nvSpPr>
          <p:spPr>
            <a:xfrm>
              <a:off x="-474663" y="2741613"/>
              <a:ext cx="34925" cy="0"/>
            </a:xfrm>
            <a:custGeom>
              <a:rect b="b" l="l" r="r" t="t"/>
              <a:pathLst>
                <a:path extrusionOk="0" h="120000" w="18">
                  <a:moveTo>
                    <a:pt x="18" y="0"/>
                  </a:moveTo>
                  <a:lnTo>
                    <a:pt x="18" y="0"/>
                  </a:lnTo>
                  <a:lnTo>
                    <a:pt x="0" y="0"/>
                  </a:lnTo>
                  <a:lnTo>
                    <a:pt x="1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1" name="Google Shape;121;p14"/>
            <p:cNvSpPr/>
            <p:nvPr/>
          </p:nvSpPr>
          <p:spPr>
            <a:xfrm>
              <a:off x="-947738" y="2725738"/>
              <a:ext cx="1239838" cy="19050"/>
            </a:xfrm>
            <a:custGeom>
              <a:rect b="b" l="l" r="r" t="t"/>
              <a:pathLst>
                <a:path extrusionOk="0" h="8" w="647">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2" name="Google Shape;122;p14"/>
            <p:cNvSpPr/>
            <p:nvPr/>
          </p:nvSpPr>
          <p:spPr>
            <a:xfrm>
              <a:off x="-1944688" y="2741613"/>
              <a:ext cx="4763" cy="0"/>
            </a:xfrm>
            <a:custGeom>
              <a:rect b="b" l="l" r="r" t="t"/>
              <a:pathLst>
                <a:path extrusionOk="0" h="120000" w="2">
                  <a:moveTo>
                    <a:pt x="1" y="0"/>
                  </a:moveTo>
                  <a:lnTo>
                    <a:pt x="1" y="0"/>
                  </a:lnTo>
                  <a:lnTo>
                    <a:pt x="2" y="0"/>
                  </a:lnTo>
                  <a:cubicBezTo>
                    <a:pt x="0" y="0"/>
                    <a:pt x="0"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3" name="Google Shape;123;p14"/>
            <p:cNvSpPr/>
            <p:nvPr/>
          </p:nvSpPr>
          <p:spPr>
            <a:xfrm>
              <a:off x="-1939925" y="2735263"/>
              <a:ext cx="173038" cy="6350"/>
            </a:xfrm>
            <a:custGeom>
              <a:rect b="b" l="l" r="r" t="t"/>
              <a:pathLst>
                <a:path extrusionOk="0" h="3" w="90">
                  <a:moveTo>
                    <a:pt x="36" y="3"/>
                  </a:moveTo>
                  <a:lnTo>
                    <a:pt x="36" y="3"/>
                  </a:lnTo>
                  <a:lnTo>
                    <a:pt x="90" y="0"/>
                  </a:lnTo>
                  <a:lnTo>
                    <a:pt x="6" y="1"/>
                  </a:lnTo>
                  <a:lnTo>
                    <a:pt x="0" y="3"/>
                  </a:lnTo>
                  <a:cubicBezTo>
                    <a:pt x="8" y="2"/>
                    <a:pt x="37" y="1"/>
                    <a:pt x="48" y="2"/>
                  </a:cubicBezTo>
                  <a:lnTo>
                    <a:pt x="36"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4" name="Google Shape;124;p14"/>
            <p:cNvSpPr/>
            <p:nvPr/>
          </p:nvSpPr>
          <p:spPr>
            <a:xfrm>
              <a:off x="-1773238" y="2733675"/>
              <a:ext cx="123825" cy="12700"/>
            </a:xfrm>
            <a:custGeom>
              <a:rect b="b" l="l" r="r" t="t"/>
              <a:pathLst>
                <a:path extrusionOk="0" h="6" w="65">
                  <a:moveTo>
                    <a:pt x="65" y="0"/>
                  </a:moveTo>
                  <a:lnTo>
                    <a:pt x="65" y="0"/>
                  </a:lnTo>
                  <a:cubicBezTo>
                    <a:pt x="22" y="1"/>
                    <a:pt x="25" y="3"/>
                    <a:pt x="48" y="4"/>
                  </a:cubicBezTo>
                  <a:cubicBezTo>
                    <a:pt x="8" y="5"/>
                    <a:pt x="27" y="1"/>
                    <a:pt x="0" y="4"/>
                  </a:cubicBezTo>
                  <a:cubicBezTo>
                    <a:pt x="1" y="6"/>
                    <a:pt x="50" y="5"/>
                    <a:pt x="61" y="4"/>
                  </a:cubicBezTo>
                  <a:lnTo>
                    <a:pt x="65"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5" name="Google Shape;125;p14"/>
            <p:cNvSpPr/>
            <p:nvPr/>
          </p:nvSpPr>
          <p:spPr>
            <a:xfrm>
              <a:off x="-1057275" y="2735263"/>
              <a:ext cx="57150" cy="3175"/>
            </a:xfrm>
            <a:custGeom>
              <a:rect b="b" l="l" r="r" t="t"/>
              <a:pathLst>
                <a:path extrusionOk="0" h="1" w="30">
                  <a:moveTo>
                    <a:pt x="12" y="0"/>
                  </a:moveTo>
                  <a:lnTo>
                    <a:pt x="12" y="0"/>
                  </a:lnTo>
                  <a:lnTo>
                    <a:pt x="0" y="1"/>
                  </a:lnTo>
                  <a:lnTo>
                    <a:pt x="30" y="1"/>
                  </a:lnTo>
                  <a:lnTo>
                    <a:pt x="12"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6" name="Google Shape;126;p14"/>
            <p:cNvSpPr/>
            <p:nvPr/>
          </p:nvSpPr>
          <p:spPr>
            <a:xfrm>
              <a:off x="-1116013" y="2738438"/>
              <a:ext cx="58738" cy="3175"/>
            </a:xfrm>
            <a:custGeom>
              <a:rect b="b" l="l" r="r" t="t"/>
              <a:pathLst>
                <a:path extrusionOk="0" h="2" w="30">
                  <a:moveTo>
                    <a:pt x="30" y="0"/>
                  </a:moveTo>
                  <a:lnTo>
                    <a:pt x="30" y="0"/>
                  </a:lnTo>
                  <a:lnTo>
                    <a:pt x="0" y="0"/>
                  </a:lnTo>
                  <a:cubicBezTo>
                    <a:pt x="2" y="0"/>
                    <a:pt x="4" y="1"/>
                    <a:pt x="9" y="2"/>
                  </a:cubicBezTo>
                  <a:lnTo>
                    <a:pt x="3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7" name="Google Shape;127;p14"/>
            <p:cNvSpPr/>
            <p:nvPr/>
          </p:nvSpPr>
          <p:spPr>
            <a:xfrm>
              <a:off x="-1349375" y="2735263"/>
              <a:ext cx="84138" cy="0"/>
            </a:xfrm>
            <a:custGeom>
              <a:rect b="b" l="l" r="r" t="t"/>
              <a:pathLst>
                <a:path extrusionOk="0" h="120000" w="44">
                  <a:moveTo>
                    <a:pt x="44" y="0"/>
                  </a:moveTo>
                  <a:lnTo>
                    <a:pt x="44" y="0"/>
                  </a:lnTo>
                  <a:lnTo>
                    <a:pt x="0" y="0"/>
                  </a:lnTo>
                  <a:lnTo>
                    <a:pt x="4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8" name="Google Shape;128;p14"/>
            <p:cNvSpPr/>
            <p:nvPr/>
          </p:nvSpPr>
          <p:spPr>
            <a:xfrm>
              <a:off x="-1265238" y="2735263"/>
              <a:ext cx="65088" cy="3175"/>
            </a:xfrm>
            <a:custGeom>
              <a:rect b="b" l="l" r="r" t="t"/>
              <a:pathLst>
                <a:path extrusionOk="0" h="1" w="34">
                  <a:moveTo>
                    <a:pt x="34" y="1"/>
                  </a:moveTo>
                  <a:lnTo>
                    <a:pt x="34" y="1"/>
                  </a:lnTo>
                  <a:lnTo>
                    <a:pt x="33" y="0"/>
                  </a:lnTo>
                  <a:lnTo>
                    <a:pt x="0" y="0"/>
                  </a:lnTo>
                  <a:lnTo>
                    <a:pt x="34"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29" name="Google Shape;129;p14"/>
            <p:cNvSpPr/>
            <p:nvPr/>
          </p:nvSpPr>
          <p:spPr>
            <a:xfrm>
              <a:off x="-1219200" y="2728913"/>
              <a:ext cx="103188" cy="9525"/>
            </a:xfrm>
            <a:custGeom>
              <a:rect b="b" l="l" r="r" t="t"/>
              <a:pathLst>
                <a:path extrusionOk="0" h="4" w="54">
                  <a:moveTo>
                    <a:pt x="54" y="4"/>
                  </a:moveTo>
                  <a:lnTo>
                    <a:pt x="54" y="4"/>
                  </a:lnTo>
                  <a:cubicBezTo>
                    <a:pt x="49" y="2"/>
                    <a:pt x="43" y="0"/>
                    <a:pt x="0" y="1"/>
                  </a:cubicBezTo>
                  <a:lnTo>
                    <a:pt x="9" y="3"/>
                  </a:lnTo>
                  <a:lnTo>
                    <a:pt x="54"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0" name="Google Shape;130;p14"/>
            <p:cNvSpPr/>
            <p:nvPr/>
          </p:nvSpPr>
          <p:spPr>
            <a:xfrm>
              <a:off x="1225550" y="2830513"/>
              <a:ext cx="73025" cy="3175"/>
            </a:xfrm>
            <a:custGeom>
              <a:rect b="b" l="l" r="r" t="t"/>
              <a:pathLst>
                <a:path extrusionOk="0" h="2" w="38">
                  <a:moveTo>
                    <a:pt x="34" y="0"/>
                  </a:moveTo>
                  <a:lnTo>
                    <a:pt x="34" y="0"/>
                  </a:lnTo>
                  <a:lnTo>
                    <a:pt x="0" y="1"/>
                  </a:lnTo>
                  <a:lnTo>
                    <a:pt x="4" y="2"/>
                  </a:lnTo>
                  <a:lnTo>
                    <a:pt x="38" y="1"/>
                  </a:lnTo>
                  <a:lnTo>
                    <a:pt x="3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1" name="Google Shape;131;p14"/>
            <p:cNvSpPr/>
            <p:nvPr/>
          </p:nvSpPr>
          <p:spPr>
            <a:xfrm>
              <a:off x="874712" y="2827338"/>
              <a:ext cx="39688" cy="3175"/>
            </a:xfrm>
            <a:custGeom>
              <a:rect b="b" l="l" r="r" t="t"/>
              <a:pathLst>
                <a:path extrusionOk="0" h="1" w="21">
                  <a:moveTo>
                    <a:pt x="21" y="0"/>
                  </a:moveTo>
                  <a:lnTo>
                    <a:pt x="21" y="0"/>
                  </a:lnTo>
                  <a:lnTo>
                    <a:pt x="0" y="1"/>
                  </a:lnTo>
                  <a:cubicBezTo>
                    <a:pt x="9" y="1"/>
                    <a:pt x="16" y="1"/>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2" name="Google Shape;132;p14"/>
            <p:cNvSpPr/>
            <p:nvPr/>
          </p:nvSpPr>
          <p:spPr>
            <a:xfrm>
              <a:off x="417512" y="2827338"/>
              <a:ext cx="457200" cy="31750"/>
            </a:xfrm>
            <a:custGeom>
              <a:rect b="b" l="l" r="r" t="t"/>
              <a:pathLst>
                <a:path extrusionOk="0" h="14" w="238">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3" name="Google Shape;133;p14"/>
            <p:cNvSpPr/>
            <p:nvPr/>
          </p:nvSpPr>
          <p:spPr>
            <a:xfrm>
              <a:off x="755650" y="2859087"/>
              <a:ext cx="68263" cy="4762"/>
            </a:xfrm>
            <a:custGeom>
              <a:rect b="b" l="l" r="r" t="t"/>
              <a:pathLst>
                <a:path extrusionOk="0" h="2" w="36">
                  <a:moveTo>
                    <a:pt x="0" y="1"/>
                  </a:moveTo>
                  <a:lnTo>
                    <a:pt x="0" y="1"/>
                  </a:lnTo>
                  <a:cubicBezTo>
                    <a:pt x="19" y="2"/>
                    <a:pt x="24" y="1"/>
                    <a:pt x="36" y="1"/>
                  </a:cubicBezTo>
                  <a:cubicBezTo>
                    <a:pt x="33" y="0"/>
                    <a:pt x="15" y="1"/>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4" name="Google Shape;134;p14"/>
            <p:cNvSpPr/>
            <p:nvPr/>
          </p:nvSpPr>
          <p:spPr>
            <a:xfrm>
              <a:off x="-133350" y="2798763"/>
              <a:ext cx="111125" cy="4762"/>
            </a:xfrm>
            <a:custGeom>
              <a:rect b="b" l="l" r="r" t="t"/>
              <a:pathLst>
                <a:path extrusionOk="0" h="2" w="58">
                  <a:moveTo>
                    <a:pt x="37" y="0"/>
                  </a:moveTo>
                  <a:lnTo>
                    <a:pt x="37" y="0"/>
                  </a:lnTo>
                  <a:cubicBezTo>
                    <a:pt x="34" y="1"/>
                    <a:pt x="0" y="1"/>
                    <a:pt x="7" y="2"/>
                  </a:cubicBezTo>
                  <a:lnTo>
                    <a:pt x="58" y="2"/>
                  </a:lnTo>
                  <a:cubicBezTo>
                    <a:pt x="46" y="2"/>
                    <a:pt x="42" y="1"/>
                    <a:pt x="3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5" name="Google Shape;135;p14"/>
            <p:cNvSpPr/>
            <p:nvPr/>
          </p:nvSpPr>
          <p:spPr>
            <a:xfrm>
              <a:off x="-22225" y="2800350"/>
              <a:ext cx="44450" cy="3175"/>
            </a:xfrm>
            <a:custGeom>
              <a:rect b="b" l="l" r="r" t="t"/>
              <a:pathLst>
                <a:path extrusionOk="0" h="1" w="23">
                  <a:moveTo>
                    <a:pt x="23" y="0"/>
                  </a:moveTo>
                  <a:lnTo>
                    <a:pt x="23" y="0"/>
                  </a:lnTo>
                  <a:lnTo>
                    <a:pt x="0" y="1"/>
                  </a:lnTo>
                  <a:cubicBezTo>
                    <a:pt x="6" y="1"/>
                    <a:pt x="13"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6" name="Google Shape;136;p14"/>
            <p:cNvSpPr/>
            <p:nvPr/>
          </p:nvSpPr>
          <p:spPr>
            <a:xfrm>
              <a:off x="-66675" y="2798763"/>
              <a:ext cx="6350" cy="0"/>
            </a:xfrm>
            <a:custGeom>
              <a:rect b="b" l="l" r="r" t="t"/>
              <a:pathLst>
                <a:path extrusionOk="0" h="120000" w="3">
                  <a:moveTo>
                    <a:pt x="0" y="0"/>
                  </a:moveTo>
                  <a:lnTo>
                    <a:pt x="0" y="0"/>
                  </a:lnTo>
                  <a:lnTo>
                    <a:pt x="2" y="0"/>
                  </a:lnTo>
                  <a:cubicBezTo>
                    <a:pt x="3" y="0"/>
                    <a:pt x="3"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7" name="Google Shape;137;p14"/>
            <p:cNvSpPr/>
            <p:nvPr/>
          </p:nvSpPr>
          <p:spPr>
            <a:xfrm>
              <a:off x="-1566863" y="2730500"/>
              <a:ext cx="65088" cy="3175"/>
            </a:xfrm>
            <a:custGeom>
              <a:rect b="b" l="l" r="r" t="t"/>
              <a:pathLst>
                <a:path extrusionOk="0" h="1" w="34">
                  <a:moveTo>
                    <a:pt x="33" y="1"/>
                  </a:moveTo>
                  <a:lnTo>
                    <a:pt x="33" y="1"/>
                  </a:lnTo>
                  <a:cubicBezTo>
                    <a:pt x="34" y="0"/>
                    <a:pt x="12" y="1"/>
                    <a:pt x="0" y="1"/>
                  </a:cubicBezTo>
                  <a:cubicBezTo>
                    <a:pt x="9" y="1"/>
                    <a:pt x="22" y="1"/>
                    <a:pt x="33"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8" name="Google Shape;138;p14"/>
            <p:cNvSpPr/>
            <p:nvPr/>
          </p:nvSpPr>
          <p:spPr>
            <a:xfrm>
              <a:off x="-3175000" y="2740025"/>
              <a:ext cx="38100" cy="0"/>
            </a:xfrm>
            <a:custGeom>
              <a:rect b="b" l="l" r="r" t="t"/>
              <a:pathLst>
                <a:path extrusionOk="0" h="120000" w="20">
                  <a:moveTo>
                    <a:pt x="20" y="0"/>
                  </a:moveTo>
                  <a:lnTo>
                    <a:pt x="20" y="0"/>
                  </a:lnTo>
                  <a:lnTo>
                    <a:pt x="0" y="0"/>
                  </a:lnTo>
                  <a:cubicBezTo>
                    <a:pt x="7" y="0"/>
                    <a:pt x="11" y="0"/>
                    <a:pt x="2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39" name="Google Shape;139;p14"/>
            <p:cNvSpPr/>
            <p:nvPr/>
          </p:nvSpPr>
          <p:spPr>
            <a:xfrm>
              <a:off x="-3735388" y="2803525"/>
              <a:ext cx="6350" cy="1587"/>
            </a:xfrm>
            <a:custGeom>
              <a:rect b="b" l="l" r="r" t="t"/>
              <a:pathLst>
                <a:path extrusionOk="0" h="1" w="4">
                  <a:moveTo>
                    <a:pt x="4" y="0"/>
                  </a:moveTo>
                  <a:lnTo>
                    <a:pt x="4" y="0"/>
                  </a:lnTo>
                  <a:cubicBezTo>
                    <a:pt x="3" y="0"/>
                    <a:pt x="2" y="1"/>
                    <a:pt x="0" y="1"/>
                  </a:cubicBezTo>
                  <a:cubicBezTo>
                    <a:pt x="2" y="1"/>
                    <a:pt x="3" y="1"/>
                    <a:pt x="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40" name="Google Shape;140;p14"/>
            <p:cNvSpPr/>
            <p:nvPr/>
          </p:nvSpPr>
          <p:spPr>
            <a:xfrm>
              <a:off x="-3924300" y="2803525"/>
              <a:ext cx="188913" cy="3175"/>
            </a:xfrm>
            <a:custGeom>
              <a:rect b="b" l="l" r="r" t="t"/>
              <a:pathLst>
                <a:path extrusionOk="0" h="2" w="98">
                  <a:moveTo>
                    <a:pt x="98" y="1"/>
                  </a:moveTo>
                  <a:lnTo>
                    <a:pt x="98" y="1"/>
                  </a:lnTo>
                  <a:cubicBezTo>
                    <a:pt x="84" y="2"/>
                    <a:pt x="42" y="0"/>
                    <a:pt x="26" y="1"/>
                  </a:cubicBezTo>
                  <a:lnTo>
                    <a:pt x="28" y="1"/>
                  </a:lnTo>
                  <a:lnTo>
                    <a:pt x="0" y="2"/>
                  </a:lnTo>
                  <a:cubicBezTo>
                    <a:pt x="27" y="2"/>
                    <a:pt x="82" y="2"/>
                    <a:pt x="9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sp>
        <p:nvSpPr>
          <p:cNvPr id="141" name="Google Shape;141;p14"/>
          <p:cNvSpPr txBox="1"/>
          <p:nvPr>
            <p:ph idx="1" type="subTitle"/>
          </p:nvPr>
        </p:nvSpPr>
        <p:spPr>
          <a:xfrm>
            <a:off x="1522413" y="5105400"/>
            <a:ext cx="9143999" cy="10668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2400"/>
              <a:buNone/>
              <a:defRPr>
                <a:solidFill>
                  <a:schemeClr val="lt1"/>
                </a:solidFill>
              </a:defRPr>
            </a:lvl1pPr>
            <a:lvl2pPr lvl="1" algn="ctr">
              <a:lnSpc>
                <a:spcPct val="90000"/>
              </a:lnSpc>
              <a:spcBef>
                <a:spcPts val="600"/>
              </a:spcBef>
              <a:spcAft>
                <a:spcPts val="0"/>
              </a:spcAft>
              <a:buClr>
                <a:schemeClr val="lt1"/>
              </a:buClr>
              <a:buSzPts val="2000"/>
              <a:buNone/>
              <a:defRPr>
                <a:solidFill>
                  <a:schemeClr val="lt1"/>
                </a:solidFill>
              </a:defRPr>
            </a:lvl2pPr>
            <a:lvl3pPr lvl="2" algn="ctr">
              <a:lnSpc>
                <a:spcPct val="90000"/>
              </a:lnSpc>
              <a:spcBef>
                <a:spcPts val="600"/>
              </a:spcBef>
              <a:spcAft>
                <a:spcPts val="0"/>
              </a:spcAft>
              <a:buClr>
                <a:schemeClr val="lt1"/>
              </a:buClr>
              <a:buSzPts val="1800"/>
              <a:buNone/>
              <a:defRPr>
                <a:solidFill>
                  <a:schemeClr val="lt1"/>
                </a:solidFill>
              </a:defRPr>
            </a:lvl3pPr>
            <a:lvl4pPr lvl="3" algn="ctr">
              <a:lnSpc>
                <a:spcPct val="90000"/>
              </a:lnSpc>
              <a:spcBef>
                <a:spcPts val="600"/>
              </a:spcBef>
              <a:spcAft>
                <a:spcPts val="0"/>
              </a:spcAft>
              <a:buClr>
                <a:schemeClr val="lt1"/>
              </a:buClr>
              <a:buSzPts val="1600"/>
              <a:buNone/>
              <a:defRPr>
                <a:solidFill>
                  <a:schemeClr val="lt1"/>
                </a:solidFill>
              </a:defRPr>
            </a:lvl4pPr>
            <a:lvl5pPr lvl="4" algn="ctr">
              <a:lnSpc>
                <a:spcPct val="90000"/>
              </a:lnSpc>
              <a:spcBef>
                <a:spcPts val="600"/>
              </a:spcBef>
              <a:spcAft>
                <a:spcPts val="0"/>
              </a:spcAft>
              <a:buClr>
                <a:schemeClr val="lt1"/>
              </a:buClr>
              <a:buSzPts val="1600"/>
              <a:buNone/>
              <a:defRPr>
                <a:solidFill>
                  <a:schemeClr val="lt1"/>
                </a:solidFill>
              </a:defRPr>
            </a:lvl5pPr>
            <a:lvl6pPr lvl="5" algn="ctr">
              <a:lnSpc>
                <a:spcPct val="90000"/>
              </a:lnSpc>
              <a:spcBef>
                <a:spcPts val="600"/>
              </a:spcBef>
              <a:spcAft>
                <a:spcPts val="0"/>
              </a:spcAft>
              <a:buClr>
                <a:schemeClr val="lt1"/>
              </a:buClr>
              <a:buSzPts val="1600"/>
              <a:buNone/>
              <a:defRPr>
                <a:solidFill>
                  <a:schemeClr val="lt1"/>
                </a:solidFill>
              </a:defRPr>
            </a:lvl6pPr>
            <a:lvl7pPr lvl="6" algn="ctr">
              <a:lnSpc>
                <a:spcPct val="90000"/>
              </a:lnSpc>
              <a:spcBef>
                <a:spcPts val="600"/>
              </a:spcBef>
              <a:spcAft>
                <a:spcPts val="0"/>
              </a:spcAft>
              <a:buClr>
                <a:schemeClr val="lt1"/>
              </a:buClr>
              <a:buSzPts val="1600"/>
              <a:buNone/>
              <a:defRPr>
                <a:solidFill>
                  <a:schemeClr val="lt1"/>
                </a:solidFill>
              </a:defRPr>
            </a:lvl7pPr>
            <a:lvl8pPr lvl="7" algn="ctr">
              <a:lnSpc>
                <a:spcPct val="90000"/>
              </a:lnSpc>
              <a:spcBef>
                <a:spcPts val="600"/>
              </a:spcBef>
              <a:spcAft>
                <a:spcPts val="0"/>
              </a:spcAft>
              <a:buClr>
                <a:schemeClr val="lt1"/>
              </a:buClr>
              <a:buSzPts val="1600"/>
              <a:buNone/>
              <a:defRPr>
                <a:solidFill>
                  <a:schemeClr val="lt1"/>
                </a:solidFill>
              </a:defRPr>
            </a:lvl8pPr>
            <a:lvl9pPr lvl="8" algn="ctr">
              <a:lnSpc>
                <a:spcPct val="90000"/>
              </a:lnSpc>
              <a:spcBef>
                <a:spcPts val="600"/>
              </a:spcBef>
              <a:spcAft>
                <a:spcPts val="0"/>
              </a:spcAft>
              <a:buClr>
                <a:schemeClr val="lt1"/>
              </a:buClr>
              <a:buSzPts val="1600"/>
              <a:buNone/>
              <a:defRPr>
                <a:solidFill>
                  <a:schemeClr val="lt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2" name="Shape 142"/>
        <p:cNvGrpSpPr/>
        <p:nvPr/>
      </p:nvGrpSpPr>
      <p:grpSpPr>
        <a:xfrm>
          <a:off x="0" y="0"/>
          <a:ext cx="0" cy="0"/>
          <a:chOff x="0" y="0"/>
          <a:chExt cx="0" cy="0"/>
        </a:xfrm>
      </p:grpSpPr>
      <p:sp>
        <p:nvSpPr>
          <p:cNvPr id="143" name="Google Shape;143;p15"/>
          <p:cNvSpPr txBox="1"/>
          <p:nvPr>
            <p:ph type="title"/>
          </p:nvPr>
        </p:nvSpPr>
        <p:spPr>
          <a:xfrm>
            <a:off x="1522413" y="1905000"/>
            <a:ext cx="9144000" cy="26670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4400"/>
              <a:buFont typeface="Consolas"/>
              <a:buNone/>
              <a:defRPr b="0" sz="4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descr="Line graphic" id="144" name="Google Shape;144;p15"/>
          <p:cNvGrpSpPr/>
          <p:nvPr/>
        </p:nvGrpSpPr>
        <p:grpSpPr>
          <a:xfrm>
            <a:off x="1584896" y="4724400"/>
            <a:ext cx="8631936" cy="64008"/>
            <a:chOff x="-4110038" y="2703513"/>
            <a:chExt cx="17394239" cy="160336"/>
          </a:xfrm>
        </p:grpSpPr>
        <p:sp>
          <p:nvSpPr>
            <p:cNvPr id="145" name="Google Shape;145;p15"/>
            <p:cNvSpPr/>
            <p:nvPr/>
          </p:nvSpPr>
          <p:spPr>
            <a:xfrm>
              <a:off x="12815888" y="2768600"/>
              <a:ext cx="468313" cy="19050"/>
            </a:xfrm>
            <a:custGeom>
              <a:rect b="b" l="l" r="r" t="t"/>
              <a:pathLst>
                <a:path extrusionOk="0" h="8" w="244">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46" name="Google Shape;146;p15"/>
            <p:cNvSpPr/>
            <p:nvPr/>
          </p:nvSpPr>
          <p:spPr>
            <a:xfrm>
              <a:off x="12380913" y="2755900"/>
              <a:ext cx="461963" cy="26987"/>
            </a:xfrm>
            <a:custGeom>
              <a:rect b="b" l="l" r="r" t="t"/>
              <a:pathLst>
                <a:path extrusionOk="0" h="12" w="241">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47" name="Google Shape;147;p15"/>
            <p:cNvSpPr/>
            <p:nvPr/>
          </p:nvSpPr>
          <p:spPr>
            <a:xfrm>
              <a:off x="12814300" y="2779713"/>
              <a:ext cx="1588" cy="0"/>
            </a:xfrm>
            <a:custGeom>
              <a:rect b="b" l="l" r="r" t="t"/>
              <a:pathLst>
                <a:path extrusionOk="0" h="120000" w="1">
                  <a:moveTo>
                    <a:pt x="0" y="0"/>
                  </a:moveTo>
                  <a:lnTo>
                    <a:pt x="0" y="0"/>
                  </a:lnTo>
                  <a:lnTo>
                    <a:pt x="1"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48" name="Google Shape;148;p15"/>
            <p:cNvSpPr/>
            <p:nvPr/>
          </p:nvSpPr>
          <p:spPr>
            <a:xfrm>
              <a:off x="2738437" y="2795588"/>
              <a:ext cx="425450" cy="15875"/>
            </a:xfrm>
            <a:custGeom>
              <a:rect b="b" l="l" r="r" t="t"/>
              <a:pathLst>
                <a:path extrusionOk="0" h="7" w="222">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49" name="Google Shape;149;p15"/>
            <p:cNvSpPr/>
            <p:nvPr/>
          </p:nvSpPr>
          <p:spPr>
            <a:xfrm>
              <a:off x="-3646488" y="2800350"/>
              <a:ext cx="46038" cy="3175"/>
            </a:xfrm>
            <a:custGeom>
              <a:rect b="b" l="l" r="r" t="t"/>
              <a:pathLst>
                <a:path extrusionOk="0" h="1" w="24">
                  <a:moveTo>
                    <a:pt x="0" y="1"/>
                  </a:moveTo>
                  <a:lnTo>
                    <a:pt x="0" y="1"/>
                  </a:lnTo>
                  <a:cubicBezTo>
                    <a:pt x="21" y="0"/>
                    <a:pt x="24" y="0"/>
                    <a:pt x="21" y="0"/>
                  </a:cubicBez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0" name="Google Shape;150;p15"/>
            <p:cNvSpPr/>
            <p:nvPr/>
          </p:nvSpPr>
          <p:spPr>
            <a:xfrm>
              <a:off x="2627312" y="2816225"/>
              <a:ext cx="63500" cy="4762"/>
            </a:xfrm>
            <a:custGeom>
              <a:rect b="b" l="l" r="r" t="t"/>
              <a:pathLst>
                <a:path extrusionOk="0" h="2" w="33">
                  <a:moveTo>
                    <a:pt x="33" y="0"/>
                  </a:moveTo>
                  <a:lnTo>
                    <a:pt x="33" y="0"/>
                  </a:lnTo>
                  <a:lnTo>
                    <a:pt x="0" y="2"/>
                  </a:lnTo>
                  <a:cubicBezTo>
                    <a:pt x="14" y="1"/>
                    <a:pt x="25" y="1"/>
                    <a:pt x="3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1" name="Google Shape;151;p15"/>
            <p:cNvSpPr/>
            <p:nvPr/>
          </p:nvSpPr>
          <p:spPr>
            <a:xfrm>
              <a:off x="3103562" y="2741613"/>
              <a:ext cx="28575" cy="3175"/>
            </a:xfrm>
            <a:custGeom>
              <a:rect b="b" l="l" r="r" t="t"/>
              <a:pathLst>
                <a:path extrusionOk="0" h="1" w="15">
                  <a:moveTo>
                    <a:pt x="15" y="0"/>
                  </a:moveTo>
                  <a:lnTo>
                    <a:pt x="15" y="0"/>
                  </a:lnTo>
                  <a:cubicBezTo>
                    <a:pt x="15" y="0"/>
                    <a:pt x="15" y="0"/>
                    <a:pt x="15" y="0"/>
                  </a:cubicBezTo>
                  <a:lnTo>
                    <a:pt x="0" y="1"/>
                  </a:lnTo>
                  <a:lnTo>
                    <a:pt x="0" y="1"/>
                  </a:lnTo>
                  <a:lnTo>
                    <a:pt x="15"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2" name="Google Shape;152;p15"/>
            <p:cNvSpPr/>
            <p:nvPr/>
          </p:nvSpPr>
          <p:spPr>
            <a:xfrm>
              <a:off x="1227137" y="2836863"/>
              <a:ext cx="20638" cy="0"/>
            </a:xfrm>
            <a:custGeom>
              <a:rect b="b" l="l" r="r" t="t"/>
              <a:pathLst>
                <a:path extrusionOk="0" h="120000" w="11">
                  <a:moveTo>
                    <a:pt x="11" y="0"/>
                  </a:moveTo>
                  <a:lnTo>
                    <a:pt x="11" y="0"/>
                  </a:lnTo>
                  <a:lnTo>
                    <a:pt x="0" y="0"/>
                  </a:lnTo>
                  <a:lnTo>
                    <a:pt x="1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3" name="Google Shape;153;p15"/>
            <p:cNvSpPr/>
            <p:nvPr/>
          </p:nvSpPr>
          <p:spPr>
            <a:xfrm>
              <a:off x="3660775" y="2713038"/>
              <a:ext cx="331788" cy="20637"/>
            </a:xfrm>
            <a:custGeom>
              <a:rect b="b" l="l" r="r" t="t"/>
              <a:pathLst>
                <a:path extrusionOk="0" h="9" w="173">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4" name="Google Shape;154;p15"/>
            <p:cNvSpPr/>
            <p:nvPr/>
          </p:nvSpPr>
          <p:spPr>
            <a:xfrm>
              <a:off x="-1674813" y="2768600"/>
              <a:ext cx="1588" cy="0"/>
            </a:xfrm>
            <a:custGeom>
              <a:rect b="b" l="l" r="r" t="t"/>
              <a:pathLst>
                <a:path extrusionOk="0" h="120000" w="1">
                  <a:moveTo>
                    <a:pt x="0" y="0"/>
                  </a:moveTo>
                  <a:lnTo>
                    <a:pt x="0" y="0"/>
                  </a:lnTo>
                  <a:lnTo>
                    <a:pt x="1" y="0"/>
                  </a:lnTo>
                  <a:cubicBezTo>
                    <a:pt x="0" y="0"/>
                    <a:pt x="0"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5" name="Google Shape;155;p15"/>
            <p:cNvSpPr/>
            <p:nvPr/>
          </p:nvSpPr>
          <p:spPr>
            <a:xfrm>
              <a:off x="-1673225" y="2767013"/>
              <a:ext cx="36513" cy="1587"/>
            </a:xfrm>
            <a:custGeom>
              <a:rect b="b" l="l" r="r" t="t"/>
              <a:pathLst>
                <a:path extrusionOk="0" h="1" w="19">
                  <a:moveTo>
                    <a:pt x="3" y="0"/>
                  </a:moveTo>
                  <a:lnTo>
                    <a:pt x="3" y="0"/>
                  </a:lnTo>
                  <a:lnTo>
                    <a:pt x="0" y="1"/>
                  </a:lnTo>
                  <a:cubicBezTo>
                    <a:pt x="4" y="0"/>
                    <a:pt x="19"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6" name="Google Shape;156;p15"/>
            <p:cNvSpPr/>
            <p:nvPr/>
          </p:nvSpPr>
          <p:spPr>
            <a:xfrm>
              <a:off x="2690812" y="2811463"/>
              <a:ext cx="47625" cy="4762"/>
            </a:xfrm>
            <a:custGeom>
              <a:rect b="b" l="l" r="r" t="t"/>
              <a:pathLst>
                <a:path extrusionOk="0" h="2" w="25">
                  <a:moveTo>
                    <a:pt x="13" y="0"/>
                  </a:moveTo>
                  <a:lnTo>
                    <a:pt x="13" y="0"/>
                  </a:lnTo>
                  <a:cubicBezTo>
                    <a:pt x="12" y="0"/>
                    <a:pt x="7" y="1"/>
                    <a:pt x="0" y="2"/>
                  </a:cubicBezTo>
                  <a:lnTo>
                    <a:pt x="25" y="0"/>
                  </a:lnTo>
                  <a:lnTo>
                    <a:pt x="1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7" name="Google Shape;157;p15"/>
            <p:cNvSpPr/>
            <p:nvPr/>
          </p:nvSpPr>
          <p:spPr>
            <a:xfrm>
              <a:off x="2822575" y="2794000"/>
              <a:ext cx="163513" cy="4762"/>
            </a:xfrm>
            <a:custGeom>
              <a:rect b="b" l="l" r="r" t="t"/>
              <a:pathLst>
                <a:path extrusionOk="0" h="2" w="85">
                  <a:moveTo>
                    <a:pt x="0" y="2"/>
                  </a:moveTo>
                  <a:lnTo>
                    <a:pt x="0" y="2"/>
                  </a:lnTo>
                  <a:lnTo>
                    <a:pt x="62" y="1"/>
                  </a:lnTo>
                  <a:lnTo>
                    <a:pt x="8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8" name="Google Shape;158;p15"/>
            <p:cNvSpPr/>
            <p:nvPr/>
          </p:nvSpPr>
          <p:spPr>
            <a:xfrm>
              <a:off x="715962" y="2809875"/>
              <a:ext cx="1911350" cy="50800"/>
            </a:xfrm>
            <a:custGeom>
              <a:rect b="b" l="l" r="r" t="t"/>
              <a:pathLst>
                <a:path extrusionOk="0" h="23" w="996">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59" name="Google Shape;159;p15"/>
            <p:cNvSpPr/>
            <p:nvPr/>
          </p:nvSpPr>
          <p:spPr>
            <a:xfrm>
              <a:off x="1995487" y="2822575"/>
              <a:ext cx="20638" cy="0"/>
            </a:xfrm>
            <a:custGeom>
              <a:rect b="b" l="l" r="r" t="t"/>
              <a:pathLst>
                <a:path extrusionOk="0" h="120000" w="10">
                  <a:moveTo>
                    <a:pt x="10" y="0"/>
                  </a:moveTo>
                  <a:lnTo>
                    <a:pt x="10" y="0"/>
                  </a:lnTo>
                  <a:lnTo>
                    <a:pt x="0" y="0"/>
                  </a:lnTo>
                  <a:cubicBezTo>
                    <a:pt x="1" y="0"/>
                    <a:pt x="4" y="0"/>
                    <a:pt x="1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0" name="Google Shape;160;p15"/>
            <p:cNvSpPr/>
            <p:nvPr/>
          </p:nvSpPr>
          <p:spPr>
            <a:xfrm>
              <a:off x="1630362" y="2830513"/>
              <a:ext cx="22225" cy="0"/>
            </a:xfrm>
            <a:custGeom>
              <a:rect b="b" l="l" r="r" t="t"/>
              <a:pathLst>
                <a:path extrusionOk="0" h="120000" w="12">
                  <a:moveTo>
                    <a:pt x="11" y="0"/>
                  </a:moveTo>
                  <a:lnTo>
                    <a:pt x="11" y="0"/>
                  </a:lnTo>
                  <a:cubicBezTo>
                    <a:pt x="12" y="0"/>
                    <a:pt x="11" y="0"/>
                    <a:pt x="12" y="0"/>
                  </a:cubicBezTo>
                  <a:lnTo>
                    <a:pt x="0" y="0"/>
                  </a:lnTo>
                  <a:lnTo>
                    <a:pt x="1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1" name="Google Shape;161;p15"/>
            <p:cNvSpPr/>
            <p:nvPr/>
          </p:nvSpPr>
          <p:spPr>
            <a:xfrm>
              <a:off x="2651125" y="2798763"/>
              <a:ext cx="46038" cy="1587"/>
            </a:xfrm>
            <a:custGeom>
              <a:rect b="b" l="l" r="r" t="t"/>
              <a:pathLst>
                <a:path extrusionOk="0" h="1" w="24">
                  <a:moveTo>
                    <a:pt x="3" y="1"/>
                  </a:moveTo>
                  <a:lnTo>
                    <a:pt x="3" y="1"/>
                  </a:lnTo>
                  <a:lnTo>
                    <a:pt x="24" y="0"/>
                  </a:lnTo>
                  <a:lnTo>
                    <a:pt x="8" y="1"/>
                  </a:lnTo>
                  <a:cubicBezTo>
                    <a:pt x="2" y="1"/>
                    <a:pt x="0" y="1"/>
                    <a:pt x="3"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2" name="Google Shape;162;p15"/>
            <p:cNvSpPr/>
            <p:nvPr/>
          </p:nvSpPr>
          <p:spPr>
            <a:xfrm>
              <a:off x="2698750" y="2809875"/>
              <a:ext cx="19050" cy="1587"/>
            </a:xfrm>
            <a:custGeom>
              <a:rect b="b" l="l" r="r" t="t"/>
              <a:pathLst>
                <a:path extrusionOk="0" h="1" w="10">
                  <a:moveTo>
                    <a:pt x="4" y="0"/>
                  </a:moveTo>
                  <a:lnTo>
                    <a:pt x="4" y="0"/>
                  </a:lnTo>
                  <a:lnTo>
                    <a:pt x="0" y="1"/>
                  </a:lnTo>
                  <a:lnTo>
                    <a:pt x="9" y="1"/>
                  </a:lnTo>
                  <a:cubicBezTo>
                    <a:pt x="10" y="0"/>
                    <a:pt x="9" y="0"/>
                    <a:pt x="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3" name="Google Shape;163;p15"/>
            <p:cNvSpPr/>
            <p:nvPr/>
          </p:nvSpPr>
          <p:spPr>
            <a:xfrm>
              <a:off x="469900" y="2800350"/>
              <a:ext cx="23813" cy="3175"/>
            </a:xfrm>
            <a:custGeom>
              <a:rect b="b" l="l" r="r" t="t"/>
              <a:pathLst>
                <a:path extrusionOk="0" h="1" w="13">
                  <a:moveTo>
                    <a:pt x="13" y="0"/>
                  </a:moveTo>
                  <a:lnTo>
                    <a:pt x="13" y="0"/>
                  </a:lnTo>
                  <a:lnTo>
                    <a:pt x="0" y="1"/>
                  </a:lnTo>
                  <a:cubicBezTo>
                    <a:pt x="8" y="1"/>
                    <a:pt x="11" y="1"/>
                    <a:pt x="1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4" name="Google Shape;164;p15"/>
            <p:cNvSpPr/>
            <p:nvPr/>
          </p:nvSpPr>
          <p:spPr>
            <a:xfrm>
              <a:off x="998537" y="2811463"/>
              <a:ext cx="1076325" cy="20637"/>
            </a:xfrm>
            <a:custGeom>
              <a:rect b="b" l="l" r="r" t="t"/>
              <a:pathLst>
                <a:path extrusionOk="0" h="9" w="561">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5" name="Google Shape;165;p15"/>
            <p:cNvSpPr/>
            <p:nvPr/>
          </p:nvSpPr>
          <p:spPr>
            <a:xfrm>
              <a:off x="2495550" y="2803525"/>
              <a:ext cx="17463" cy="0"/>
            </a:xfrm>
            <a:custGeom>
              <a:rect b="b" l="l" r="r" t="t"/>
              <a:pathLst>
                <a:path extrusionOk="0" h="120000" w="9">
                  <a:moveTo>
                    <a:pt x="9" y="0"/>
                  </a:moveTo>
                  <a:lnTo>
                    <a:pt x="9" y="0"/>
                  </a:lnTo>
                  <a:lnTo>
                    <a:pt x="0" y="0"/>
                  </a:lnTo>
                  <a:lnTo>
                    <a:pt x="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6" name="Google Shape;166;p15"/>
            <p:cNvSpPr/>
            <p:nvPr/>
          </p:nvSpPr>
          <p:spPr>
            <a:xfrm>
              <a:off x="2538412" y="2816225"/>
              <a:ext cx="1057275" cy="31750"/>
            </a:xfrm>
            <a:custGeom>
              <a:rect b="b" l="l" r="r" t="t"/>
              <a:pathLst>
                <a:path extrusionOk="0" h="14" w="551">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7" name="Google Shape;167;p15"/>
            <p:cNvSpPr/>
            <p:nvPr/>
          </p:nvSpPr>
          <p:spPr>
            <a:xfrm>
              <a:off x="11777663" y="2757488"/>
              <a:ext cx="19050" cy="3175"/>
            </a:xfrm>
            <a:custGeom>
              <a:rect b="b" l="l" r="r" t="t"/>
              <a:pathLst>
                <a:path extrusionOk="0" h="1" w="10">
                  <a:moveTo>
                    <a:pt x="0" y="0"/>
                  </a:moveTo>
                  <a:lnTo>
                    <a:pt x="0" y="0"/>
                  </a:lnTo>
                  <a:lnTo>
                    <a:pt x="10" y="1"/>
                  </a:lnTo>
                  <a:cubicBezTo>
                    <a:pt x="8" y="1"/>
                    <a:pt x="4" y="1"/>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8" name="Google Shape;168;p15"/>
            <p:cNvSpPr/>
            <p:nvPr/>
          </p:nvSpPr>
          <p:spPr>
            <a:xfrm>
              <a:off x="5983288" y="2741613"/>
              <a:ext cx="38100" cy="0"/>
            </a:xfrm>
            <a:custGeom>
              <a:rect b="b" l="l" r="r" t="t"/>
              <a:pathLst>
                <a:path extrusionOk="0" h="120000" w="20">
                  <a:moveTo>
                    <a:pt x="0" y="0"/>
                  </a:moveTo>
                  <a:lnTo>
                    <a:pt x="0" y="0"/>
                  </a:lnTo>
                  <a:lnTo>
                    <a:pt x="20"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69" name="Google Shape;169;p15"/>
            <p:cNvSpPr/>
            <p:nvPr/>
          </p:nvSpPr>
          <p:spPr>
            <a:xfrm>
              <a:off x="6832600" y="2713038"/>
              <a:ext cx="53975" cy="1587"/>
            </a:xfrm>
            <a:custGeom>
              <a:rect b="b" l="l" r="r" t="t"/>
              <a:pathLst>
                <a:path extrusionOk="0" h="1" w="28">
                  <a:moveTo>
                    <a:pt x="0" y="1"/>
                  </a:moveTo>
                  <a:lnTo>
                    <a:pt x="0" y="1"/>
                  </a:lnTo>
                  <a:lnTo>
                    <a:pt x="28" y="0"/>
                  </a:lnTo>
                  <a:cubicBezTo>
                    <a:pt x="17" y="0"/>
                    <a:pt x="8" y="1"/>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0" name="Google Shape;170;p15"/>
            <p:cNvSpPr/>
            <p:nvPr/>
          </p:nvSpPr>
          <p:spPr>
            <a:xfrm>
              <a:off x="11317288" y="2755900"/>
              <a:ext cx="9525" cy="0"/>
            </a:xfrm>
            <a:custGeom>
              <a:rect b="b" l="l" r="r" t="t"/>
              <a:pathLst>
                <a:path extrusionOk="0" h="120000" w="5">
                  <a:moveTo>
                    <a:pt x="5" y="0"/>
                  </a:moveTo>
                  <a:lnTo>
                    <a:pt x="5" y="0"/>
                  </a:lnTo>
                  <a:lnTo>
                    <a:pt x="4" y="0"/>
                  </a:lnTo>
                  <a:lnTo>
                    <a:pt x="0" y="0"/>
                  </a:lnTo>
                  <a:lnTo>
                    <a:pt x="5"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1" name="Google Shape;171;p15"/>
            <p:cNvSpPr/>
            <p:nvPr/>
          </p:nvSpPr>
          <p:spPr>
            <a:xfrm>
              <a:off x="8534400" y="2735263"/>
              <a:ext cx="30163" cy="0"/>
            </a:xfrm>
            <a:custGeom>
              <a:rect b="b" l="l" r="r" t="t"/>
              <a:pathLst>
                <a:path extrusionOk="0" h="120000" w="16">
                  <a:moveTo>
                    <a:pt x="0" y="0"/>
                  </a:moveTo>
                  <a:lnTo>
                    <a:pt x="0" y="0"/>
                  </a:lnTo>
                  <a:cubicBezTo>
                    <a:pt x="4" y="0"/>
                    <a:pt x="9" y="0"/>
                    <a:pt x="16" y="0"/>
                  </a:cubicBezTo>
                  <a:cubicBezTo>
                    <a:pt x="15" y="0"/>
                    <a:pt x="9"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2" name="Google Shape;172;p15"/>
            <p:cNvSpPr/>
            <p:nvPr/>
          </p:nvSpPr>
          <p:spPr>
            <a:xfrm>
              <a:off x="6821488" y="2714625"/>
              <a:ext cx="9525" cy="0"/>
            </a:xfrm>
            <a:custGeom>
              <a:rect b="b" l="l" r="r" t="t"/>
              <a:pathLst>
                <a:path extrusionOk="0" h="120000" w="5">
                  <a:moveTo>
                    <a:pt x="0" y="0"/>
                  </a:moveTo>
                  <a:lnTo>
                    <a:pt x="0" y="0"/>
                  </a:lnTo>
                  <a:lnTo>
                    <a:pt x="2" y="0"/>
                  </a:lnTo>
                  <a:lnTo>
                    <a:pt x="5"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3" name="Google Shape;173;p15"/>
            <p:cNvSpPr/>
            <p:nvPr/>
          </p:nvSpPr>
          <p:spPr>
            <a:xfrm>
              <a:off x="5583238" y="2719388"/>
              <a:ext cx="25400" cy="0"/>
            </a:xfrm>
            <a:custGeom>
              <a:rect b="b" l="l" r="r" t="t"/>
              <a:pathLst>
                <a:path extrusionOk="0" h="120000" w="13">
                  <a:moveTo>
                    <a:pt x="13" y="0"/>
                  </a:moveTo>
                  <a:lnTo>
                    <a:pt x="13" y="0"/>
                  </a:lnTo>
                  <a:lnTo>
                    <a:pt x="0" y="0"/>
                  </a:lnTo>
                  <a:lnTo>
                    <a:pt x="1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4" name="Google Shape;174;p15"/>
            <p:cNvSpPr/>
            <p:nvPr/>
          </p:nvSpPr>
          <p:spPr>
            <a:xfrm>
              <a:off x="5638800" y="2740025"/>
              <a:ext cx="23813" cy="1587"/>
            </a:xfrm>
            <a:custGeom>
              <a:rect b="b" l="l" r="r" t="t"/>
              <a:pathLst>
                <a:path extrusionOk="0" h="1" w="12">
                  <a:moveTo>
                    <a:pt x="12" y="0"/>
                  </a:moveTo>
                  <a:lnTo>
                    <a:pt x="12" y="0"/>
                  </a:lnTo>
                  <a:lnTo>
                    <a:pt x="0" y="1"/>
                  </a:lnTo>
                  <a:lnTo>
                    <a:pt x="12"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5" name="Google Shape;175;p15"/>
            <p:cNvSpPr/>
            <p:nvPr/>
          </p:nvSpPr>
          <p:spPr>
            <a:xfrm>
              <a:off x="4303712" y="2728913"/>
              <a:ext cx="50800" cy="0"/>
            </a:xfrm>
            <a:custGeom>
              <a:rect b="b" l="l" r="r" t="t"/>
              <a:pathLst>
                <a:path extrusionOk="0" h="120000" w="26">
                  <a:moveTo>
                    <a:pt x="26" y="0"/>
                  </a:moveTo>
                  <a:lnTo>
                    <a:pt x="26" y="0"/>
                  </a:lnTo>
                  <a:lnTo>
                    <a:pt x="0" y="0"/>
                  </a:lnTo>
                  <a:cubicBezTo>
                    <a:pt x="13" y="0"/>
                    <a:pt x="20" y="0"/>
                    <a:pt x="26"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6" name="Google Shape;176;p15"/>
            <p:cNvSpPr/>
            <p:nvPr/>
          </p:nvSpPr>
          <p:spPr>
            <a:xfrm>
              <a:off x="5519738" y="2735263"/>
              <a:ext cx="9525" cy="3175"/>
            </a:xfrm>
            <a:custGeom>
              <a:rect b="b" l="l" r="r" t="t"/>
              <a:pathLst>
                <a:path extrusionOk="0" h="1" w="5">
                  <a:moveTo>
                    <a:pt x="4" y="0"/>
                  </a:moveTo>
                  <a:lnTo>
                    <a:pt x="4" y="0"/>
                  </a:lnTo>
                  <a:lnTo>
                    <a:pt x="0" y="1"/>
                  </a:lnTo>
                  <a:cubicBezTo>
                    <a:pt x="3" y="1"/>
                    <a:pt x="5" y="1"/>
                    <a:pt x="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7" name="Google Shape;177;p15"/>
            <p:cNvSpPr/>
            <p:nvPr/>
          </p:nvSpPr>
          <p:spPr>
            <a:xfrm>
              <a:off x="12096750" y="2784475"/>
              <a:ext cx="6350" cy="0"/>
            </a:xfrm>
            <a:custGeom>
              <a:rect b="b" l="l" r="r" t="t"/>
              <a:pathLst>
                <a:path extrusionOk="0" h="120000" w="3">
                  <a:moveTo>
                    <a:pt x="3" y="0"/>
                  </a:moveTo>
                  <a:lnTo>
                    <a:pt x="3" y="0"/>
                  </a:lnTo>
                  <a:lnTo>
                    <a:pt x="1" y="0"/>
                  </a:lnTo>
                  <a:lnTo>
                    <a:pt x="0" y="0"/>
                  </a:lnTo>
                  <a:lnTo>
                    <a:pt x="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8" name="Google Shape;178;p15"/>
            <p:cNvSpPr/>
            <p:nvPr/>
          </p:nvSpPr>
          <p:spPr>
            <a:xfrm>
              <a:off x="12225338" y="2773363"/>
              <a:ext cx="46038" cy="0"/>
            </a:xfrm>
            <a:custGeom>
              <a:rect b="b" l="l" r="r" t="t"/>
              <a:pathLst>
                <a:path extrusionOk="0" h="120000" w="24">
                  <a:moveTo>
                    <a:pt x="0" y="0"/>
                  </a:moveTo>
                  <a:lnTo>
                    <a:pt x="0" y="0"/>
                  </a:lnTo>
                  <a:lnTo>
                    <a:pt x="24" y="0"/>
                  </a:lnTo>
                  <a:cubicBezTo>
                    <a:pt x="15" y="0"/>
                    <a:pt x="6"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9" name="Google Shape;179;p15"/>
            <p:cNvSpPr/>
            <p:nvPr/>
          </p:nvSpPr>
          <p:spPr>
            <a:xfrm>
              <a:off x="9274175" y="2746375"/>
              <a:ext cx="55563" cy="4762"/>
            </a:xfrm>
            <a:custGeom>
              <a:rect b="b" l="l" r="r" t="t"/>
              <a:pathLst>
                <a:path extrusionOk="0" h="2" w="29">
                  <a:moveTo>
                    <a:pt x="0" y="1"/>
                  </a:moveTo>
                  <a:lnTo>
                    <a:pt x="0" y="1"/>
                  </a:lnTo>
                  <a:cubicBezTo>
                    <a:pt x="7" y="1"/>
                    <a:pt x="23" y="2"/>
                    <a:pt x="15" y="2"/>
                  </a:cubicBezTo>
                  <a:cubicBezTo>
                    <a:pt x="29" y="2"/>
                    <a:pt x="2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0" name="Google Shape;180;p15"/>
            <p:cNvSpPr/>
            <p:nvPr/>
          </p:nvSpPr>
          <p:spPr>
            <a:xfrm>
              <a:off x="11847513" y="2827338"/>
              <a:ext cx="34925" cy="3175"/>
            </a:xfrm>
            <a:custGeom>
              <a:rect b="b" l="l" r="r" t="t"/>
              <a:pathLst>
                <a:path extrusionOk="0" h="1" w="18">
                  <a:moveTo>
                    <a:pt x="3" y="1"/>
                  </a:moveTo>
                  <a:lnTo>
                    <a:pt x="3" y="1"/>
                  </a:lnTo>
                  <a:cubicBezTo>
                    <a:pt x="7" y="1"/>
                    <a:pt x="13" y="0"/>
                    <a:pt x="18" y="0"/>
                  </a:cubicBezTo>
                  <a:cubicBezTo>
                    <a:pt x="8" y="0"/>
                    <a:pt x="0" y="1"/>
                    <a:pt x="3"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1" name="Google Shape;181;p15"/>
            <p:cNvSpPr/>
            <p:nvPr/>
          </p:nvSpPr>
          <p:spPr>
            <a:xfrm>
              <a:off x="11882438" y="2825750"/>
              <a:ext cx="25400" cy="1587"/>
            </a:xfrm>
            <a:custGeom>
              <a:rect b="b" l="l" r="r" t="t"/>
              <a:pathLst>
                <a:path extrusionOk="0" h="1" w="14">
                  <a:moveTo>
                    <a:pt x="0" y="1"/>
                  </a:moveTo>
                  <a:lnTo>
                    <a:pt x="0" y="1"/>
                  </a:lnTo>
                  <a:lnTo>
                    <a:pt x="14" y="0"/>
                  </a:ln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2" name="Google Shape;182;p15"/>
            <p:cNvSpPr/>
            <p:nvPr/>
          </p:nvSpPr>
          <p:spPr>
            <a:xfrm>
              <a:off x="8915400" y="2809875"/>
              <a:ext cx="15875" cy="1587"/>
            </a:xfrm>
            <a:custGeom>
              <a:rect b="b" l="l" r="r" t="t"/>
              <a:pathLst>
                <a:path extrusionOk="0" h="1" w="8">
                  <a:moveTo>
                    <a:pt x="8" y="1"/>
                  </a:moveTo>
                  <a:lnTo>
                    <a:pt x="8" y="1"/>
                  </a:lnTo>
                  <a:cubicBezTo>
                    <a:pt x="6" y="0"/>
                    <a:pt x="3" y="0"/>
                    <a:pt x="0" y="0"/>
                  </a:cubicBezTo>
                  <a:cubicBezTo>
                    <a:pt x="1" y="0"/>
                    <a:pt x="4"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3" name="Google Shape;183;p15"/>
            <p:cNvSpPr/>
            <p:nvPr/>
          </p:nvSpPr>
          <p:spPr>
            <a:xfrm>
              <a:off x="12109450" y="2752725"/>
              <a:ext cx="454025" cy="23812"/>
            </a:xfrm>
            <a:custGeom>
              <a:rect b="b" l="l" r="r" t="t"/>
              <a:pathLst>
                <a:path extrusionOk="0" h="10" w="236">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4" name="Google Shape;184;p15"/>
            <p:cNvSpPr/>
            <p:nvPr/>
          </p:nvSpPr>
          <p:spPr>
            <a:xfrm>
              <a:off x="12182475" y="2816225"/>
              <a:ext cx="9525" cy="0"/>
            </a:xfrm>
            <a:custGeom>
              <a:rect b="b" l="l" r="r" t="t"/>
              <a:pathLst>
                <a:path extrusionOk="0" h="120000" w="5">
                  <a:moveTo>
                    <a:pt x="0" y="0"/>
                  </a:moveTo>
                  <a:lnTo>
                    <a:pt x="0" y="0"/>
                  </a:lnTo>
                  <a:lnTo>
                    <a:pt x="1" y="0"/>
                  </a:lnTo>
                  <a:lnTo>
                    <a:pt x="5"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5" name="Google Shape;185;p15"/>
            <p:cNvSpPr/>
            <p:nvPr/>
          </p:nvSpPr>
          <p:spPr>
            <a:xfrm>
              <a:off x="4348162" y="2827338"/>
              <a:ext cx="17463" cy="3175"/>
            </a:xfrm>
            <a:custGeom>
              <a:rect b="b" l="l" r="r" t="t"/>
              <a:pathLst>
                <a:path extrusionOk="0" h="1" w="9">
                  <a:moveTo>
                    <a:pt x="8" y="0"/>
                  </a:moveTo>
                  <a:lnTo>
                    <a:pt x="8" y="0"/>
                  </a:lnTo>
                  <a:lnTo>
                    <a:pt x="0" y="1"/>
                  </a:lnTo>
                  <a:cubicBezTo>
                    <a:pt x="7" y="0"/>
                    <a:pt x="9" y="0"/>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6" name="Google Shape;186;p15"/>
            <p:cNvSpPr/>
            <p:nvPr/>
          </p:nvSpPr>
          <p:spPr>
            <a:xfrm>
              <a:off x="12071350" y="2790825"/>
              <a:ext cx="0" cy="0"/>
            </a:xfrm>
            <a:custGeom>
              <a:rect b="b" l="l" r="r" t="t"/>
              <a:pathLst>
                <a:path extrusionOk="0" h="120000" w="120000">
                  <a:moveTo>
                    <a:pt x="0" y="0"/>
                  </a:moveTo>
                  <a:lnTo>
                    <a:pt x="0" y="0"/>
                  </a:lnTo>
                  <a:lnTo>
                    <a:pt x="0" y="0"/>
                  </a:lnTo>
                  <a:cubicBezTo>
                    <a:pt x="0" y="0"/>
                    <a:pt x="0"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7" name="Google Shape;187;p15"/>
            <p:cNvSpPr/>
            <p:nvPr/>
          </p:nvSpPr>
          <p:spPr>
            <a:xfrm>
              <a:off x="4754563" y="2827338"/>
              <a:ext cx="4763" cy="0"/>
            </a:xfrm>
            <a:custGeom>
              <a:rect b="b" l="l" r="r" t="t"/>
              <a:pathLst>
                <a:path extrusionOk="0" h="120000" w="2">
                  <a:moveTo>
                    <a:pt x="2" y="0"/>
                  </a:moveTo>
                  <a:lnTo>
                    <a:pt x="2" y="0"/>
                  </a:lnTo>
                  <a:lnTo>
                    <a:pt x="0" y="0"/>
                  </a:lnTo>
                  <a:cubicBezTo>
                    <a:pt x="1" y="0"/>
                    <a:pt x="1" y="0"/>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8" name="Google Shape;188;p15"/>
            <p:cNvSpPr/>
            <p:nvPr/>
          </p:nvSpPr>
          <p:spPr>
            <a:xfrm>
              <a:off x="4852988" y="2719388"/>
              <a:ext cx="9525" cy="3175"/>
            </a:xfrm>
            <a:custGeom>
              <a:rect b="b" l="l" r="r" t="t"/>
              <a:pathLst>
                <a:path extrusionOk="0" h="1" w="5">
                  <a:moveTo>
                    <a:pt x="5" y="1"/>
                  </a:moveTo>
                  <a:lnTo>
                    <a:pt x="5" y="1"/>
                  </a:lnTo>
                  <a:cubicBezTo>
                    <a:pt x="5" y="1"/>
                    <a:pt x="5" y="1"/>
                    <a:pt x="4" y="0"/>
                  </a:cubicBezTo>
                  <a:cubicBezTo>
                    <a:pt x="0" y="1"/>
                    <a:pt x="2" y="1"/>
                    <a:pt x="5"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89" name="Google Shape;189;p15"/>
            <p:cNvSpPr/>
            <p:nvPr/>
          </p:nvSpPr>
          <p:spPr>
            <a:xfrm>
              <a:off x="4759325" y="2827338"/>
              <a:ext cx="0" cy="0"/>
            </a:xfrm>
            <a:custGeom>
              <a:rect b="b" l="l" r="r" t="t"/>
              <a:pathLst>
                <a:path extrusionOk="0" h="120000" w="120000">
                  <a:moveTo>
                    <a:pt x="0" y="0"/>
                  </a:moveTo>
                  <a:lnTo>
                    <a:pt x="0" y="0"/>
                  </a:lnTo>
                  <a:cubicBezTo>
                    <a:pt x="0" y="0"/>
                    <a:pt x="0" y="0"/>
                    <a:pt x="0" y="0"/>
                  </a:cubicBezTo>
                  <a:cubicBezTo>
                    <a:pt x="0" y="0"/>
                    <a:pt x="0"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0" name="Google Shape;190;p15"/>
            <p:cNvSpPr/>
            <p:nvPr/>
          </p:nvSpPr>
          <p:spPr>
            <a:xfrm>
              <a:off x="6654800" y="2805113"/>
              <a:ext cx="19050" cy="1587"/>
            </a:xfrm>
            <a:custGeom>
              <a:rect b="b" l="l" r="r" t="t"/>
              <a:pathLst>
                <a:path extrusionOk="0" h="1" w="10">
                  <a:moveTo>
                    <a:pt x="10" y="1"/>
                  </a:moveTo>
                  <a:lnTo>
                    <a:pt x="10" y="1"/>
                  </a:lnTo>
                  <a:lnTo>
                    <a:pt x="2" y="0"/>
                  </a:lnTo>
                  <a:cubicBezTo>
                    <a:pt x="0" y="0"/>
                    <a:pt x="2" y="0"/>
                    <a:pt x="1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1" name="Google Shape;191;p15"/>
            <p:cNvSpPr/>
            <p:nvPr/>
          </p:nvSpPr>
          <p:spPr>
            <a:xfrm>
              <a:off x="6289675" y="2798763"/>
              <a:ext cx="6350" cy="0"/>
            </a:xfrm>
            <a:custGeom>
              <a:rect b="b" l="l" r="r" t="t"/>
              <a:pathLst>
                <a:path extrusionOk="0" h="120000" w="3">
                  <a:moveTo>
                    <a:pt x="3" y="0"/>
                  </a:moveTo>
                  <a:lnTo>
                    <a:pt x="3" y="0"/>
                  </a:lnTo>
                  <a:lnTo>
                    <a:pt x="0" y="0"/>
                  </a:lnTo>
                  <a:lnTo>
                    <a:pt x="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2" name="Google Shape;192;p15"/>
            <p:cNvSpPr/>
            <p:nvPr/>
          </p:nvSpPr>
          <p:spPr>
            <a:xfrm>
              <a:off x="9140825" y="2725738"/>
              <a:ext cx="44450" cy="0"/>
            </a:xfrm>
            <a:custGeom>
              <a:rect b="b" l="l" r="r" t="t"/>
              <a:pathLst>
                <a:path extrusionOk="0" h="120000" w="23">
                  <a:moveTo>
                    <a:pt x="23" y="0"/>
                  </a:moveTo>
                  <a:lnTo>
                    <a:pt x="23" y="0"/>
                  </a:lnTo>
                  <a:lnTo>
                    <a:pt x="0" y="0"/>
                  </a:lnTo>
                  <a:lnTo>
                    <a:pt x="2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3" name="Google Shape;193;p15"/>
            <p:cNvSpPr/>
            <p:nvPr/>
          </p:nvSpPr>
          <p:spPr>
            <a:xfrm>
              <a:off x="4737100" y="2827338"/>
              <a:ext cx="17463" cy="3175"/>
            </a:xfrm>
            <a:custGeom>
              <a:rect b="b" l="l" r="r" t="t"/>
              <a:pathLst>
                <a:path extrusionOk="0" h="1" w="9">
                  <a:moveTo>
                    <a:pt x="9" y="0"/>
                  </a:moveTo>
                  <a:lnTo>
                    <a:pt x="9" y="0"/>
                  </a:lnTo>
                  <a:lnTo>
                    <a:pt x="0" y="1"/>
                  </a:lnTo>
                  <a:cubicBezTo>
                    <a:pt x="5" y="0"/>
                    <a:pt x="8" y="0"/>
                    <a:pt x="9"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4" name="Google Shape;194;p15"/>
            <p:cNvSpPr/>
            <p:nvPr/>
          </p:nvSpPr>
          <p:spPr>
            <a:xfrm>
              <a:off x="7239000" y="2779713"/>
              <a:ext cx="11113" cy="3175"/>
            </a:xfrm>
            <a:custGeom>
              <a:rect b="b" l="l" r="r" t="t"/>
              <a:pathLst>
                <a:path extrusionOk="0" h="1" w="6">
                  <a:moveTo>
                    <a:pt x="6" y="0"/>
                  </a:moveTo>
                  <a:lnTo>
                    <a:pt x="6" y="0"/>
                  </a:lnTo>
                  <a:lnTo>
                    <a:pt x="0" y="1"/>
                  </a:lnTo>
                  <a:lnTo>
                    <a:pt x="4" y="1"/>
                  </a:lnTo>
                  <a:lnTo>
                    <a:pt x="6"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5" name="Google Shape;195;p15"/>
            <p:cNvSpPr/>
            <p:nvPr/>
          </p:nvSpPr>
          <p:spPr>
            <a:xfrm>
              <a:off x="7181850" y="2773363"/>
              <a:ext cx="468313" cy="15875"/>
            </a:xfrm>
            <a:custGeom>
              <a:rect b="b" l="l" r="r" t="t"/>
              <a:pathLst>
                <a:path extrusionOk="0" h="7" w="244">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6" name="Google Shape;196;p15"/>
            <p:cNvSpPr/>
            <p:nvPr/>
          </p:nvSpPr>
          <p:spPr>
            <a:xfrm>
              <a:off x="7407275" y="2787650"/>
              <a:ext cx="26988" cy="0"/>
            </a:xfrm>
            <a:custGeom>
              <a:rect b="b" l="l" r="r" t="t"/>
              <a:pathLst>
                <a:path extrusionOk="0" h="120000" w="14">
                  <a:moveTo>
                    <a:pt x="14" y="0"/>
                  </a:moveTo>
                  <a:lnTo>
                    <a:pt x="14" y="0"/>
                  </a:lnTo>
                  <a:lnTo>
                    <a:pt x="0" y="0"/>
                  </a:lnTo>
                  <a:cubicBezTo>
                    <a:pt x="8" y="0"/>
                    <a:pt x="11" y="0"/>
                    <a:pt x="1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7" name="Google Shape;197;p15"/>
            <p:cNvSpPr/>
            <p:nvPr/>
          </p:nvSpPr>
          <p:spPr>
            <a:xfrm>
              <a:off x="8123238" y="2794000"/>
              <a:ext cx="31750" cy="1587"/>
            </a:xfrm>
            <a:custGeom>
              <a:rect b="b" l="l" r="r" t="t"/>
              <a:pathLst>
                <a:path extrusionOk="0" h="1" w="16">
                  <a:moveTo>
                    <a:pt x="0" y="1"/>
                  </a:moveTo>
                  <a:lnTo>
                    <a:pt x="0" y="1"/>
                  </a:lnTo>
                  <a:lnTo>
                    <a:pt x="16" y="0"/>
                  </a:ln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8" name="Google Shape;198;p15"/>
            <p:cNvSpPr/>
            <p:nvPr/>
          </p:nvSpPr>
          <p:spPr>
            <a:xfrm>
              <a:off x="3070225" y="2794000"/>
              <a:ext cx="101600" cy="4762"/>
            </a:xfrm>
            <a:custGeom>
              <a:rect b="b" l="l" r="r" t="t"/>
              <a:pathLst>
                <a:path extrusionOk="0" h="2" w="53">
                  <a:moveTo>
                    <a:pt x="0" y="0"/>
                  </a:moveTo>
                  <a:lnTo>
                    <a:pt x="0" y="0"/>
                  </a:lnTo>
                  <a:cubicBezTo>
                    <a:pt x="2" y="1"/>
                    <a:pt x="53" y="2"/>
                    <a:pt x="52" y="0"/>
                  </a:cubicBezTo>
                  <a:lnTo>
                    <a:pt x="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99" name="Google Shape;199;p15"/>
            <p:cNvSpPr/>
            <p:nvPr/>
          </p:nvSpPr>
          <p:spPr>
            <a:xfrm>
              <a:off x="9963150" y="2778125"/>
              <a:ext cx="41275" cy="0"/>
            </a:xfrm>
            <a:custGeom>
              <a:rect b="b" l="l" r="r" t="t"/>
              <a:pathLst>
                <a:path extrusionOk="0" h="120000" w="21">
                  <a:moveTo>
                    <a:pt x="21" y="0"/>
                  </a:moveTo>
                  <a:lnTo>
                    <a:pt x="21" y="0"/>
                  </a:lnTo>
                  <a:lnTo>
                    <a:pt x="3" y="0"/>
                  </a:lnTo>
                  <a:lnTo>
                    <a:pt x="0" y="0"/>
                  </a:lnTo>
                  <a:cubicBezTo>
                    <a:pt x="4" y="0"/>
                    <a:pt x="15"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0" name="Google Shape;200;p15"/>
            <p:cNvSpPr/>
            <p:nvPr/>
          </p:nvSpPr>
          <p:spPr>
            <a:xfrm>
              <a:off x="7523163" y="2773363"/>
              <a:ext cx="30163" cy="3175"/>
            </a:xfrm>
            <a:custGeom>
              <a:rect b="b" l="l" r="r" t="t"/>
              <a:pathLst>
                <a:path extrusionOk="0" h="1" w="16">
                  <a:moveTo>
                    <a:pt x="16" y="0"/>
                  </a:moveTo>
                  <a:lnTo>
                    <a:pt x="16" y="0"/>
                  </a:lnTo>
                  <a:cubicBezTo>
                    <a:pt x="6" y="0"/>
                    <a:pt x="2" y="1"/>
                    <a:pt x="0" y="1"/>
                  </a:cubicBezTo>
                  <a:cubicBezTo>
                    <a:pt x="6" y="1"/>
                    <a:pt x="12" y="1"/>
                    <a:pt x="16"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1" name="Google Shape;201;p15"/>
            <p:cNvSpPr/>
            <p:nvPr/>
          </p:nvSpPr>
          <p:spPr>
            <a:xfrm>
              <a:off x="10009188" y="2787650"/>
              <a:ext cx="115888" cy="3175"/>
            </a:xfrm>
            <a:custGeom>
              <a:rect b="b" l="l" r="r" t="t"/>
              <a:pathLst>
                <a:path extrusionOk="0" h="2" w="60">
                  <a:moveTo>
                    <a:pt x="0" y="0"/>
                  </a:moveTo>
                  <a:lnTo>
                    <a:pt x="0" y="0"/>
                  </a:lnTo>
                  <a:cubicBezTo>
                    <a:pt x="7" y="0"/>
                    <a:pt x="18" y="1"/>
                    <a:pt x="19" y="2"/>
                  </a:cubicBezTo>
                  <a:cubicBezTo>
                    <a:pt x="34" y="2"/>
                    <a:pt x="45" y="1"/>
                    <a:pt x="60" y="1"/>
                  </a:cubicBezTo>
                  <a:cubicBezTo>
                    <a:pt x="43" y="1"/>
                    <a:pt x="23" y="1"/>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2" name="Google Shape;202;p15"/>
            <p:cNvSpPr/>
            <p:nvPr/>
          </p:nvSpPr>
          <p:spPr>
            <a:xfrm>
              <a:off x="10125075" y="2789238"/>
              <a:ext cx="1588" cy="0"/>
            </a:xfrm>
            <a:custGeom>
              <a:rect b="b" l="l" r="r" t="t"/>
              <a:pathLst>
                <a:path extrusionOk="0" h="120000" w="1">
                  <a:moveTo>
                    <a:pt x="1" y="0"/>
                  </a:moveTo>
                  <a:lnTo>
                    <a:pt x="1" y="0"/>
                  </a:lnTo>
                  <a:lnTo>
                    <a:pt x="0" y="0"/>
                  </a:lnTo>
                  <a:lnTo>
                    <a:pt x="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3" name="Google Shape;203;p15"/>
            <p:cNvSpPr/>
            <p:nvPr/>
          </p:nvSpPr>
          <p:spPr>
            <a:xfrm>
              <a:off x="-4110038" y="2703513"/>
              <a:ext cx="16486189" cy="134937"/>
            </a:xfrm>
            <a:custGeom>
              <a:rect b="b" l="l" r="r" t="t"/>
              <a:pathLst>
                <a:path extrusionOk="0" h="60" w="8594">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4" name="Google Shape;204;p15"/>
            <p:cNvSpPr/>
            <p:nvPr/>
          </p:nvSpPr>
          <p:spPr>
            <a:xfrm>
              <a:off x="12117388" y="2779713"/>
              <a:ext cx="127000" cy="4762"/>
            </a:xfrm>
            <a:custGeom>
              <a:rect b="b" l="l" r="r" t="t"/>
              <a:pathLst>
                <a:path extrusionOk="0" h="2" w="66">
                  <a:moveTo>
                    <a:pt x="19" y="2"/>
                  </a:moveTo>
                  <a:lnTo>
                    <a:pt x="19" y="2"/>
                  </a:lnTo>
                  <a:cubicBezTo>
                    <a:pt x="33" y="2"/>
                    <a:pt x="66" y="2"/>
                    <a:pt x="60" y="0"/>
                  </a:cubicBezTo>
                  <a:cubicBezTo>
                    <a:pt x="60" y="2"/>
                    <a:pt x="0" y="0"/>
                    <a:pt x="19"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5" name="Google Shape;205;p15"/>
            <p:cNvSpPr/>
            <p:nvPr/>
          </p:nvSpPr>
          <p:spPr>
            <a:xfrm>
              <a:off x="12182475" y="2787650"/>
              <a:ext cx="79375" cy="1587"/>
            </a:xfrm>
            <a:custGeom>
              <a:rect b="b" l="l" r="r" t="t"/>
              <a:pathLst>
                <a:path extrusionOk="0" h="1" w="41">
                  <a:moveTo>
                    <a:pt x="25" y="1"/>
                  </a:moveTo>
                  <a:lnTo>
                    <a:pt x="25" y="1"/>
                  </a:lnTo>
                  <a:cubicBezTo>
                    <a:pt x="27" y="1"/>
                    <a:pt x="26" y="0"/>
                    <a:pt x="41" y="0"/>
                  </a:cubicBezTo>
                  <a:lnTo>
                    <a:pt x="0" y="0"/>
                  </a:lnTo>
                  <a:lnTo>
                    <a:pt x="2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6" name="Google Shape;206;p15"/>
            <p:cNvSpPr/>
            <p:nvPr/>
          </p:nvSpPr>
          <p:spPr>
            <a:xfrm>
              <a:off x="12307888" y="2809875"/>
              <a:ext cx="249238" cy="15875"/>
            </a:xfrm>
            <a:custGeom>
              <a:rect b="b" l="l" r="r" t="t"/>
              <a:pathLst>
                <a:path extrusionOk="0" h="7" w="130">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7" name="Google Shape;207;p15"/>
            <p:cNvSpPr/>
            <p:nvPr/>
          </p:nvSpPr>
          <p:spPr>
            <a:xfrm>
              <a:off x="12252325" y="2825750"/>
              <a:ext cx="73025" cy="1587"/>
            </a:xfrm>
            <a:custGeom>
              <a:rect b="b" l="l" r="r" t="t"/>
              <a:pathLst>
                <a:path extrusionOk="0" h="1" w="38">
                  <a:moveTo>
                    <a:pt x="4" y="1"/>
                  </a:moveTo>
                  <a:lnTo>
                    <a:pt x="4" y="1"/>
                  </a:lnTo>
                  <a:lnTo>
                    <a:pt x="38" y="0"/>
                  </a:lnTo>
                  <a:lnTo>
                    <a:pt x="34" y="0"/>
                  </a:lnTo>
                  <a:lnTo>
                    <a:pt x="0" y="1"/>
                  </a:lnTo>
                  <a:lnTo>
                    <a:pt x="4"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8" name="Google Shape;208;p15"/>
            <p:cNvSpPr/>
            <p:nvPr/>
          </p:nvSpPr>
          <p:spPr>
            <a:xfrm>
              <a:off x="10779125" y="2733675"/>
              <a:ext cx="66675" cy="4762"/>
            </a:xfrm>
            <a:custGeom>
              <a:rect b="b" l="l" r="r" t="t"/>
              <a:pathLst>
                <a:path extrusionOk="0" h="2" w="35">
                  <a:moveTo>
                    <a:pt x="35" y="2"/>
                  </a:moveTo>
                  <a:lnTo>
                    <a:pt x="35" y="2"/>
                  </a:lnTo>
                  <a:cubicBezTo>
                    <a:pt x="32" y="0"/>
                    <a:pt x="11" y="1"/>
                    <a:pt x="0" y="2"/>
                  </a:cubicBezTo>
                  <a:cubicBezTo>
                    <a:pt x="9" y="2"/>
                    <a:pt x="22" y="2"/>
                    <a:pt x="35"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9" name="Google Shape;209;p15"/>
            <p:cNvSpPr/>
            <p:nvPr/>
          </p:nvSpPr>
          <p:spPr>
            <a:xfrm>
              <a:off x="-2471738" y="2738438"/>
              <a:ext cx="496888" cy="1587"/>
            </a:xfrm>
            <a:custGeom>
              <a:rect b="b" l="l" r="r" t="t"/>
              <a:pathLst>
                <a:path extrusionOk="0" h="1" w="259">
                  <a:moveTo>
                    <a:pt x="259" y="0"/>
                  </a:moveTo>
                  <a:lnTo>
                    <a:pt x="259" y="0"/>
                  </a:lnTo>
                  <a:lnTo>
                    <a:pt x="0" y="1"/>
                  </a:lnTo>
                  <a:lnTo>
                    <a:pt x="25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0" name="Google Shape;210;p15"/>
            <p:cNvSpPr/>
            <p:nvPr/>
          </p:nvSpPr>
          <p:spPr>
            <a:xfrm>
              <a:off x="9136063" y="2735263"/>
              <a:ext cx="387350" cy="14287"/>
            </a:xfrm>
            <a:custGeom>
              <a:rect b="b" l="l" r="r" t="t"/>
              <a:pathLst>
                <a:path extrusionOk="0" h="6" w="202">
                  <a:moveTo>
                    <a:pt x="30" y="6"/>
                  </a:moveTo>
                  <a:lnTo>
                    <a:pt x="30" y="6"/>
                  </a:lnTo>
                  <a:cubicBezTo>
                    <a:pt x="100" y="5"/>
                    <a:pt x="131" y="3"/>
                    <a:pt x="202" y="3"/>
                  </a:cubicBezTo>
                  <a:cubicBezTo>
                    <a:pt x="109" y="0"/>
                    <a:pt x="79" y="6"/>
                    <a:pt x="0" y="3"/>
                  </a:cubicBezTo>
                  <a:lnTo>
                    <a:pt x="30"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1" name="Google Shape;211;p15"/>
            <p:cNvSpPr/>
            <p:nvPr/>
          </p:nvSpPr>
          <p:spPr>
            <a:xfrm>
              <a:off x="9139238" y="2725738"/>
              <a:ext cx="142875" cy="9525"/>
            </a:xfrm>
            <a:custGeom>
              <a:rect b="b" l="l" r="r" t="t"/>
              <a:pathLst>
                <a:path extrusionOk="0" h="4" w="75">
                  <a:moveTo>
                    <a:pt x="54" y="0"/>
                  </a:moveTo>
                  <a:lnTo>
                    <a:pt x="54" y="0"/>
                  </a:lnTo>
                  <a:cubicBezTo>
                    <a:pt x="65" y="2"/>
                    <a:pt x="0" y="3"/>
                    <a:pt x="10" y="4"/>
                  </a:cubicBezTo>
                  <a:cubicBezTo>
                    <a:pt x="57" y="4"/>
                    <a:pt x="32" y="2"/>
                    <a:pt x="75" y="2"/>
                  </a:cubicBezTo>
                  <a:lnTo>
                    <a:pt x="5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2" name="Google Shape;212;p15"/>
            <p:cNvSpPr/>
            <p:nvPr/>
          </p:nvSpPr>
          <p:spPr>
            <a:xfrm>
              <a:off x="9805988" y="2817813"/>
              <a:ext cx="39688" cy="3175"/>
            </a:xfrm>
            <a:custGeom>
              <a:rect b="b" l="l" r="r" t="t"/>
              <a:pathLst>
                <a:path extrusionOk="0" h="1" w="21">
                  <a:moveTo>
                    <a:pt x="21" y="0"/>
                  </a:moveTo>
                  <a:lnTo>
                    <a:pt x="21" y="0"/>
                  </a:lnTo>
                  <a:lnTo>
                    <a:pt x="0" y="1"/>
                  </a:lnTo>
                  <a:lnTo>
                    <a:pt x="17" y="1"/>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3" name="Google Shape;213;p15"/>
            <p:cNvSpPr/>
            <p:nvPr/>
          </p:nvSpPr>
          <p:spPr>
            <a:xfrm>
              <a:off x="8580438" y="2725738"/>
              <a:ext cx="66675" cy="3175"/>
            </a:xfrm>
            <a:custGeom>
              <a:rect b="b" l="l" r="r" t="t"/>
              <a:pathLst>
                <a:path extrusionOk="0" h="1" w="35">
                  <a:moveTo>
                    <a:pt x="27" y="1"/>
                  </a:moveTo>
                  <a:lnTo>
                    <a:pt x="27" y="1"/>
                  </a:lnTo>
                  <a:lnTo>
                    <a:pt x="35" y="1"/>
                  </a:lnTo>
                  <a:lnTo>
                    <a:pt x="0" y="0"/>
                  </a:lnTo>
                  <a:lnTo>
                    <a:pt x="27"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4" name="Google Shape;214;p15"/>
            <p:cNvSpPr/>
            <p:nvPr/>
          </p:nvSpPr>
          <p:spPr>
            <a:xfrm>
              <a:off x="8647113" y="2725738"/>
              <a:ext cx="15875" cy="3175"/>
            </a:xfrm>
            <a:custGeom>
              <a:rect b="b" l="l" r="r" t="t"/>
              <a:pathLst>
                <a:path extrusionOk="0" h="1" w="8">
                  <a:moveTo>
                    <a:pt x="8" y="0"/>
                  </a:moveTo>
                  <a:lnTo>
                    <a:pt x="8" y="0"/>
                  </a:lnTo>
                  <a:lnTo>
                    <a:pt x="0" y="1"/>
                  </a:lnTo>
                  <a:lnTo>
                    <a:pt x="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5" name="Google Shape;215;p15"/>
            <p:cNvSpPr/>
            <p:nvPr/>
          </p:nvSpPr>
          <p:spPr>
            <a:xfrm>
              <a:off x="9794875" y="2830513"/>
              <a:ext cx="90488" cy="1587"/>
            </a:xfrm>
            <a:custGeom>
              <a:rect b="b" l="l" r="r" t="t"/>
              <a:pathLst>
                <a:path extrusionOk="0" h="1" w="47">
                  <a:moveTo>
                    <a:pt x="0" y="0"/>
                  </a:moveTo>
                  <a:lnTo>
                    <a:pt x="0" y="0"/>
                  </a:lnTo>
                  <a:lnTo>
                    <a:pt x="32" y="1"/>
                  </a:lnTo>
                  <a:lnTo>
                    <a:pt x="47"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6" name="Google Shape;216;p15"/>
            <p:cNvSpPr/>
            <p:nvPr/>
          </p:nvSpPr>
          <p:spPr>
            <a:xfrm>
              <a:off x="9232900" y="2795588"/>
              <a:ext cx="84138" cy="3175"/>
            </a:xfrm>
            <a:custGeom>
              <a:rect b="b" l="l" r="r" t="t"/>
              <a:pathLst>
                <a:path extrusionOk="0" h="1" w="44">
                  <a:moveTo>
                    <a:pt x="16" y="1"/>
                  </a:moveTo>
                  <a:lnTo>
                    <a:pt x="16" y="1"/>
                  </a:lnTo>
                  <a:lnTo>
                    <a:pt x="44" y="1"/>
                  </a:lnTo>
                  <a:cubicBezTo>
                    <a:pt x="39" y="1"/>
                    <a:pt x="0" y="0"/>
                    <a:pt x="16"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7" name="Google Shape;217;p15"/>
            <p:cNvSpPr/>
            <p:nvPr/>
          </p:nvSpPr>
          <p:spPr>
            <a:xfrm>
              <a:off x="8158163" y="2725738"/>
              <a:ext cx="71438" cy="3175"/>
            </a:xfrm>
            <a:custGeom>
              <a:rect b="b" l="l" r="r" t="t"/>
              <a:pathLst>
                <a:path extrusionOk="0" h="1" w="37">
                  <a:moveTo>
                    <a:pt x="34" y="0"/>
                  </a:moveTo>
                  <a:lnTo>
                    <a:pt x="34" y="0"/>
                  </a:lnTo>
                  <a:lnTo>
                    <a:pt x="0" y="1"/>
                  </a:lnTo>
                  <a:lnTo>
                    <a:pt x="3" y="1"/>
                  </a:lnTo>
                  <a:lnTo>
                    <a:pt x="37" y="0"/>
                  </a:lnTo>
                  <a:lnTo>
                    <a:pt x="3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8" name="Google Shape;218;p15"/>
            <p:cNvSpPr/>
            <p:nvPr/>
          </p:nvSpPr>
          <p:spPr>
            <a:xfrm>
              <a:off x="8734425" y="2814638"/>
              <a:ext cx="144463" cy="3175"/>
            </a:xfrm>
            <a:custGeom>
              <a:rect b="b" l="l" r="r" t="t"/>
              <a:pathLst>
                <a:path extrusionOk="0" h="2" w="76">
                  <a:moveTo>
                    <a:pt x="56" y="0"/>
                  </a:moveTo>
                  <a:lnTo>
                    <a:pt x="56" y="0"/>
                  </a:lnTo>
                  <a:cubicBezTo>
                    <a:pt x="76" y="2"/>
                    <a:pt x="0" y="0"/>
                    <a:pt x="40" y="2"/>
                  </a:cubicBezTo>
                  <a:cubicBezTo>
                    <a:pt x="76" y="2"/>
                    <a:pt x="61" y="1"/>
                    <a:pt x="56"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9" name="Google Shape;219;p15"/>
            <p:cNvSpPr/>
            <p:nvPr/>
          </p:nvSpPr>
          <p:spPr>
            <a:xfrm>
              <a:off x="8023225" y="2782888"/>
              <a:ext cx="26988" cy="1587"/>
            </a:xfrm>
            <a:custGeom>
              <a:rect b="b" l="l" r="r" t="t"/>
              <a:pathLst>
                <a:path extrusionOk="0" h="1" w="14">
                  <a:moveTo>
                    <a:pt x="14" y="0"/>
                  </a:moveTo>
                  <a:lnTo>
                    <a:pt x="14" y="0"/>
                  </a:lnTo>
                  <a:cubicBezTo>
                    <a:pt x="9" y="0"/>
                    <a:pt x="5" y="0"/>
                    <a:pt x="0" y="1"/>
                  </a:cubicBezTo>
                  <a:lnTo>
                    <a:pt x="1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0" name="Google Shape;220;p15"/>
            <p:cNvSpPr/>
            <p:nvPr/>
          </p:nvSpPr>
          <p:spPr>
            <a:xfrm>
              <a:off x="8050213" y="2782888"/>
              <a:ext cx="77788" cy="1587"/>
            </a:xfrm>
            <a:custGeom>
              <a:rect b="b" l="l" r="r" t="t"/>
              <a:pathLst>
                <a:path extrusionOk="0" h="1" w="40">
                  <a:moveTo>
                    <a:pt x="0" y="0"/>
                  </a:moveTo>
                  <a:lnTo>
                    <a:pt x="0" y="0"/>
                  </a:lnTo>
                  <a:cubicBezTo>
                    <a:pt x="15" y="0"/>
                    <a:pt x="30" y="1"/>
                    <a:pt x="40" y="1"/>
                  </a:cubicBezTo>
                  <a:cubicBezTo>
                    <a:pt x="21" y="0"/>
                    <a:pt x="15"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1" name="Google Shape;221;p15"/>
            <p:cNvSpPr/>
            <p:nvPr/>
          </p:nvSpPr>
          <p:spPr>
            <a:xfrm>
              <a:off x="7715250" y="2779713"/>
              <a:ext cx="90488" cy="7937"/>
            </a:xfrm>
            <a:custGeom>
              <a:rect b="b" l="l" r="r" t="t"/>
              <a:pathLst>
                <a:path extrusionOk="0" h="3" w="47">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2" name="Google Shape;222;p15"/>
            <p:cNvSpPr/>
            <p:nvPr/>
          </p:nvSpPr>
          <p:spPr>
            <a:xfrm>
              <a:off x="6508750" y="2713038"/>
              <a:ext cx="247650" cy="6350"/>
            </a:xfrm>
            <a:custGeom>
              <a:rect b="b" l="l" r="r" t="t"/>
              <a:pathLst>
                <a:path extrusionOk="0" h="3" w="129">
                  <a:moveTo>
                    <a:pt x="0" y="0"/>
                  </a:moveTo>
                  <a:lnTo>
                    <a:pt x="0" y="0"/>
                  </a:lnTo>
                  <a:cubicBezTo>
                    <a:pt x="50" y="1"/>
                    <a:pt x="63" y="1"/>
                    <a:pt x="60" y="2"/>
                  </a:cubicBezTo>
                  <a:cubicBezTo>
                    <a:pt x="108" y="3"/>
                    <a:pt x="100" y="0"/>
                    <a:pt x="129"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3" name="Google Shape;223;p15"/>
            <p:cNvSpPr/>
            <p:nvPr/>
          </p:nvSpPr>
          <p:spPr>
            <a:xfrm>
              <a:off x="6756400" y="2713038"/>
              <a:ext cx="33338" cy="0"/>
            </a:xfrm>
            <a:custGeom>
              <a:rect b="b" l="l" r="r" t="t"/>
              <a:pathLst>
                <a:path extrusionOk="0" h="120000" w="18">
                  <a:moveTo>
                    <a:pt x="0" y="0"/>
                  </a:moveTo>
                  <a:lnTo>
                    <a:pt x="0" y="0"/>
                  </a:lnTo>
                  <a:lnTo>
                    <a:pt x="18"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4" name="Google Shape;224;p15"/>
            <p:cNvSpPr/>
            <p:nvPr/>
          </p:nvSpPr>
          <p:spPr>
            <a:xfrm>
              <a:off x="8047038" y="2820988"/>
              <a:ext cx="58738" cy="4762"/>
            </a:xfrm>
            <a:custGeom>
              <a:rect b="b" l="l" r="r" t="t"/>
              <a:pathLst>
                <a:path extrusionOk="0" h="2" w="31">
                  <a:moveTo>
                    <a:pt x="31" y="0"/>
                  </a:moveTo>
                  <a:lnTo>
                    <a:pt x="31" y="0"/>
                  </a:lnTo>
                  <a:lnTo>
                    <a:pt x="0" y="2"/>
                  </a:lnTo>
                  <a:lnTo>
                    <a:pt x="11" y="2"/>
                  </a:lnTo>
                  <a:lnTo>
                    <a:pt x="3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5" name="Google Shape;225;p15"/>
            <p:cNvSpPr/>
            <p:nvPr/>
          </p:nvSpPr>
          <p:spPr>
            <a:xfrm>
              <a:off x="6348413" y="2711451"/>
              <a:ext cx="82550" cy="1587"/>
            </a:xfrm>
            <a:custGeom>
              <a:rect b="b" l="l" r="r" t="t"/>
              <a:pathLst>
                <a:path extrusionOk="0" h="1" w="43">
                  <a:moveTo>
                    <a:pt x="9" y="1"/>
                  </a:moveTo>
                  <a:lnTo>
                    <a:pt x="9" y="1"/>
                  </a:lnTo>
                  <a:cubicBezTo>
                    <a:pt x="18" y="1"/>
                    <a:pt x="33" y="1"/>
                    <a:pt x="41" y="1"/>
                  </a:cubicBezTo>
                  <a:cubicBezTo>
                    <a:pt x="43" y="0"/>
                    <a:pt x="0" y="1"/>
                    <a:pt x="9"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6" name="Google Shape;226;p15"/>
            <p:cNvSpPr/>
            <p:nvPr/>
          </p:nvSpPr>
          <p:spPr>
            <a:xfrm>
              <a:off x="6734175" y="2771775"/>
              <a:ext cx="96838" cy="6350"/>
            </a:xfrm>
            <a:custGeom>
              <a:rect b="b" l="l" r="r" t="t"/>
              <a:pathLst>
                <a:path extrusionOk="0" h="3" w="50">
                  <a:moveTo>
                    <a:pt x="0" y="2"/>
                  </a:moveTo>
                  <a:lnTo>
                    <a:pt x="0" y="2"/>
                  </a:lnTo>
                  <a:cubicBezTo>
                    <a:pt x="6" y="3"/>
                    <a:pt x="37" y="2"/>
                    <a:pt x="50" y="3"/>
                  </a:cubicBezTo>
                  <a:cubicBezTo>
                    <a:pt x="32" y="2"/>
                    <a:pt x="17"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7" name="Google Shape;227;p15"/>
            <p:cNvSpPr/>
            <p:nvPr/>
          </p:nvSpPr>
          <p:spPr>
            <a:xfrm>
              <a:off x="6091238" y="2722563"/>
              <a:ext cx="95250" cy="7937"/>
            </a:xfrm>
            <a:custGeom>
              <a:rect b="b" l="l" r="r" t="t"/>
              <a:pathLst>
                <a:path extrusionOk="0" h="4" w="49">
                  <a:moveTo>
                    <a:pt x="0" y="1"/>
                  </a:moveTo>
                  <a:lnTo>
                    <a:pt x="0" y="1"/>
                  </a:lnTo>
                  <a:cubicBezTo>
                    <a:pt x="10" y="2"/>
                    <a:pt x="24" y="2"/>
                    <a:pt x="18" y="4"/>
                  </a:cubicBezTo>
                  <a:cubicBezTo>
                    <a:pt x="31" y="3"/>
                    <a:pt x="4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8" name="Google Shape;228;p15"/>
            <p:cNvSpPr/>
            <p:nvPr/>
          </p:nvSpPr>
          <p:spPr>
            <a:xfrm>
              <a:off x="6559550" y="2773363"/>
              <a:ext cx="80963" cy="3175"/>
            </a:xfrm>
            <a:custGeom>
              <a:rect b="b" l="l" r="r" t="t"/>
              <a:pathLst>
                <a:path extrusionOk="0" h="1" w="42">
                  <a:moveTo>
                    <a:pt x="0" y="1"/>
                  </a:moveTo>
                  <a:lnTo>
                    <a:pt x="0" y="1"/>
                  </a:lnTo>
                  <a:lnTo>
                    <a:pt x="8" y="1"/>
                  </a:lnTo>
                  <a:lnTo>
                    <a:pt x="42" y="0"/>
                  </a:ln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29" name="Google Shape;229;p15"/>
            <p:cNvSpPr/>
            <p:nvPr/>
          </p:nvSpPr>
          <p:spPr>
            <a:xfrm>
              <a:off x="6640513" y="2806700"/>
              <a:ext cx="227013" cy="15875"/>
            </a:xfrm>
            <a:custGeom>
              <a:rect b="b" l="l" r="r" t="t"/>
              <a:pathLst>
                <a:path extrusionOk="0" h="7" w="118">
                  <a:moveTo>
                    <a:pt x="80" y="7"/>
                  </a:moveTo>
                  <a:lnTo>
                    <a:pt x="80" y="7"/>
                  </a:lnTo>
                  <a:cubicBezTo>
                    <a:pt x="118" y="5"/>
                    <a:pt x="19" y="3"/>
                    <a:pt x="85" y="1"/>
                  </a:cubicBezTo>
                  <a:cubicBezTo>
                    <a:pt x="0" y="0"/>
                    <a:pt x="92" y="4"/>
                    <a:pt x="29" y="4"/>
                  </a:cubicBezTo>
                  <a:cubicBezTo>
                    <a:pt x="66" y="4"/>
                    <a:pt x="84" y="6"/>
                    <a:pt x="80"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0" name="Google Shape;230;p15"/>
            <p:cNvSpPr/>
            <p:nvPr/>
          </p:nvSpPr>
          <p:spPr>
            <a:xfrm>
              <a:off x="6661150" y="2814638"/>
              <a:ext cx="34925" cy="1587"/>
            </a:xfrm>
            <a:custGeom>
              <a:rect b="b" l="l" r="r" t="t"/>
              <a:pathLst>
                <a:path extrusionOk="0" h="1" w="18">
                  <a:moveTo>
                    <a:pt x="18" y="1"/>
                  </a:moveTo>
                  <a:lnTo>
                    <a:pt x="18" y="1"/>
                  </a:lnTo>
                  <a:lnTo>
                    <a:pt x="0" y="0"/>
                  </a:lnTo>
                  <a:lnTo>
                    <a:pt x="18"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1" name="Google Shape;231;p15"/>
            <p:cNvSpPr/>
            <p:nvPr/>
          </p:nvSpPr>
          <p:spPr>
            <a:xfrm>
              <a:off x="5661025" y="2789238"/>
              <a:ext cx="23813" cy="1587"/>
            </a:xfrm>
            <a:custGeom>
              <a:rect b="b" l="l" r="r" t="t"/>
              <a:pathLst>
                <a:path extrusionOk="0" h="1" w="13">
                  <a:moveTo>
                    <a:pt x="0" y="1"/>
                  </a:moveTo>
                  <a:lnTo>
                    <a:pt x="0" y="1"/>
                  </a:lnTo>
                  <a:lnTo>
                    <a:pt x="13" y="0"/>
                  </a:lnTo>
                  <a:lnTo>
                    <a:pt x="0"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2" name="Google Shape;232;p15"/>
            <p:cNvSpPr/>
            <p:nvPr/>
          </p:nvSpPr>
          <p:spPr>
            <a:xfrm>
              <a:off x="6162675" y="2814638"/>
              <a:ext cx="258763" cy="7937"/>
            </a:xfrm>
            <a:custGeom>
              <a:rect b="b" l="l" r="r" t="t"/>
              <a:pathLst>
                <a:path extrusionOk="0" h="4" w="135">
                  <a:moveTo>
                    <a:pt x="77" y="2"/>
                  </a:moveTo>
                  <a:lnTo>
                    <a:pt x="77" y="2"/>
                  </a:lnTo>
                  <a:lnTo>
                    <a:pt x="135" y="0"/>
                  </a:lnTo>
                  <a:cubicBezTo>
                    <a:pt x="96" y="1"/>
                    <a:pt x="0" y="1"/>
                    <a:pt x="6" y="4"/>
                  </a:cubicBezTo>
                  <a:cubicBezTo>
                    <a:pt x="37" y="4"/>
                    <a:pt x="75" y="4"/>
                    <a:pt x="90" y="3"/>
                  </a:cubicBezTo>
                  <a:lnTo>
                    <a:pt x="77"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3" name="Google Shape;233;p15"/>
            <p:cNvSpPr/>
            <p:nvPr/>
          </p:nvSpPr>
          <p:spPr>
            <a:xfrm>
              <a:off x="5019675" y="2713038"/>
              <a:ext cx="73025" cy="4762"/>
            </a:xfrm>
            <a:custGeom>
              <a:rect b="b" l="l" r="r" t="t"/>
              <a:pathLst>
                <a:path extrusionOk="0" h="2" w="38">
                  <a:moveTo>
                    <a:pt x="13" y="1"/>
                  </a:moveTo>
                  <a:lnTo>
                    <a:pt x="13" y="1"/>
                  </a:lnTo>
                  <a:lnTo>
                    <a:pt x="38" y="0"/>
                  </a:lnTo>
                  <a:lnTo>
                    <a:pt x="7" y="0"/>
                  </a:lnTo>
                  <a:cubicBezTo>
                    <a:pt x="16" y="0"/>
                    <a:pt x="0" y="2"/>
                    <a:pt x="13"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4" name="Google Shape;234;p15"/>
            <p:cNvSpPr/>
            <p:nvPr/>
          </p:nvSpPr>
          <p:spPr>
            <a:xfrm>
              <a:off x="5021263" y="2713038"/>
              <a:ext cx="11113" cy="0"/>
            </a:xfrm>
            <a:custGeom>
              <a:rect b="b" l="l" r="r" t="t"/>
              <a:pathLst>
                <a:path extrusionOk="0" h="120000" w="6">
                  <a:moveTo>
                    <a:pt x="0" y="0"/>
                  </a:moveTo>
                  <a:lnTo>
                    <a:pt x="0" y="0"/>
                  </a:lnTo>
                  <a:lnTo>
                    <a:pt x="6"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5" name="Google Shape;235;p15"/>
            <p:cNvSpPr/>
            <p:nvPr/>
          </p:nvSpPr>
          <p:spPr>
            <a:xfrm>
              <a:off x="5864225" y="2784475"/>
              <a:ext cx="101600" cy="4762"/>
            </a:xfrm>
            <a:custGeom>
              <a:rect b="b" l="l" r="r" t="t"/>
              <a:pathLst>
                <a:path extrusionOk="0" h="2" w="53">
                  <a:moveTo>
                    <a:pt x="3" y="2"/>
                  </a:moveTo>
                  <a:lnTo>
                    <a:pt x="3" y="2"/>
                  </a:lnTo>
                  <a:cubicBezTo>
                    <a:pt x="21" y="2"/>
                    <a:pt x="36" y="2"/>
                    <a:pt x="53" y="1"/>
                  </a:cubicBezTo>
                  <a:cubicBezTo>
                    <a:pt x="46" y="1"/>
                    <a:pt x="0" y="0"/>
                    <a:pt x="3"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6" name="Google Shape;236;p15"/>
            <p:cNvSpPr/>
            <p:nvPr/>
          </p:nvSpPr>
          <p:spPr>
            <a:xfrm>
              <a:off x="4703763" y="2722563"/>
              <a:ext cx="84138" cy="1587"/>
            </a:xfrm>
            <a:custGeom>
              <a:rect b="b" l="l" r="r" t="t"/>
              <a:pathLst>
                <a:path extrusionOk="0" h="1" w="44">
                  <a:moveTo>
                    <a:pt x="3" y="1"/>
                  </a:moveTo>
                  <a:lnTo>
                    <a:pt x="3" y="1"/>
                  </a:lnTo>
                  <a:lnTo>
                    <a:pt x="44" y="0"/>
                  </a:lnTo>
                  <a:lnTo>
                    <a:pt x="0" y="0"/>
                  </a:lnTo>
                  <a:lnTo>
                    <a:pt x="3"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7" name="Google Shape;237;p15"/>
            <p:cNvSpPr/>
            <p:nvPr/>
          </p:nvSpPr>
          <p:spPr>
            <a:xfrm>
              <a:off x="4264025" y="2713038"/>
              <a:ext cx="77788" cy="4762"/>
            </a:xfrm>
            <a:custGeom>
              <a:rect b="b" l="l" r="r" t="t"/>
              <a:pathLst>
                <a:path extrusionOk="0" h="2" w="41">
                  <a:moveTo>
                    <a:pt x="41" y="1"/>
                  </a:moveTo>
                  <a:lnTo>
                    <a:pt x="41" y="1"/>
                  </a:lnTo>
                  <a:lnTo>
                    <a:pt x="34" y="0"/>
                  </a:lnTo>
                  <a:lnTo>
                    <a:pt x="0" y="1"/>
                  </a:lnTo>
                  <a:lnTo>
                    <a:pt x="7" y="2"/>
                  </a:lnTo>
                  <a:lnTo>
                    <a:pt x="4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8" name="Google Shape;238;p15"/>
            <p:cNvSpPr/>
            <p:nvPr/>
          </p:nvSpPr>
          <p:spPr>
            <a:xfrm>
              <a:off x="4800600" y="2822575"/>
              <a:ext cx="117475" cy="7937"/>
            </a:xfrm>
            <a:custGeom>
              <a:rect b="b" l="l" r="r" t="t"/>
              <a:pathLst>
                <a:path extrusionOk="0" h="3" w="61">
                  <a:moveTo>
                    <a:pt x="11" y="2"/>
                  </a:moveTo>
                  <a:lnTo>
                    <a:pt x="11" y="2"/>
                  </a:lnTo>
                  <a:cubicBezTo>
                    <a:pt x="39" y="3"/>
                    <a:pt x="61" y="0"/>
                    <a:pt x="54" y="0"/>
                  </a:cubicBezTo>
                  <a:lnTo>
                    <a:pt x="0" y="0"/>
                  </a:lnTo>
                  <a:cubicBezTo>
                    <a:pt x="13" y="2"/>
                    <a:pt x="15" y="0"/>
                    <a:pt x="46" y="0"/>
                  </a:cubicBezTo>
                  <a:lnTo>
                    <a:pt x="11"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39" name="Google Shape;239;p15"/>
            <p:cNvSpPr/>
            <p:nvPr/>
          </p:nvSpPr>
          <p:spPr>
            <a:xfrm>
              <a:off x="187325" y="2714625"/>
              <a:ext cx="1925638" cy="31750"/>
            </a:xfrm>
            <a:custGeom>
              <a:rect b="b" l="l" r="r" t="t"/>
              <a:pathLst>
                <a:path extrusionOk="0" h="14" w="100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0" name="Google Shape;240;p15"/>
            <p:cNvSpPr/>
            <p:nvPr/>
          </p:nvSpPr>
          <p:spPr>
            <a:xfrm>
              <a:off x="1947862" y="2735263"/>
              <a:ext cx="47625" cy="0"/>
            </a:xfrm>
            <a:custGeom>
              <a:rect b="b" l="l" r="r" t="t"/>
              <a:pathLst>
                <a:path extrusionOk="0" h="120000" w="25">
                  <a:moveTo>
                    <a:pt x="0" y="0"/>
                  </a:moveTo>
                  <a:lnTo>
                    <a:pt x="0" y="0"/>
                  </a:lnTo>
                  <a:lnTo>
                    <a:pt x="25" y="0"/>
                  </a:ln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1" name="Google Shape;241;p15"/>
            <p:cNvSpPr/>
            <p:nvPr/>
          </p:nvSpPr>
          <p:spPr>
            <a:xfrm>
              <a:off x="112712" y="2724150"/>
              <a:ext cx="74613" cy="0"/>
            </a:xfrm>
            <a:custGeom>
              <a:rect b="b" l="l" r="r" t="t"/>
              <a:pathLst>
                <a:path extrusionOk="0" h="120000" w="39">
                  <a:moveTo>
                    <a:pt x="0" y="0"/>
                  </a:moveTo>
                  <a:lnTo>
                    <a:pt x="0" y="0"/>
                  </a:lnTo>
                  <a:lnTo>
                    <a:pt x="39" y="0"/>
                  </a:lnTo>
                  <a:cubicBezTo>
                    <a:pt x="27" y="0"/>
                    <a:pt x="14"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2" name="Google Shape;242;p15"/>
            <p:cNvSpPr/>
            <p:nvPr/>
          </p:nvSpPr>
          <p:spPr>
            <a:xfrm>
              <a:off x="2187575" y="2717800"/>
              <a:ext cx="176213" cy="6350"/>
            </a:xfrm>
            <a:custGeom>
              <a:rect b="b" l="l" r="r" t="t"/>
              <a:pathLst>
                <a:path extrusionOk="0" h="3" w="92">
                  <a:moveTo>
                    <a:pt x="71" y="3"/>
                  </a:moveTo>
                  <a:lnTo>
                    <a:pt x="71" y="3"/>
                  </a:lnTo>
                  <a:cubicBezTo>
                    <a:pt x="47" y="2"/>
                    <a:pt x="88" y="1"/>
                    <a:pt x="92" y="0"/>
                  </a:cubicBezTo>
                  <a:lnTo>
                    <a:pt x="8" y="1"/>
                  </a:lnTo>
                  <a:cubicBezTo>
                    <a:pt x="8" y="1"/>
                    <a:pt x="0" y="2"/>
                    <a:pt x="2" y="3"/>
                  </a:cubicBezTo>
                  <a:lnTo>
                    <a:pt x="71"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3" name="Google Shape;243;p15"/>
            <p:cNvSpPr/>
            <p:nvPr/>
          </p:nvSpPr>
          <p:spPr>
            <a:xfrm>
              <a:off x="2112962" y="2714625"/>
              <a:ext cx="90488" cy="4762"/>
            </a:xfrm>
            <a:custGeom>
              <a:rect b="b" l="l" r="r" t="t"/>
              <a:pathLst>
                <a:path extrusionOk="0" h="2" w="47">
                  <a:moveTo>
                    <a:pt x="22" y="0"/>
                  </a:moveTo>
                  <a:lnTo>
                    <a:pt x="22" y="0"/>
                  </a:lnTo>
                  <a:cubicBezTo>
                    <a:pt x="19" y="1"/>
                    <a:pt x="11" y="1"/>
                    <a:pt x="0" y="2"/>
                  </a:cubicBezTo>
                  <a:lnTo>
                    <a:pt x="47" y="2"/>
                  </a:lnTo>
                  <a:cubicBezTo>
                    <a:pt x="47" y="1"/>
                    <a:pt x="41" y="0"/>
                    <a:pt x="2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4" name="Google Shape;244;p15"/>
            <p:cNvSpPr/>
            <p:nvPr/>
          </p:nvSpPr>
          <p:spPr>
            <a:xfrm>
              <a:off x="2101850" y="2811463"/>
              <a:ext cx="71438" cy="3175"/>
            </a:xfrm>
            <a:custGeom>
              <a:rect b="b" l="l" r="r" t="t"/>
              <a:pathLst>
                <a:path extrusionOk="0" h="1" w="37">
                  <a:moveTo>
                    <a:pt x="37" y="0"/>
                  </a:moveTo>
                  <a:lnTo>
                    <a:pt x="37" y="0"/>
                  </a:lnTo>
                  <a:lnTo>
                    <a:pt x="22" y="1"/>
                  </a:lnTo>
                  <a:lnTo>
                    <a:pt x="0" y="1"/>
                  </a:lnTo>
                  <a:lnTo>
                    <a:pt x="3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5" name="Google Shape;245;p15"/>
            <p:cNvSpPr/>
            <p:nvPr/>
          </p:nvSpPr>
          <p:spPr>
            <a:xfrm>
              <a:off x="1724025" y="2805113"/>
              <a:ext cx="120650" cy="4762"/>
            </a:xfrm>
            <a:custGeom>
              <a:rect b="b" l="l" r="r" t="t"/>
              <a:pathLst>
                <a:path extrusionOk="0" h="2" w="63">
                  <a:moveTo>
                    <a:pt x="0" y="0"/>
                  </a:moveTo>
                  <a:lnTo>
                    <a:pt x="0" y="0"/>
                  </a:lnTo>
                  <a:cubicBezTo>
                    <a:pt x="18" y="2"/>
                    <a:pt x="52" y="1"/>
                    <a:pt x="63" y="0"/>
                  </a:cubicBezTo>
                  <a:cubicBezTo>
                    <a:pt x="24" y="0"/>
                    <a:pt x="41"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6" name="Google Shape;246;p15"/>
            <p:cNvSpPr/>
            <p:nvPr/>
          </p:nvSpPr>
          <p:spPr>
            <a:xfrm>
              <a:off x="1744662" y="2833688"/>
              <a:ext cx="73025" cy="3175"/>
            </a:xfrm>
            <a:custGeom>
              <a:rect b="b" l="l" r="r" t="t"/>
              <a:pathLst>
                <a:path extrusionOk="0" h="1" w="38">
                  <a:moveTo>
                    <a:pt x="38" y="0"/>
                  </a:moveTo>
                  <a:lnTo>
                    <a:pt x="38" y="0"/>
                  </a:lnTo>
                  <a:lnTo>
                    <a:pt x="0" y="1"/>
                  </a:lnTo>
                  <a:lnTo>
                    <a:pt x="3" y="1"/>
                  </a:lnTo>
                  <a:lnTo>
                    <a:pt x="3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7" name="Google Shape;247;p15"/>
            <p:cNvSpPr/>
            <p:nvPr/>
          </p:nvSpPr>
          <p:spPr>
            <a:xfrm>
              <a:off x="-474663" y="2741613"/>
              <a:ext cx="34925" cy="0"/>
            </a:xfrm>
            <a:custGeom>
              <a:rect b="b" l="l" r="r" t="t"/>
              <a:pathLst>
                <a:path extrusionOk="0" h="120000" w="18">
                  <a:moveTo>
                    <a:pt x="18" y="0"/>
                  </a:moveTo>
                  <a:lnTo>
                    <a:pt x="18" y="0"/>
                  </a:lnTo>
                  <a:lnTo>
                    <a:pt x="0" y="0"/>
                  </a:lnTo>
                  <a:lnTo>
                    <a:pt x="18"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8" name="Google Shape;248;p15"/>
            <p:cNvSpPr/>
            <p:nvPr/>
          </p:nvSpPr>
          <p:spPr>
            <a:xfrm>
              <a:off x="-947738" y="2725738"/>
              <a:ext cx="1239838" cy="19050"/>
            </a:xfrm>
            <a:custGeom>
              <a:rect b="b" l="l" r="r" t="t"/>
              <a:pathLst>
                <a:path extrusionOk="0" h="8" w="647">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9" name="Google Shape;249;p15"/>
            <p:cNvSpPr/>
            <p:nvPr/>
          </p:nvSpPr>
          <p:spPr>
            <a:xfrm>
              <a:off x="-1944688" y="2741613"/>
              <a:ext cx="4763" cy="0"/>
            </a:xfrm>
            <a:custGeom>
              <a:rect b="b" l="l" r="r" t="t"/>
              <a:pathLst>
                <a:path extrusionOk="0" h="120000" w="2">
                  <a:moveTo>
                    <a:pt x="1" y="0"/>
                  </a:moveTo>
                  <a:lnTo>
                    <a:pt x="1" y="0"/>
                  </a:lnTo>
                  <a:lnTo>
                    <a:pt x="2" y="0"/>
                  </a:lnTo>
                  <a:cubicBezTo>
                    <a:pt x="0" y="0"/>
                    <a:pt x="0"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0" name="Google Shape;250;p15"/>
            <p:cNvSpPr/>
            <p:nvPr/>
          </p:nvSpPr>
          <p:spPr>
            <a:xfrm>
              <a:off x="-1939925" y="2735263"/>
              <a:ext cx="173038" cy="6350"/>
            </a:xfrm>
            <a:custGeom>
              <a:rect b="b" l="l" r="r" t="t"/>
              <a:pathLst>
                <a:path extrusionOk="0" h="3" w="90">
                  <a:moveTo>
                    <a:pt x="36" y="3"/>
                  </a:moveTo>
                  <a:lnTo>
                    <a:pt x="36" y="3"/>
                  </a:lnTo>
                  <a:lnTo>
                    <a:pt x="90" y="0"/>
                  </a:lnTo>
                  <a:lnTo>
                    <a:pt x="6" y="1"/>
                  </a:lnTo>
                  <a:lnTo>
                    <a:pt x="0" y="3"/>
                  </a:lnTo>
                  <a:cubicBezTo>
                    <a:pt x="8" y="2"/>
                    <a:pt x="37" y="1"/>
                    <a:pt x="48" y="2"/>
                  </a:cubicBezTo>
                  <a:lnTo>
                    <a:pt x="36"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1" name="Google Shape;251;p15"/>
            <p:cNvSpPr/>
            <p:nvPr/>
          </p:nvSpPr>
          <p:spPr>
            <a:xfrm>
              <a:off x="-1773238" y="2733675"/>
              <a:ext cx="123825" cy="12700"/>
            </a:xfrm>
            <a:custGeom>
              <a:rect b="b" l="l" r="r" t="t"/>
              <a:pathLst>
                <a:path extrusionOk="0" h="6" w="65">
                  <a:moveTo>
                    <a:pt x="65" y="0"/>
                  </a:moveTo>
                  <a:lnTo>
                    <a:pt x="65" y="0"/>
                  </a:lnTo>
                  <a:cubicBezTo>
                    <a:pt x="22" y="1"/>
                    <a:pt x="25" y="3"/>
                    <a:pt x="48" y="4"/>
                  </a:cubicBezTo>
                  <a:cubicBezTo>
                    <a:pt x="8" y="5"/>
                    <a:pt x="27" y="1"/>
                    <a:pt x="0" y="4"/>
                  </a:cubicBezTo>
                  <a:cubicBezTo>
                    <a:pt x="1" y="6"/>
                    <a:pt x="50" y="5"/>
                    <a:pt x="61" y="4"/>
                  </a:cubicBezTo>
                  <a:lnTo>
                    <a:pt x="65"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2" name="Google Shape;252;p15"/>
            <p:cNvSpPr/>
            <p:nvPr/>
          </p:nvSpPr>
          <p:spPr>
            <a:xfrm>
              <a:off x="-1057275" y="2735263"/>
              <a:ext cx="57150" cy="3175"/>
            </a:xfrm>
            <a:custGeom>
              <a:rect b="b" l="l" r="r" t="t"/>
              <a:pathLst>
                <a:path extrusionOk="0" h="1" w="30">
                  <a:moveTo>
                    <a:pt x="12" y="0"/>
                  </a:moveTo>
                  <a:lnTo>
                    <a:pt x="12" y="0"/>
                  </a:lnTo>
                  <a:lnTo>
                    <a:pt x="0" y="1"/>
                  </a:lnTo>
                  <a:lnTo>
                    <a:pt x="30" y="1"/>
                  </a:lnTo>
                  <a:lnTo>
                    <a:pt x="12"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3" name="Google Shape;253;p15"/>
            <p:cNvSpPr/>
            <p:nvPr/>
          </p:nvSpPr>
          <p:spPr>
            <a:xfrm>
              <a:off x="-1116013" y="2738438"/>
              <a:ext cx="58738" cy="3175"/>
            </a:xfrm>
            <a:custGeom>
              <a:rect b="b" l="l" r="r" t="t"/>
              <a:pathLst>
                <a:path extrusionOk="0" h="2" w="30">
                  <a:moveTo>
                    <a:pt x="30" y="0"/>
                  </a:moveTo>
                  <a:lnTo>
                    <a:pt x="30" y="0"/>
                  </a:lnTo>
                  <a:lnTo>
                    <a:pt x="0" y="0"/>
                  </a:lnTo>
                  <a:cubicBezTo>
                    <a:pt x="2" y="0"/>
                    <a:pt x="4" y="1"/>
                    <a:pt x="9" y="2"/>
                  </a:cubicBezTo>
                  <a:lnTo>
                    <a:pt x="3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4" name="Google Shape;254;p15"/>
            <p:cNvSpPr/>
            <p:nvPr/>
          </p:nvSpPr>
          <p:spPr>
            <a:xfrm>
              <a:off x="-1349375" y="2735263"/>
              <a:ext cx="84138" cy="0"/>
            </a:xfrm>
            <a:custGeom>
              <a:rect b="b" l="l" r="r" t="t"/>
              <a:pathLst>
                <a:path extrusionOk="0" h="120000" w="44">
                  <a:moveTo>
                    <a:pt x="44" y="0"/>
                  </a:moveTo>
                  <a:lnTo>
                    <a:pt x="44" y="0"/>
                  </a:lnTo>
                  <a:lnTo>
                    <a:pt x="0" y="0"/>
                  </a:lnTo>
                  <a:lnTo>
                    <a:pt x="4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5" name="Google Shape;255;p15"/>
            <p:cNvSpPr/>
            <p:nvPr/>
          </p:nvSpPr>
          <p:spPr>
            <a:xfrm>
              <a:off x="-1265238" y="2735263"/>
              <a:ext cx="65088" cy="3175"/>
            </a:xfrm>
            <a:custGeom>
              <a:rect b="b" l="l" r="r" t="t"/>
              <a:pathLst>
                <a:path extrusionOk="0" h="1" w="34">
                  <a:moveTo>
                    <a:pt x="34" y="1"/>
                  </a:moveTo>
                  <a:lnTo>
                    <a:pt x="34" y="1"/>
                  </a:lnTo>
                  <a:lnTo>
                    <a:pt x="33" y="0"/>
                  </a:lnTo>
                  <a:lnTo>
                    <a:pt x="0" y="0"/>
                  </a:lnTo>
                  <a:lnTo>
                    <a:pt x="34"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6" name="Google Shape;256;p15"/>
            <p:cNvSpPr/>
            <p:nvPr/>
          </p:nvSpPr>
          <p:spPr>
            <a:xfrm>
              <a:off x="-1219200" y="2728913"/>
              <a:ext cx="103188" cy="9525"/>
            </a:xfrm>
            <a:custGeom>
              <a:rect b="b" l="l" r="r" t="t"/>
              <a:pathLst>
                <a:path extrusionOk="0" h="4" w="54">
                  <a:moveTo>
                    <a:pt x="54" y="4"/>
                  </a:moveTo>
                  <a:lnTo>
                    <a:pt x="54" y="4"/>
                  </a:lnTo>
                  <a:cubicBezTo>
                    <a:pt x="49" y="2"/>
                    <a:pt x="43" y="0"/>
                    <a:pt x="0" y="1"/>
                  </a:cubicBezTo>
                  <a:lnTo>
                    <a:pt x="9" y="3"/>
                  </a:lnTo>
                  <a:lnTo>
                    <a:pt x="54"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7" name="Google Shape;257;p15"/>
            <p:cNvSpPr/>
            <p:nvPr/>
          </p:nvSpPr>
          <p:spPr>
            <a:xfrm>
              <a:off x="1225550" y="2830513"/>
              <a:ext cx="73025" cy="3175"/>
            </a:xfrm>
            <a:custGeom>
              <a:rect b="b" l="l" r="r" t="t"/>
              <a:pathLst>
                <a:path extrusionOk="0" h="2" w="38">
                  <a:moveTo>
                    <a:pt x="34" y="0"/>
                  </a:moveTo>
                  <a:lnTo>
                    <a:pt x="34" y="0"/>
                  </a:lnTo>
                  <a:lnTo>
                    <a:pt x="0" y="1"/>
                  </a:lnTo>
                  <a:lnTo>
                    <a:pt x="4" y="2"/>
                  </a:lnTo>
                  <a:lnTo>
                    <a:pt x="38" y="1"/>
                  </a:lnTo>
                  <a:lnTo>
                    <a:pt x="3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8" name="Google Shape;258;p15"/>
            <p:cNvSpPr/>
            <p:nvPr/>
          </p:nvSpPr>
          <p:spPr>
            <a:xfrm>
              <a:off x="874712" y="2827338"/>
              <a:ext cx="39688" cy="3175"/>
            </a:xfrm>
            <a:custGeom>
              <a:rect b="b" l="l" r="r" t="t"/>
              <a:pathLst>
                <a:path extrusionOk="0" h="1" w="21">
                  <a:moveTo>
                    <a:pt x="21" y="0"/>
                  </a:moveTo>
                  <a:lnTo>
                    <a:pt x="21" y="0"/>
                  </a:lnTo>
                  <a:lnTo>
                    <a:pt x="0" y="1"/>
                  </a:lnTo>
                  <a:cubicBezTo>
                    <a:pt x="9" y="1"/>
                    <a:pt x="16" y="1"/>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9" name="Google Shape;259;p15"/>
            <p:cNvSpPr/>
            <p:nvPr/>
          </p:nvSpPr>
          <p:spPr>
            <a:xfrm>
              <a:off x="417512" y="2827338"/>
              <a:ext cx="457200" cy="31750"/>
            </a:xfrm>
            <a:custGeom>
              <a:rect b="b" l="l" r="r" t="t"/>
              <a:pathLst>
                <a:path extrusionOk="0" h="14" w="238">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0" name="Google Shape;260;p15"/>
            <p:cNvSpPr/>
            <p:nvPr/>
          </p:nvSpPr>
          <p:spPr>
            <a:xfrm>
              <a:off x="755650" y="2859087"/>
              <a:ext cx="68263" cy="4762"/>
            </a:xfrm>
            <a:custGeom>
              <a:rect b="b" l="l" r="r" t="t"/>
              <a:pathLst>
                <a:path extrusionOk="0" h="2" w="36">
                  <a:moveTo>
                    <a:pt x="0" y="1"/>
                  </a:moveTo>
                  <a:lnTo>
                    <a:pt x="0" y="1"/>
                  </a:lnTo>
                  <a:cubicBezTo>
                    <a:pt x="19" y="2"/>
                    <a:pt x="24" y="1"/>
                    <a:pt x="36" y="1"/>
                  </a:cubicBezTo>
                  <a:cubicBezTo>
                    <a:pt x="33" y="0"/>
                    <a:pt x="15" y="1"/>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1" name="Google Shape;261;p15"/>
            <p:cNvSpPr/>
            <p:nvPr/>
          </p:nvSpPr>
          <p:spPr>
            <a:xfrm>
              <a:off x="-133350" y="2798763"/>
              <a:ext cx="111125" cy="4762"/>
            </a:xfrm>
            <a:custGeom>
              <a:rect b="b" l="l" r="r" t="t"/>
              <a:pathLst>
                <a:path extrusionOk="0" h="2" w="58">
                  <a:moveTo>
                    <a:pt x="37" y="0"/>
                  </a:moveTo>
                  <a:lnTo>
                    <a:pt x="37" y="0"/>
                  </a:lnTo>
                  <a:cubicBezTo>
                    <a:pt x="34" y="1"/>
                    <a:pt x="0" y="1"/>
                    <a:pt x="7" y="2"/>
                  </a:cubicBezTo>
                  <a:lnTo>
                    <a:pt x="58" y="2"/>
                  </a:lnTo>
                  <a:cubicBezTo>
                    <a:pt x="46" y="2"/>
                    <a:pt x="42" y="1"/>
                    <a:pt x="3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2" name="Google Shape;262;p15"/>
            <p:cNvSpPr/>
            <p:nvPr/>
          </p:nvSpPr>
          <p:spPr>
            <a:xfrm>
              <a:off x="-22225" y="2800350"/>
              <a:ext cx="44450" cy="3175"/>
            </a:xfrm>
            <a:custGeom>
              <a:rect b="b" l="l" r="r" t="t"/>
              <a:pathLst>
                <a:path extrusionOk="0" h="1" w="23">
                  <a:moveTo>
                    <a:pt x="23" y="0"/>
                  </a:moveTo>
                  <a:lnTo>
                    <a:pt x="23" y="0"/>
                  </a:lnTo>
                  <a:lnTo>
                    <a:pt x="0" y="1"/>
                  </a:lnTo>
                  <a:cubicBezTo>
                    <a:pt x="6" y="1"/>
                    <a:pt x="13"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3" name="Google Shape;263;p15"/>
            <p:cNvSpPr/>
            <p:nvPr/>
          </p:nvSpPr>
          <p:spPr>
            <a:xfrm>
              <a:off x="-66675" y="2798763"/>
              <a:ext cx="6350" cy="0"/>
            </a:xfrm>
            <a:custGeom>
              <a:rect b="b" l="l" r="r" t="t"/>
              <a:pathLst>
                <a:path extrusionOk="0" h="120000" w="3">
                  <a:moveTo>
                    <a:pt x="0" y="0"/>
                  </a:moveTo>
                  <a:lnTo>
                    <a:pt x="0" y="0"/>
                  </a:lnTo>
                  <a:lnTo>
                    <a:pt x="2" y="0"/>
                  </a:lnTo>
                  <a:cubicBezTo>
                    <a:pt x="3" y="0"/>
                    <a:pt x="3" y="0"/>
                    <a:pt x="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4" name="Google Shape;264;p15"/>
            <p:cNvSpPr/>
            <p:nvPr/>
          </p:nvSpPr>
          <p:spPr>
            <a:xfrm>
              <a:off x="-1566863" y="2730500"/>
              <a:ext cx="65088" cy="3175"/>
            </a:xfrm>
            <a:custGeom>
              <a:rect b="b" l="l" r="r" t="t"/>
              <a:pathLst>
                <a:path extrusionOk="0" h="1" w="34">
                  <a:moveTo>
                    <a:pt x="33" y="1"/>
                  </a:moveTo>
                  <a:lnTo>
                    <a:pt x="33" y="1"/>
                  </a:lnTo>
                  <a:cubicBezTo>
                    <a:pt x="34" y="0"/>
                    <a:pt x="12" y="1"/>
                    <a:pt x="0" y="1"/>
                  </a:cubicBezTo>
                  <a:cubicBezTo>
                    <a:pt x="9" y="1"/>
                    <a:pt x="22" y="1"/>
                    <a:pt x="33"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5" name="Google Shape;265;p15"/>
            <p:cNvSpPr/>
            <p:nvPr/>
          </p:nvSpPr>
          <p:spPr>
            <a:xfrm>
              <a:off x="-3175000" y="2740025"/>
              <a:ext cx="38100" cy="0"/>
            </a:xfrm>
            <a:custGeom>
              <a:rect b="b" l="l" r="r" t="t"/>
              <a:pathLst>
                <a:path extrusionOk="0" h="120000" w="20">
                  <a:moveTo>
                    <a:pt x="20" y="0"/>
                  </a:moveTo>
                  <a:lnTo>
                    <a:pt x="20" y="0"/>
                  </a:lnTo>
                  <a:lnTo>
                    <a:pt x="0" y="0"/>
                  </a:lnTo>
                  <a:cubicBezTo>
                    <a:pt x="7" y="0"/>
                    <a:pt x="11" y="0"/>
                    <a:pt x="2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6" name="Google Shape;266;p15"/>
            <p:cNvSpPr/>
            <p:nvPr/>
          </p:nvSpPr>
          <p:spPr>
            <a:xfrm>
              <a:off x="-3735388" y="2803525"/>
              <a:ext cx="6350" cy="1587"/>
            </a:xfrm>
            <a:custGeom>
              <a:rect b="b" l="l" r="r" t="t"/>
              <a:pathLst>
                <a:path extrusionOk="0" h="1" w="4">
                  <a:moveTo>
                    <a:pt x="4" y="0"/>
                  </a:moveTo>
                  <a:lnTo>
                    <a:pt x="4" y="0"/>
                  </a:lnTo>
                  <a:cubicBezTo>
                    <a:pt x="3" y="0"/>
                    <a:pt x="2" y="1"/>
                    <a:pt x="0" y="1"/>
                  </a:cubicBezTo>
                  <a:cubicBezTo>
                    <a:pt x="2" y="1"/>
                    <a:pt x="3" y="1"/>
                    <a:pt x="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7" name="Google Shape;267;p15"/>
            <p:cNvSpPr/>
            <p:nvPr/>
          </p:nvSpPr>
          <p:spPr>
            <a:xfrm>
              <a:off x="-3924300" y="2803525"/>
              <a:ext cx="188913" cy="3175"/>
            </a:xfrm>
            <a:custGeom>
              <a:rect b="b" l="l" r="r" t="t"/>
              <a:pathLst>
                <a:path extrusionOk="0" h="2" w="98">
                  <a:moveTo>
                    <a:pt x="98" y="1"/>
                  </a:moveTo>
                  <a:lnTo>
                    <a:pt x="98" y="1"/>
                  </a:lnTo>
                  <a:cubicBezTo>
                    <a:pt x="84" y="2"/>
                    <a:pt x="42" y="0"/>
                    <a:pt x="26" y="1"/>
                  </a:cubicBezTo>
                  <a:lnTo>
                    <a:pt x="28" y="1"/>
                  </a:lnTo>
                  <a:lnTo>
                    <a:pt x="0" y="2"/>
                  </a:lnTo>
                  <a:cubicBezTo>
                    <a:pt x="27" y="2"/>
                    <a:pt x="82" y="2"/>
                    <a:pt x="9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sp>
        <p:nvSpPr>
          <p:cNvPr id="268" name="Google Shape;268;p15"/>
          <p:cNvSpPr txBox="1"/>
          <p:nvPr>
            <p:ph idx="1" type="body"/>
          </p:nvPr>
        </p:nvSpPr>
        <p:spPr>
          <a:xfrm>
            <a:off x="1522413" y="5102525"/>
            <a:ext cx="9143999" cy="10696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2400"/>
              <a:buNone/>
              <a:defRPr sz="2400">
                <a:solidFill>
                  <a:schemeClr val="lt1"/>
                </a:solidFill>
              </a:defRPr>
            </a:lvl1pPr>
            <a:lvl2pPr indent="-228600" lvl="1" marL="914400" algn="l">
              <a:lnSpc>
                <a:spcPct val="90000"/>
              </a:lnSpc>
              <a:spcBef>
                <a:spcPts val="600"/>
              </a:spcBef>
              <a:spcAft>
                <a:spcPts val="0"/>
              </a:spcAft>
              <a:buClr>
                <a:schemeClr val="lt1"/>
              </a:buClr>
              <a:buSzPts val="1800"/>
              <a:buNone/>
              <a:defRPr sz="1800">
                <a:solidFill>
                  <a:schemeClr val="lt1"/>
                </a:solidFill>
              </a:defRPr>
            </a:lvl2pPr>
            <a:lvl3pPr indent="-228600" lvl="2" marL="1371600" algn="l">
              <a:lnSpc>
                <a:spcPct val="90000"/>
              </a:lnSpc>
              <a:spcBef>
                <a:spcPts val="600"/>
              </a:spcBef>
              <a:spcAft>
                <a:spcPts val="0"/>
              </a:spcAft>
              <a:buClr>
                <a:schemeClr val="lt1"/>
              </a:buClr>
              <a:buSzPts val="1600"/>
              <a:buNone/>
              <a:defRPr sz="1600">
                <a:solidFill>
                  <a:schemeClr val="lt1"/>
                </a:solidFill>
              </a:defRPr>
            </a:lvl3pPr>
            <a:lvl4pPr indent="-228600" lvl="3" marL="1828800" algn="l">
              <a:lnSpc>
                <a:spcPct val="90000"/>
              </a:lnSpc>
              <a:spcBef>
                <a:spcPts val="600"/>
              </a:spcBef>
              <a:spcAft>
                <a:spcPts val="0"/>
              </a:spcAft>
              <a:buClr>
                <a:schemeClr val="lt1"/>
              </a:buClr>
              <a:buSzPts val="1400"/>
              <a:buNone/>
              <a:defRPr sz="1400">
                <a:solidFill>
                  <a:schemeClr val="lt1"/>
                </a:solidFill>
              </a:defRPr>
            </a:lvl4pPr>
            <a:lvl5pPr indent="-228600" lvl="4" marL="2286000" algn="l">
              <a:lnSpc>
                <a:spcPct val="90000"/>
              </a:lnSpc>
              <a:spcBef>
                <a:spcPts val="600"/>
              </a:spcBef>
              <a:spcAft>
                <a:spcPts val="0"/>
              </a:spcAft>
              <a:buClr>
                <a:schemeClr val="lt1"/>
              </a:buClr>
              <a:buSzPts val="1400"/>
              <a:buNone/>
              <a:defRPr sz="1400">
                <a:solidFill>
                  <a:schemeClr val="lt1"/>
                </a:solidFill>
              </a:defRPr>
            </a:lvl5pPr>
            <a:lvl6pPr indent="-228600" lvl="5" marL="2743200" algn="l">
              <a:lnSpc>
                <a:spcPct val="90000"/>
              </a:lnSpc>
              <a:spcBef>
                <a:spcPts val="600"/>
              </a:spcBef>
              <a:spcAft>
                <a:spcPts val="0"/>
              </a:spcAft>
              <a:buClr>
                <a:schemeClr val="lt1"/>
              </a:buClr>
              <a:buSzPts val="1400"/>
              <a:buNone/>
              <a:defRPr sz="1400">
                <a:solidFill>
                  <a:schemeClr val="lt1"/>
                </a:solidFill>
              </a:defRPr>
            </a:lvl6pPr>
            <a:lvl7pPr indent="-228600" lvl="6" marL="3200400" algn="l">
              <a:lnSpc>
                <a:spcPct val="90000"/>
              </a:lnSpc>
              <a:spcBef>
                <a:spcPts val="600"/>
              </a:spcBef>
              <a:spcAft>
                <a:spcPts val="0"/>
              </a:spcAft>
              <a:buClr>
                <a:schemeClr val="lt1"/>
              </a:buClr>
              <a:buSzPts val="1400"/>
              <a:buNone/>
              <a:defRPr sz="1400">
                <a:solidFill>
                  <a:schemeClr val="lt1"/>
                </a:solidFill>
              </a:defRPr>
            </a:lvl7pPr>
            <a:lvl8pPr indent="-228600" lvl="7" marL="3657600" algn="l">
              <a:lnSpc>
                <a:spcPct val="90000"/>
              </a:lnSpc>
              <a:spcBef>
                <a:spcPts val="600"/>
              </a:spcBef>
              <a:spcAft>
                <a:spcPts val="0"/>
              </a:spcAft>
              <a:buClr>
                <a:schemeClr val="lt1"/>
              </a:buClr>
              <a:buSzPts val="1400"/>
              <a:buNone/>
              <a:defRPr sz="1400">
                <a:solidFill>
                  <a:schemeClr val="lt1"/>
                </a:solidFill>
              </a:defRPr>
            </a:lvl8pPr>
            <a:lvl9pPr indent="-228600" lvl="8" marL="4114800" algn="l">
              <a:lnSpc>
                <a:spcPct val="90000"/>
              </a:lnSpc>
              <a:spcBef>
                <a:spcPts val="600"/>
              </a:spcBef>
              <a:spcAft>
                <a:spcPts val="0"/>
              </a:spcAft>
              <a:buClr>
                <a:schemeClr val="lt1"/>
              </a:buClr>
              <a:buSzPts val="1400"/>
              <a:buNone/>
              <a:defRPr sz="1400">
                <a:solidFill>
                  <a:schemeClr val="lt1"/>
                </a:solidFill>
              </a:defRPr>
            </a:lvl9pPr>
          </a:lstStyle>
          <a:p/>
        </p:txBody>
      </p:sp>
      <p:sp>
        <p:nvSpPr>
          <p:cNvPr id="269" name="Google Shape;269;p15"/>
          <p:cNvSpPr txBox="1"/>
          <p:nvPr>
            <p:ph idx="11" type="ftr"/>
          </p:nvPr>
        </p:nvSpPr>
        <p:spPr>
          <a:xfrm>
            <a:off x="1522413" y="6400801"/>
            <a:ext cx="6324599" cy="27622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0" name="Google Shape;270;p15"/>
          <p:cNvSpPr txBox="1"/>
          <p:nvPr>
            <p:ph idx="10" type="dt"/>
          </p:nvPr>
        </p:nvSpPr>
        <p:spPr>
          <a:xfrm>
            <a:off x="8075612" y="6400801"/>
            <a:ext cx="1243859" cy="2762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1" name="Google Shape;271;p15"/>
          <p:cNvSpPr txBox="1"/>
          <p:nvPr>
            <p:ph idx="12" type="sldNum"/>
          </p:nvPr>
        </p:nvSpPr>
        <p:spPr>
          <a:xfrm>
            <a:off x="9523412" y="6400801"/>
            <a:ext cx="1143002" cy="2762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72" name="Shape 272"/>
        <p:cNvGrpSpPr/>
        <p:nvPr/>
      </p:nvGrpSpPr>
      <p:grpSpPr>
        <a:xfrm>
          <a:off x="0" y="0"/>
          <a:ext cx="0" cy="0"/>
          <a:chOff x="0" y="0"/>
          <a:chExt cx="0" cy="0"/>
        </a:xfrm>
      </p:grpSpPr>
      <p:sp>
        <p:nvSpPr>
          <p:cNvPr id="273" name="Google Shape;273;p21"/>
          <p:cNvSpPr txBox="1"/>
          <p:nvPr>
            <p:ph type="title"/>
          </p:nvPr>
        </p:nvSpPr>
        <p:spPr>
          <a:xfrm>
            <a:off x="1522414" y="274638"/>
            <a:ext cx="9143998" cy="102076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3200"/>
              <a:buFont typeface="Consolas"/>
              <a:buNone/>
              <a:defRPr b="0"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4" name="Google Shape;274;p21"/>
          <p:cNvSpPr txBox="1"/>
          <p:nvPr>
            <p:ph idx="1" type="body"/>
          </p:nvPr>
        </p:nvSpPr>
        <p:spPr>
          <a:xfrm>
            <a:off x="1522413" y="3429000"/>
            <a:ext cx="2743200" cy="27432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200"/>
              </a:spcBef>
              <a:spcAft>
                <a:spcPts val="0"/>
              </a:spcAft>
              <a:buClr>
                <a:schemeClr val="lt1"/>
              </a:buClr>
              <a:buSzPts val="1600"/>
              <a:buNone/>
              <a:defRPr sz="1600"/>
            </a:lvl1pPr>
            <a:lvl2pPr indent="-228600" lvl="1" marL="914400" algn="l">
              <a:lnSpc>
                <a:spcPct val="90000"/>
              </a:lnSpc>
              <a:spcBef>
                <a:spcPts val="600"/>
              </a:spcBef>
              <a:spcAft>
                <a:spcPts val="0"/>
              </a:spcAft>
              <a:buClr>
                <a:schemeClr val="lt1"/>
              </a:buClr>
              <a:buSzPts val="1200"/>
              <a:buNone/>
              <a:defRPr sz="1200"/>
            </a:lvl2pPr>
            <a:lvl3pPr indent="-228600" lvl="2" marL="1371600" algn="l">
              <a:lnSpc>
                <a:spcPct val="90000"/>
              </a:lnSpc>
              <a:spcBef>
                <a:spcPts val="600"/>
              </a:spcBef>
              <a:spcAft>
                <a:spcPts val="0"/>
              </a:spcAft>
              <a:buClr>
                <a:schemeClr val="lt1"/>
              </a:buClr>
              <a:buSzPts val="1000"/>
              <a:buNone/>
              <a:defRPr sz="1000"/>
            </a:lvl3pPr>
            <a:lvl4pPr indent="-228600" lvl="3" marL="1828800" algn="l">
              <a:lnSpc>
                <a:spcPct val="90000"/>
              </a:lnSpc>
              <a:spcBef>
                <a:spcPts val="600"/>
              </a:spcBef>
              <a:spcAft>
                <a:spcPts val="0"/>
              </a:spcAft>
              <a:buClr>
                <a:schemeClr val="lt1"/>
              </a:buClr>
              <a:buSzPts val="900"/>
              <a:buNone/>
              <a:defRPr sz="900"/>
            </a:lvl4pPr>
            <a:lvl5pPr indent="-228600" lvl="4" marL="2286000" algn="l">
              <a:lnSpc>
                <a:spcPct val="90000"/>
              </a:lnSpc>
              <a:spcBef>
                <a:spcPts val="600"/>
              </a:spcBef>
              <a:spcAft>
                <a:spcPts val="0"/>
              </a:spcAft>
              <a:buClr>
                <a:schemeClr val="lt1"/>
              </a:buClr>
              <a:buSzPts val="900"/>
              <a:buNone/>
              <a:defRPr sz="900"/>
            </a:lvl5pPr>
            <a:lvl6pPr indent="-228600" lvl="5" marL="2743200" algn="l">
              <a:lnSpc>
                <a:spcPct val="90000"/>
              </a:lnSpc>
              <a:spcBef>
                <a:spcPts val="600"/>
              </a:spcBef>
              <a:spcAft>
                <a:spcPts val="0"/>
              </a:spcAft>
              <a:buClr>
                <a:schemeClr val="lt1"/>
              </a:buClr>
              <a:buSzPts val="900"/>
              <a:buNone/>
              <a:defRPr sz="900"/>
            </a:lvl6pPr>
            <a:lvl7pPr indent="-228600" lvl="6" marL="3200400" algn="l">
              <a:lnSpc>
                <a:spcPct val="90000"/>
              </a:lnSpc>
              <a:spcBef>
                <a:spcPts val="600"/>
              </a:spcBef>
              <a:spcAft>
                <a:spcPts val="0"/>
              </a:spcAft>
              <a:buClr>
                <a:schemeClr val="lt1"/>
              </a:buClr>
              <a:buSzPts val="900"/>
              <a:buNone/>
              <a:defRPr sz="900"/>
            </a:lvl7pPr>
            <a:lvl8pPr indent="-228600" lvl="7" marL="3657600" algn="l">
              <a:lnSpc>
                <a:spcPct val="90000"/>
              </a:lnSpc>
              <a:spcBef>
                <a:spcPts val="600"/>
              </a:spcBef>
              <a:spcAft>
                <a:spcPts val="0"/>
              </a:spcAft>
              <a:buClr>
                <a:schemeClr val="lt1"/>
              </a:buClr>
              <a:buSzPts val="900"/>
              <a:buNone/>
              <a:defRPr sz="900"/>
            </a:lvl8pPr>
            <a:lvl9pPr indent="-228600" lvl="8" marL="4114800" algn="l">
              <a:lnSpc>
                <a:spcPct val="90000"/>
              </a:lnSpc>
              <a:spcBef>
                <a:spcPts val="600"/>
              </a:spcBef>
              <a:spcAft>
                <a:spcPts val="0"/>
              </a:spcAft>
              <a:buClr>
                <a:schemeClr val="lt1"/>
              </a:buClr>
              <a:buSzPts val="900"/>
              <a:buNone/>
              <a:defRPr sz="900"/>
            </a:lvl9pPr>
          </a:lstStyle>
          <a:p/>
        </p:txBody>
      </p:sp>
      <p:sp>
        <p:nvSpPr>
          <p:cNvPr id="275" name="Google Shape;275;p21"/>
          <p:cNvSpPr txBox="1"/>
          <p:nvPr>
            <p:ph idx="2" type="body"/>
          </p:nvPr>
        </p:nvSpPr>
        <p:spPr>
          <a:xfrm>
            <a:off x="4710022" y="1905000"/>
            <a:ext cx="5669280" cy="40386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800"/>
              </a:spcBef>
              <a:spcAft>
                <a:spcPts val="0"/>
              </a:spcAft>
              <a:buClr>
                <a:schemeClr val="lt1"/>
              </a:buClr>
              <a:buSzPts val="2400"/>
              <a:buChar char="▪"/>
              <a:defRPr sz="2400"/>
            </a:lvl1pPr>
            <a:lvl2pPr indent="-355600" lvl="1" marL="914400" algn="l">
              <a:lnSpc>
                <a:spcPct val="90000"/>
              </a:lnSpc>
              <a:spcBef>
                <a:spcPts val="600"/>
              </a:spcBef>
              <a:spcAft>
                <a:spcPts val="0"/>
              </a:spcAft>
              <a:buClr>
                <a:schemeClr val="lt1"/>
              </a:buClr>
              <a:buSzPts val="2000"/>
              <a:buChar char="–"/>
              <a:defRPr sz="2000"/>
            </a:lvl2pPr>
            <a:lvl3pPr indent="-342900" lvl="2" marL="1371600" algn="l">
              <a:lnSpc>
                <a:spcPct val="90000"/>
              </a:lnSpc>
              <a:spcBef>
                <a:spcPts val="600"/>
              </a:spcBef>
              <a:spcAft>
                <a:spcPts val="0"/>
              </a:spcAft>
              <a:buClr>
                <a:schemeClr val="lt1"/>
              </a:buClr>
              <a:buSzPts val="1800"/>
              <a:buChar char="▪"/>
              <a:defRPr sz="1800"/>
            </a:lvl3pPr>
            <a:lvl4pPr indent="-330200" lvl="3" marL="1828800" algn="l">
              <a:lnSpc>
                <a:spcPct val="90000"/>
              </a:lnSpc>
              <a:spcBef>
                <a:spcPts val="600"/>
              </a:spcBef>
              <a:spcAft>
                <a:spcPts val="0"/>
              </a:spcAft>
              <a:buClr>
                <a:schemeClr val="lt1"/>
              </a:buClr>
              <a:buSzPts val="1600"/>
              <a:buChar char="–"/>
              <a:defRPr sz="1600"/>
            </a:lvl4pPr>
            <a:lvl5pPr indent="-330200" lvl="4" marL="2286000" algn="l">
              <a:lnSpc>
                <a:spcPct val="90000"/>
              </a:lnSpc>
              <a:spcBef>
                <a:spcPts val="600"/>
              </a:spcBef>
              <a:spcAft>
                <a:spcPts val="0"/>
              </a:spcAft>
              <a:buClr>
                <a:schemeClr val="lt1"/>
              </a:buClr>
              <a:buSzPts val="1600"/>
              <a:buChar char="▪"/>
              <a:defRPr sz="1600"/>
            </a:lvl5pPr>
            <a:lvl6pPr indent="-330200" lvl="5" marL="2743200" algn="l">
              <a:lnSpc>
                <a:spcPct val="90000"/>
              </a:lnSpc>
              <a:spcBef>
                <a:spcPts val="600"/>
              </a:spcBef>
              <a:spcAft>
                <a:spcPts val="0"/>
              </a:spcAft>
              <a:buClr>
                <a:schemeClr val="lt1"/>
              </a:buClr>
              <a:buSzPts val="1600"/>
              <a:buChar char="–"/>
              <a:defRPr sz="1600"/>
            </a:lvl6pPr>
            <a:lvl7pPr indent="-330200" lvl="6" marL="3200400" algn="l">
              <a:lnSpc>
                <a:spcPct val="90000"/>
              </a:lnSpc>
              <a:spcBef>
                <a:spcPts val="600"/>
              </a:spcBef>
              <a:spcAft>
                <a:spcPts val="0"/>
              </a:spcAft>
              <a:buClr>
                <a:schemeClr val="lt1"/>
              </a:buClr>
              <a:buSzPts val="1600"/>
              <a:buChar char="▪"/>
              <a:defRPr sz="1600"/>
            </a:lvl7pPr>
            <a:lvl8pPr indent="-330200" lvl="7" marL="3657600" algn="l">
              <a:lnSpc>
                <a:spcPct val="90000"/>
              </a:lnSpc>
              <a:spcBef>
                <a:spcPts val="600"/>
              </a:spcBef>
              <a:spcAft>
                <a:spcPts val="0"/>
              </a:spcAft>
              <a:buClr>
                <a:schemeClr val="lt1"/>
              </a:buClr>
              <a:buSzPts val="1600"/>
              <a:buChar char="–"/>
              <a:defRPr sz="1600"/>
            </a:lvl8pPr>
            <a:lvl9pPr indent="-330200" lvl="8" marL="4114800" algn="l">
              <a:lnSpc>
                <a:spcPct val="90000"/>
              </a:lnSpc>
              <a:spcBef>
                <a:spcPts val="600"/>
              </a:spcBef>
              <a:spcAft>
                <a:spcPts val="0"/>
              </a:spcAft>
              <a:buClr>
                <a:schemeClr val="lt1"/>
              </a:buClr>
              <a:buSzPts val="1600"/>
              <a:buChar char="▪"/>
              <a:defRPr sz="1600"/>
            </a:lvl9pPr>
          </a:lstStyle>
          <a:p/>
        </p:txBody>
      </p:sp>
      <p:grpSp>
        <p:nvGrpSpPr>
          <p:cNvPr descr="Box graphic" id="276" name="Google Shape;276;p21"/>
          <p:cNvGrpSpPr/>
          <p:nvPr/>
        </p:nvGrpSpPr>
        <p:grpSpPr>
          <a:xfrm>
            <a:off x="4417839" y="1630821"/>
            <a:ext cx="6291028" cy="4575885"/>
            <a:chOff x="4417839" y="1630821"/>
            <a:chExt cx="6291028" cy="4575885"/>
          </a:xfrm>
        </p:grpSpPr>
        <p:grpSp>
          <p:nvGrpSpPr>
            <p:cNvPr id="277" name="Google Shape;277;p21"/>
            <p:cNvGrpSpPr/>
            <p:nvPr/>
          </p:nvGrpSpPr>
          <p:grpSpPr>
            <a:xfrm>
              <a:off x="5414491" y="1630821"/>
              <a:ext cx="5294376" cy="4114800"/>
              <a:chOff x="3310555" y="716546"/>
              <a:chExt cx="5294376" cy="4114800"/>
            </a:xfrm>
          </p:grpSpPr>
          <p:grpSp>
            <p:nvGrpSpPr>
              <p:cNvPr id="278" name="Google Shape;278;p21"/>
              <p:cNvGrpSpPr/>
              <p:nvPr/>
            </p:nvGrpSpPr>
            <p:grpSpPr>
              <a:xfrm flipH="1">
                <a:off x="3310555" y="737968"/>
                <a:ext cx="5294376" cy="54864"/>
                <a:chOff x="1522413" y="1514475"/>
                <a:chExt cx="10569575" cy="64008"/>
              </a:xfrm>
            </p:grpSpPr>
            <p:sp>
              <p:nvSpPr>
                <p:cNvPr id="279" name="Google Shape;279;p21"/>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0" name="Google Shape;280;p21"/>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1" name="Google Shape;281;p21"/>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2" name="Google Shape;282;p21"/>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3" name="Google Shape;283;p21"/>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4" name="Google Shape;284;p21"/>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5" name="Google Shape;285;p21"/>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6" name="Google Shape;286;p21"/>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7" name="Google Shape;287;p21"/>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8" name="Google Shape;288;p21"/>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9" name="Google Shape;289;p21"/>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0" name="Google Shape;290;p21"/>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1" name="Google Shape;291;p21"/>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2" name="Google Shape;292;p21"/>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3" name="Google Shape;293;p21"/>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4" name="Google Shape;294;p21"/>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5" name="Google Shape;295;p21"/>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6" name="Google Shape;296;p21"/>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7" name="Google Shape;297;p21"/>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8" name="Google Shape;298;p21"/>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9" name="Google Shape;299;p21"/>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0" name="Google Shape;300;p21"/>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1" name="Google Shape;301;p21"/>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2" name="Google Shape;302;p21"/>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3" name="Google Shape;303;p21"/>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4" name="Google Shape;304;p21"/>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5" name="Google Shape;305;p21"/>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6" name="Google Shape;306;p21"/>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7" name="Google Shape;307;p21"/>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8" name="Google Shape;308;p21"/>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09" name="Google Shape;309;p21"/>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0" name="Google Shape;310;p21"/>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1" name="Google Shape;311;p21"/>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2" name="Google Shape;312;p21"/>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3" name="Google Shape;313;p21"/>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4" name="Google Shape;314;p21"/>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5" name="Google Shape;315;p21"/>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6" name="Google Shape;316;p21"/>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7" name="Google Shape;317;p21"/>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8" name="Google Shape;318;p21"/>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19" name="Google Shape;319;p21"/>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0" name="Google Shape;320;p21"/>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1" name="Google Shape;321;p21"/>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2" name="Google Shape;322;p21"/>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3" name="Google Shape;323;p21"/>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4" name="Google Shape;324;p21"/>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5" name="Google Shape;325;p21"/>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6" name="Google Shape;326;p21"/>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7" name="Google Shape;327;p21"/>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8" name="Google Shape;328;p21"/>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29" name="Google Shape;329;p21"/>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0" name="Google Shape;330;p21"/>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1" name="Google Shape;331;p21"/>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2" name="Google Shape;332;p21"/>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3" name="Google Shape;333;p21"/>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4" name="Google Shape;334;p21"/>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5" name="Google Shape;335;p21"/>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6" name="Google Shape;336;p21"/>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7" name="Google Shape;337;p21"/>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8" name="Google Shape;338;p21"/>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9" name="Google Shape;339;p21"/>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0" name="Google Shape;340;p21"/>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1" name="Google Shape;341;p21"/>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2" name="Google Shape;342;p21"/>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3" name="Google Shape;343;p21"/>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4" name="Google Shape;344;p21"/>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5" name="Google Shape;345;p21"/>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6" name="Google Shape;346;p21"/>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7" name="Google Shape;347;p21"/>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8" name="Google Shape;348;p21"/>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49" name="Google Shape;349;p21"/>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50" name="Google Shape;350;p21"/>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51" name="Google Shape;351;p21"/>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52" name="Google Shape;352;p21"/>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grpSp>
            <p:nvGrpSpPr>
              <p:cNvPr id="353" name="Google Shape;353;p21"/>
              <p:cNvGrpSpPr/>
              <p:nvPr/>
            </p:nvGrpSpPr>
            <p:grpSpPr>
              <a:xfrm flipH="1" rot="-5400000">
                <a:off x="6492229" y="2755658"/>
                <a:ext cx="4114800" cy="36576"/>
                <a:chOff x="1522413" y="1514475"/>
                <a:chExt cx="10569575" cy="64008"/>
              </a:xfrm>
            </p:grpSpPr>
            <p:sp>
              <p:nvSpPr>
                <p:cNvPr id="354" name="Google Shape;354;p21"/>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55" name="Google Shape;355;p21"/>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56" name="Google Shape;356;p21"/>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57" name="Google Shape;357;p21"/>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58" name="Google Shape;358;p21"/>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59" name="Google Shape;359;p21"/>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0" name="Google Shape;360;p21"/>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1" name="Google Shape;361;p21"/>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2" name="Google Shape;362;p21"/>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3" name="Google Shape;363;p21"/>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4" name="Google Shape;364;p21"/>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5" name="Google Shape;365;p21"/>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6" name="Google Shape;366;p21"/>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7" name="Google Shape;367;p21"/>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8" name="Google Shape;368;p21"/>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9" name="Google Shape;369;p21"/>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0" name="Google Shape;370;p21"/>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1" name="Google Shape;371;p21"/>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2" name="Google Shape;372;p21"/>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3" name="Google Shape;373;p21"/>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4" name="Google Shape;374;p21"/>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5" name="Google Shape;375;p21"/>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6" name="Google Shape;376;p21"/>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7" name="Google Shape;377;p21"/>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8" name="Google Shape;378;p21"/>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79" name="Google Shape;379;p21"/>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0" name="Google Shape;380;p21"/>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1" name="Google Shape;381;p21"/>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2" name="Google Shape;382;p21"/>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3" name="Google Shape;383;p21"/>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4" name="Google Shape;384;p21"/>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5" name="Google Shape;385;p21"/>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6" name="Google Shape;386;p21"/>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7" name="Google Shape;387;p21"/>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8" name="Google Shape;388;p21"/>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89" name="Google Shape;389;p21"/>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0" name="Google Shape;390;p21"/>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1" name="Google Shape;391;p21"/>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2" name="Google Shape;392;p21"/>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3" name="Google Shape;393;p21"/>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4" name="Google Shape;394;p21"/>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5" name="Google Shape;395;p21"/>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6" name="Google Shape;396;p21"/>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7" name="Google Shape;397;p21"/>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8" name="Google Shape;398;p21"/>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99" name="Google Shape;399;p21"/>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0" name="Google Shape;400;p21"/>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1" name="Google Shape;401;p21"/>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2" name="Google Shape;402;p21"/>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3" name="Google Shape;403;p21"/>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4" name="Google Shape;404;p21"/>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5" name="Google Shape;405;p21"/>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6" name="Google Shape;406;p21"/>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7" name="Google Shape;407;p21"/>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8" name="Google Shape;408;p21"/>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09" name="Google Shape;409;p21"/>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0" name="Google Shape;410;p21"/>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1" name="Google Shape;411;p21"/>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2" name="Google Shape;412;p21"/>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3" name="Google Shape;413;p21"/>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4" name="Google Shape;414;p21"/>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5" name="Google Shape;415;p21"/>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6" name="Google Shape;416;p21"/>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7" name="Google Shape;417;p21"/>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8" name="Google Shape;418;p21"/>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19" name="Google Shape;419;p21"/>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0" name="Google Shape;420;p21"/>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1" name="Google Shape;421;p21"/>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2" name="Google Shape;422;p21"/>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3" name="Google Shape;423;p21"/>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4" name="Google Shape;424;p21"/>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5" name="Google Shape;425;p21"/>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6" name="Google Shape;426;p21"/>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27" name="Google Shape;427;p21"/>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grpSp>
        <p:grpSp>
          <p:nvGrpSpPr>
            <p:cNvPr id="428" name="Google Shape;428;p21"/>
            <p:cNvGrpSpPr/>
            <p:nvPr/>
          </p:nvGrpSpPr>
          <p:grpSpPr>
            <a:xfrm rot="10800000">
              <a:off x="4417839" y="2091906"/>
              <a:ext cx="5294376" cy="4114800"/>
              <a:chOff x="3310555" y="716546"/>
              <a:chExt cx="5294376" cy="4114800"/>
            </a:xfrm>
          </p:grpSpPr>
          <p:grpSp>
            <p:nvGrpSpPr>
              <p:cNvPr id="429" name="Google Shape;429;p21"/>
              <p:cNvGrpSpPr/>
              <p:nvPr/>
            </p:nvGrpSpPr>
            <p:grpSpPr>
              <a:xfrm flipH="1">
                <a:off x="3310555" y="737968"/>
                <a:ext cx="5294376" cy="54864"/>
                <a:chOff x="1522413" y="1514475"/>
                <a:chExt cx="10569575" cy="64008"/>
              </a:xfrm>
            </p:grpSpPr>
            <p:sp>
              <p:nvSpPr>
                <p:cNvPr id="430" name="Google Shape;430;p21"/>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31" name="Google Shape;431;p21"/>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32" name="Google Shape;432;p21"/>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33" name="Google Shape;433;p21"/>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34" name="Google Shape;434;p21"/>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35" name="Google Shape;435;p21"/>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36" name="Google Shape;436;p21"/>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37" name="Google Shape;437;p21"/>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38" name="Google Shape;438;p21"/>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39" name="Google Shape;439;p21"/>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0" name="Google Shape;440;p21"/>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1" name="Google Shape;441;p21"/>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2" name="Google Shape;442;p21"/>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3" name="Google Shape;443;p21"/>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4" name="Google Shape;444;p21"/>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5" name="Google Shape;445;p21"/>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6" name="Google Shape;446;p21"/>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7" name="Google Shape;447;p21"/>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8" name="Google Shape;448;p21"/>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9" name="Google Shape;449;p21"/>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0" name="Google Shape;450;p21"/>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1" name="Google Shape;451;p21"/>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2" name="Google Shape;452;p21"/>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3" name="Google Shape;453;p21"/>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4" name="Google Shape;454;p21"/>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5" name="Google Shape;455;p21"/>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6" name="Google Shape;456;p21"/>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7" name="Google Shape;457;p21"/>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8" name="Google Shape;458;p21"/>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59" name="Google Shape;459;p21"/>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0" name="Google Shape;460;p21"/>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1" name="Google Shape;461;p21"/>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2" name="Google Shape;462;p21"/>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3" name="Google Shape;463;p21"/>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4" name="Google Shape;464;p21"/>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5" name="Google Shape;465;p21"/>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6" name="Google Shape;466;p21"/>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7" name="Google Shape;467;p21"/>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8" name="Google Shape;468;p21"/>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69" name="Google Shape;469;p21"/>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0" name="Google Shape;470;p21"/>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1" name="Google Shape;471;p21"/>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2" name="Google Shape;472;p21"/>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3" name="Google Shape;473;p21"/>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4" name="Google Shape;474;p21"/>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5" name="Google Shape;475;p21"/>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6" name="Google Shape;476;p21"/>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7" name="Google Shape;477;p21"/>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8" name="Google Shape;478;p21"/>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9" name="Google Shape;479;p21"/>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0" name="Google Shape;480;p21"/>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1" name="Google Shape;481;p21"/>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2" name="Google Shape;482;p21"/>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3" name="Google Shape;483;p21"/>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4" name="Google Shape;484;p21"/>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5" name="Google Shape;485;p21"/>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6" name="Google Shape;486;p21"/>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7" name="Google Shape;487;p21"/>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8" name="Google Shape;488;p21"/>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89" name="Google Shape;489;p21"/>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0" name="Google Shape;490;p21"/>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1" name="Google Shape;491;p21"/>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2" name="Google Shape;492;p21"/>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3" name="Google Shape;493;p21"/>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4" name="Google Shape;494;p21"/>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5" name="Google Shape;495;p21"/>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6" name="Google Shape;496;p21"/>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7" name="Google Shape;497;p21"/>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8" name="Google Shape;498;p21"/>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99" name="Google Shape;499;p21"/>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00" name="Google Shape;500;p21"/>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01" name="Google Shape;501;p21"/>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02" name="Google Shape;502;p21"/>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03" name="Google Shape;503;p21"/>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grpSp>
            <p:nvGrpSpPr>
              <p:cNvPr id="504" name="Google Shape;504;p21"/>
              <p:cNvGrpSpPr/>
              <p:nvPr/>
            </p:nvGrpSpPr>
            <p:grpSpPr>
              <a:xfrm flipH="1" rot="-5400000">
                <a:off x="6492229" y="2755658"/>
                <a:ext cx="4114800" cy="36576"/>
                <a:chOff x="1522413" y="1514475"/>
                <a:chExt cx="10569575" cy="64008"/>
              </a:xfrm>
            </p:grpSpPr>
            <p:sp>
              <p:nvSpPr>
                <p:cNvPr id="505" name="Google Shape;505;p21"/>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06" name="Google Shape;506;p21"/>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07" name="Google Shape;507;p21"/>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08" name="Google Shape;508;p21"/>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09" name="Google Shape;509;p21"/>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0" name="Google Shape;510;p21"/>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1" name="Google Shape;511;p21"/>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2" name="Google Shape;512;p21"/>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3" name="Google Shape;513;p21"/>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4" name="Google Shape;514;p21"/>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5" name="Google Shape;515;p21"/>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6" name="Google Shape;516;p21"/>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7" name="Google Shape;517;p21"/>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8" name="Google Shape;518;p21"/>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19" name="Google Shape;519;p21"/>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0" name="Google Shape;520;p21"/>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1" name="Google Shape;521;p21"/>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2" name="Google Shape;522;p21"/>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3" name="Google Shape;523;p21"/>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4" name="Google Shape;524;p21"/>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5" name="Google Shape;525;p21"/>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6" name="Google Shape;526;p21"/>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7" name="Google Shape;527;p21"/>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8" name="Google Shape;528;p21"/>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29" name="Google Shape;529;p21"/>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0" name="Google Shape;530;p21"/>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1" name="Google Shape;531;p21"/>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2" name="Google Shape;532;p21"/>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3" name="Google Shape;533;p21"/>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4" name="Google Shape;534;p21"/>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5" name="Google Shape;535;p21"/>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6" name="Google Shape;536;p21"/>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7" name="Google Shape;537;p21"/>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8" name="Google Shape;538;p21"/>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39" name="Google Shape;539;p21"/>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0" name="Google Shape;540;p21"/>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1" name="Google Shape;541;p21"/>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2" name="Google Shape;542;p21"/>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3" name="Google Shape;543;p21"/>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4" name="Google Shape;544;p21"/>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5" name="Google Shape;545;p21"/>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6" name="Google Shape;546;p21"/>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7" name="Google Shape;547;p21"/>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8" name="Google Shape;548;p21"/>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49" name="Google Shape;549;p21"/>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0" name="Google Shape;550;p21"/>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1" name="Google Shape;551;p21"/>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2" name="Google Shape;552;p21"/>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3" name="Google Shape;553;p21"/>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4" name="Google Shape;554;p21"/>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5" name="Google Shape;555;p21"/>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6" name="Google Shape;556;p21"/>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7" name="Google Shape;557;p21"/>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8" name="Google Shape;558;p21"/>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59" name="Google Shape;559;p21"/>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0" name="Google Shape;560;p21"/>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1" name="Google Shape;561;p21"/>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2" name="Google Shape;562;p21"/>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3" name="Google Shape;563;p21"/>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4" name="Google Shape;564;p21"/>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5" name="Google Shape;565;p21"/>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6" name="Google Shape;566;p21"/>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7" name="Google Shape;567;p21"/>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8" name="Google Shape;568;p21"/>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69" name="Google Shape;569;p21"/>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0" name="Google Shape;570;p21"/>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1" name="Google Shape;571;p21"/>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2" name="Google Shape;572;p21"/>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3" name="Google Shape;573;p21"/>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4" name="Google Shape;574;p21"/>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5" name="Google Shape;575;p21"/>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6" name="Google Shape;576;p21"/>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7" name="Google Shape;577;p21"/>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78" name="Google Shape;578;p21"/>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grpSp>
      </p:grpSp>
      <p:sp>
        <p:nvSpPr>
          <p:cNvPr id="579" name="Google Shape;579;p21"/>
          <p:cNvSpPr txBox="1"/>
          <p:nvPr>
            <p:ph idx="11" type="ftr"/>
          </p:nvPr>
        </p:nvSpPr>
        <p:spPr>
          <a:xfrm>
            <a:off x="1522413" y="6400801"/>
            <a:ext cx="6324599" cy="27622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0" name="Google Shape;580;p21"/>
          <p:cNvSpPr txBox="1"/>
          <p:nvPr>
            <p:ph idx="10" type="dt"/>
          </p:nvPr>
        </p:nvSpPr>
        <p:spPr>
          <a:xfrm>
            <a:off x="8075612" y="6400801"/>
            <a:ext cx="1243859" cy="2762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1" name="Google Shape;581;p21"/>
          <p:cNvSpPr txBox="1"/>
          <p:nvPr>
            <p:ph idx="12" type="sldNum"/>
          </p:nvPr>
        </p:nvSpPr>
        <p:spPr>
          <a:xfrm>
            <a:off x="9523412" y="6400801"/>
            <a:ext cx="1143002" cy="2762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82" name="Shape 582"/>
        <p:cNvGrpSpPr/>
        <p:nvPr/>
      </p:nvGrpSpPr>
      <p:grpSpPr>
        <a:xfrm>
          <a:off x="0" y="0"/>
          <a:ext cx="0" cy="0"/>
          <a:chOff x="0" y="0"/>
          <a:chExt cx="0" cy="0"/>
        </a:xfrm>
      </p:grpSpPr>
      <p:sp>
        <p:nvSpPr>
          <p:cNvPr id="583" name="Google Shape;583;p22"/>
          <p:cNvSpPr txBox="1"/>
          <p:nvPr>
            <p:ph type="title"/>
          </p:nvPr>
        </p:nvSpPr>
        <p:spPr>
          <a:xfrm>
            <a:off x="1522414" y="274638"/>
            <a:ext cx="9143998" cy="1020762"/>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3200"/>
              <a:buFont typeface="Consolas"/>
              <a:buNone/>
              <a:defRPr b="0"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descr="An empty placeholder to add an image. Click on the placeholder and select the image that you wish to add." id="584" name="Google Shape;584;p22"/>
          <p:cNvSpPr/>
          <p:nvPr>
            <p:ph idx="2" type="pic"/>
          </p:nvPr>
        </p:nvSpPr>
        <p:spPr>
          <a:xfrm>
            <a:off x="1745838" y="1884311"/>
            <a:ext cx="5669280" cy="4041648"/>
          </a:xfrm>
          <a:prstGeom prst="rect">
            <a:avLst/>
          </a:prstGeom>
          <a:solidFill>
            <a:schemeClr val="dk1"/>
          </a:solidFill>
          <a:ln>
            <a:noFill/>
          </a:ln>
        </p:spPr>
      </p:sp>
      <p:grpSp>
        <p:nvGrpSpPr>
          <p:cNvPr descr="Box graphic" id="585" name="Google Shape;585;p22"/>
          <p:cNvGrpSpPr/>
          <p:nvPr/>
        </p:nvGrpSpPr>
        <p:grpSpPr>
          <a:xfrm flipH="1">
            <a:off x="1447500" y="1630821"/>
            <a:ext cx="6291028" cy="4575885"/>
            <a:chOff x="4417839" y="1630821"/>
            <a:chExt cx="6291028" cy="4575885"/>
          </a:xfrm>
        </p:grpSpPr>
        <p:grpSp>
          <p:nvGrpSpPr>
            <p:cNvPr id="586" name="Google Shape;586;p22"/>
            <p:cNvGrpSpPr/>
            <p:nvPr/>
          </p:nvGrpSpPr>
          <p:grpSpPr>
            <a:xfrm>
              <a:off x="5414491" y="1630821"/>
              <a:ext cx="5294376" cy="4114800"/>
              <a:chOff x="3310555" y="716546"/>
              <a:chExt cx="5294376" cy="4114800"/>
            </a:xfrm>
          </p:grpSpPr>
          <p:grpSp>
            <p:nvGrpSpPr>
              <p:cNvPr id="587" name="Google Shape;587;p22"/>
              <p:cNvGrpSpPr/>
              <p:nvPr/>
            </p:nvGrpSpPr>
            <p:grpSpPr>
              <a:xfrm flipH="1">
                <a:off x="3310555" y="737968"/>
                <a:ext cx="5294376" cy="54864"/>
                <a:chOff x="1522413" y="1514475"/>
                <a:chExt cx="10569575" cy="64008"/>
              </a:xfrm>
            </p:grpSpPr>
            <p:sp>
              <p:nvSpPr>
                <p:cNvPr id="588" name="Google Shape;588;p22"/>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89" name="Google Shape;589;p22"/>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0" name="Google Shape;590;p22"/>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1" name="Google Shape;591;p22"/>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2" name="Google Shape;592;p22"/>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3" name="Google Shape;593;p22"/>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4" name="Google Shape;594;p22"/>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5" name="Google Shape;595;p22"/>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6" name="Google Shape;596;p22"/>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7" name="Google Shape;597;p22"/>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8" name="Google Shape;598;p22"/>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599" name="Google Shape;599;p22"/>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0" name="Google Shape;600;p22"/>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1" name="Google Shape;601;p22"/>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2" name="Google Shape;602;p22"/>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3" name="Google Shape;603;p22"/>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4" name="Google Shape;604;p22"/>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5" name="Google Shape;605;p22"/>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6" name="Google Shape;606;p22"/>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7" name="Google Shape;607;p22"/>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8" name="Google Shape;608;p22"/>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09" name="Google Shape;609;p22"/>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0" name="Google Shape;610;p22"/>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1" name="Google Shape;611;p22"/>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2" name="Google Shape;612;p22"/>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3" name="Google Shape;613;p22"/>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4" name="Google Shape;614;p22"/>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5" name="Google Shape;615;p22"/>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6" name="Google Shape;616;p22"/>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7" name="Google Shape;617;p22"/>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8" name="Google Shape;618;p22"/>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19" name="Google Shape;619;p22"/>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0" name="Google Shape;620;p22"/>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1" name="Google Shape;621;p22"/>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2" name="Google Shape;622;p22"/>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3" name="Google Shape;623;p22"/>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4" name="Google Shape;624;p22"/>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5" name="Google Shape;625;p22"/>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6" name="Google Shape;626;p22"/>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7" name="Google Shape;627;p22"/>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8" name="Google Shape;628;p22"/>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29" name="Google Shape;629;p22"/>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0" name="Google Shape;630;p22"/>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1" name="Google Shape;631;p22"/>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2" name="Google Shape;632;p22"/>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3" name="Google Shape;633;p22"/>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4" name="Google Shape;634;p22"/>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5" name="Google Shape;635;p22"/>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6" name="Google Shape;636;p22"/>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7" name="Google Shape;637;p22"/>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8" name="Google Shape;638;p22"/>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39" name="Google Shape;639;p22"/>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0" name="Google Shape;640;p22"/>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1" name="Google Shape;641;p22"/>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2" name="Google Shape;642;p22"/>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3" name="Google Shape;643;p22"/>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4" name="Google Shape;644;p22"/>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5" name="Google Shape;645;p22"/>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6" name="Google Shape;646;p22"/>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7" name="Google Shape;647;p22"/>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8" name="Google Shape;648;p22"/>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49" name="Google Shape;649;p22"/>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0" name="Google Shape;650;p22"/>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1" name="Google Shape;651;p22"/>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2" name="Google Shape;652;p22"/>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3" name="Google Shape;653;p22"/>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4" name="Google Shape;654;p22"/>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5" name="Google Shape;655;p22"/>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6" name="Google Shape;656;p22"/>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7" name="Google Shape;657;p22"/>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8" name="Google Shape;658;p22"/>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59" name="Google Shape;659;p22"/>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60" name="Google Shape;660;p22"/>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61" name="Google Shape;661;p22"/>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grpSp>
            <p:nvGrpSpPr>
              <p:cNvPr id="662" name="Google Shape;662;p22"/>
              <p:cNvGrpSpPr/>
              <p:nvPr/>
            </p:nvGrpSpPr>
            <p:grpSpPr>
              <a:xfrm flipH="1" rot="-5400000">
                <a:off x="6492229" y="2755658"/>
                <a:ext cx="4114800" cy="36576"/>
                <a:chOff x="1522413" y="1514475"/>
                <a:chExt cx="10569575" cy="64008"/>
              </a:xfrm>
            </p:grpSpPr>
            <p:sp>
              <p:nvSpPr>
                <p:cNvPr id="663" name="Google Shape;663;p22"/>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64" name="Google Shape;664;p22"/>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65" name="Google Shape;665;p22"/>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66" name="Google Shape;666;p22"/>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67" name="Google Shape;667;p22"/>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68" name="Google Shape;668;p22"/>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69" name="Google Shape;669;p22"/>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0" name="Google Shape;670;p22"/>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1" name="Google Shape;671;p22"/>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2" name="Google Shape;672;p22"/>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3" name="Google Shape;673;p22"/>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4" name="Google Shape;674;p22"/>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5" name="Google Shape;675;p22"/>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6" name="Google Shape;676;p22"/>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7" name="Google Shape;677;p22"/>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8" name="Google Shape;678;p22"/>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79" name="Google Shape;679;p22"/>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0" name="Google Shape;680;p22"/>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1" name="Google Shape;681;p22"/>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2" name="Google Shape;682;p22"/>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3" name="Google Shape;683;p22"/>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4" name="Google Shape;684;p22"/>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5" name="Google Shape;685;p22"/>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6" name="Google Shape;686;p22"/>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7" name="Google Shape;687;p22"/>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8" name="Google Shape;688;p22"/>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89" name="Google Shape;689;p22"/>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0" name="Google Shape;690;p22"/>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1" name="Google Shape;691;p22"/>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2" name="Google Shape;692;p22"/>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3" name="Google Shape;693;p22"/>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4" name="Google Shape;694;p22"/>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5" name="Google Shape;695;p22"/>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6" name="Google Shape;696;p22"/>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7" name="Google Shape;697;p22"/>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8" name="Google Shape;698;p22"/>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699" name="Google Shape;699;p22"/>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0" name="Google Shape;700;p22"/>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1" name="Google Shape;701;p22"/>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2" name="Google Shape;702;p22"/>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3" name="Google Shape;703;p22"/>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4" name="Google Shape;704;p22"/>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5" name="Google Shape;705;p22"/>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6" name="Google Shape;706;p22"/>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7" name="Google Shape;707;p22"/>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8" name="Google Shape;708;p22"/>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09" name="Google Shape;709;p22"/>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0" name="Google Shape;710;p22"/>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1" name="Google Shape;711;p22"/>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2" name="Google Shape;712;p22"/>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3" name="Google Shape;713;p22"/>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4" name="Google Shape;714;p22"/>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5" name="Google Shape;715;p22"/>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6" name="Google Shape;716;p22"/>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7" name="Google Shape;717;p22"/>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8" name="Google Shape;718;p22"/>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19" name="Google Shape;719;p22"/>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0" name="Google Shape;720;p22"/>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1" name="Google Shape;721;p22"/>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2" name="Google Shape;722;p22"/>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3" name="Google Shape;723;p22"/>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4" name="Google Shape;724;p22"/>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5" name="Google Shape;725;p22"/>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6" name="Google Shape;726;p22"/>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7" name="Google Shape;727;p22"/>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8" name="Google Shape;728;p22"/>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29" name="Google Shape;729;p22"/>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30" name="Google Shape;730;p22"/>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31" name="Google Shape;731;p22"/>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32" name="Google Shape;732;p22"/>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33" name="Google Shape;733;p22"/>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34" name="Google Shape;734;p22"/>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35" name="Google Shape;735;p22"/>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36" name="Google Shape;736;p22"/>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grpSp>
        <p:grpSp>
          <p:nvGrpSpPr>
            <p:cNvPr id="737" name="Google Shape;737;p22"/>
            <p:cNvGrpSpPr/>
            <p:nvPr/>
          </p:nvGrpSpPr>
          <p:grpSpPr>
            <a:xfrm rot="10800000">
              <a:off x="4417839" y="2091906"/>
              <a:ext cx="5294376" cy="4114800"/>
              <a:chOff x="3310555" y="716546"/>
              <a:chExt cx="5294376" cy="4114800"/>
            </a:xfrm>
          </p:grpSpPr>
          <p:grpSp>
            <p:nvGrpSpPr>
              <p:cNvPr id="738" name="Google Shape;738;p22"/>
              <p:cNvGrpSpPr/>
              <p:nvPr/>
            </p:nvGrpSpPr>
            <p:grpSpPr>
              <a:xfrm flipH="1">
                <a:off x="3310555" y="737968"/>
                <a:ext cx="5294376" cy="54864"/>
                <a:chOff x="1522413" y="1514475"/>
                <a:chExt cx="10569575" cy="64008"/>
              </a:xfrm>
            </p:grpSpPr>
            <p:sp>
              <p:nvSpPr>
                <p:cNvPr id="739" name="Google Shape;739;p22"/>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0" name="Google Shape;740;p22"/>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1" name="Google Shape;741;p22"/>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2" name="Google Shape;742;p22"/>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3" name="Google Shape;743;p22"/>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4" name="Google Shape;744;p22"/>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5" name="Google Shape;745;p22"/>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6" name="Google Shape;746;p22"/>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7" name="Google Shape;747;p22"/>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8" name="Google Shape;748;p22"/>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49" name="Google Shape;749;p22"/>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0" name="Google Shape;750;p22"/>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1" name="Google Shape;751;p22"/>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2" name="Google Shape;752;p22"/>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3" name="Google Shape;753;p22"/>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4" name="Google Shape;754;p22"/>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5" name="Google Shape;755;p22"/>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6" name="Google Shape;756;p22"/>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7" name="Google Shape;757;p22"/>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8" name="Google Shape;758;p22"/>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59" name="Google Shape;759;p22"/>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0" name="Google Shape;760;p22"/>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1" name="Google Shape;761;p22"/>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2" name="Google Shape;762;p22"/>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3" name="Google Shape;763;p22"/>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4" name="Google Shape;764;p22"/>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5" name="Google Shape;765;p22"/>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6" name="Google Shape;766;p22"/>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7" name="Google Shape;767;p22"/>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8" name="Google Shape;768;p22"/>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69" name="Google Shape;769;p22"/>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0" name="Google Shape;770;p22"/>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1" name="Google Shape;771;p22"/>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2" name="Google Shape;772;p22"/>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3" name="Google Shape;773;p22"/>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4" name="Google Shape;774;p22"/>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5" name="Google Shape;775;p22"/>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6" name="Google Shape;776;p22"/>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7" name="Google Shape;777;p22"/>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8" name="Google Shape;778;p22"/>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79" name="Google Shape;779;p22"/>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0" name="Google Shape;780;p22"/>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1" name="Google Shape;781;p22"/>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2" name="Google Shape;782;p22"/>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3" name="Google Shape;783;p22"/>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4" name="Google Shape;784;p22"/>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5" name="Google Shape;785;p22"/>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6" name="Google Shape;786;p22"/>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7" name="Google Shape;787;p22"/>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8" name="Google Shape;788;p22"/>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89" name="Google Shape;789;p22"/>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0" name="Google Shape;790;p22"/>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1" name="Google Shape;791;p22"/>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2" name="Google Shape;792;p22"/>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3" name="Google Shape;793;p22"/>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4" name="Google Shape;794;p22"/>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5" name="Google Shape;795;p22"/>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6" name="Google Shape;796;p22"/>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7" name="Google Shape;797;p22"/>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8" name="Google Shape;798;p22"/>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799" name="Google Shape;799;p22"/>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0" name="Google Shape;800;p22"/>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1" name="Google Shape;801;p22"/>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2" name="Google Shape;802;p22"/>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3" name="Google Shape;803;p22"/>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4" name="Google Shape;804;p22"/>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5" name="Google Shape;805;p22"/>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6" name="Google Shape;806;p22"/>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7" name="Google Shape;807;p22"/>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8" name="Google Shape;808;p22"/>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09" name="Google Shape;809;p22"/>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10" name="Google Shape;810;p22"/>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11" name="Google Shape;811;p22"/>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12" name="Google Shape;812;p22"/>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grpSp>
            <p:nvGrpSpPr>
              <p:cNvPr id="813" name="Google Shape;813;p22"/>
              <p:cNvGrpSpPr/>
              <p:nvPr/>
            </p:nvGrpSpPr>
            <p:grpSpPr>
              <a:xfrm flipH="1" rot="-5400000">
                <a:off x="6492229" y="2755658"/>
                <a:ext cx="4114800" cy="36576"/>
                <a:chOff x="1522413" y="1514475"/>
                <a:chExt cx="10569575" cy="64008"/>
              </a:xfrm>
            </p:grpSpPr>
            <p:sp>
              <p:nvSpPr>
                <p:cNvPr id="814" name="Google Shape;814;p22"/>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15" name="Google Shape;815;p22"/>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16" name="Google Shape;816;p22"/>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17" name="Google Shape;817;p22"/>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18" name="Google Shape;818;p22"/>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19" name="Google Shape;819;p22"/>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0" name="Google Shape;820;p22"/>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1" name="Google Shape;821;p22"/>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2" name="Google Shape;822;p22"/>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3" name="Google Shape;823;p22"/>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4" name="Google Shape;824;p22"/>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5" name="Google Shape;825;p22"/>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6" name="Google Shape;826;p22"/>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7" name="Google Shape;827;p22"/>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8" name="Google Shape;828;p22"/>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29" name="Google Shape;829;p22"/>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0" name="Google Shape;830;p22"/>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1" name="Google Shape;831;p22"/>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2" name="Google Shape;832;p22"/>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3" name="Google Shape;833;p22"/>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4" name="Google Shape;834;p22"/>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5" name="Google Shape;835;p22"/>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6" name="Google Shape;836;p22"/>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7" name="Google Shape;837;p22"/>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8" name="Google Shape;838;p22"/>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39" name="Google Shape;839;p22"/>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0" name="Google Shape;840;p22"/>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1" name="Google Shape;841;p22"/>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2" name="Google Shape;842;p22"/>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3" name="Google Shape;843;p22"/>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4" name="Google Shape;844;p22"/>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5" name="Google Shape;845;p22"/>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6" name="Google Shape;846;p22"/>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7" name="Google Shape;847;p22"/>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8" name="Google Shape;848;p22"/>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49" name="Google Shape;849;p22"/>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0" name="Google Shape;850;p22"/>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1" name="Google Shape;851;p22"/>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2" name="Google Shape;852;p22"/>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3" name="Google Shape;853;p22"/>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4" name="Google Shape;854;p22"/>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5" name="Google Shape;855;p22"/>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6" name="Google Shape;856;p22"/>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7" name="Google Shape;857;p22"/>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8" name="Google Shape;858;p22"/>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59" name="Google Shape;859;p22"/>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0" name="Google Shape;860;p22"/>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1" name="Google Shape;861;p22"/>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2" name="Google Shape;862;p22"/>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3" name="Google Shape;863;p22"/>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4" name="Google Shape;864;p22"/>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5" name="Google Shape;865;p22"/>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6" name="Google Shape;866;p22"/>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7" name="Google Shape;867;p22"/>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8" name="Google Shape;868;p22"/>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69" name="Google Shape;869;p22"/>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0" name="Google Shape;870;p22"/>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1" name="Google Shape;871;p22"/>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2" name="Google Shape;872;p22"/>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3" name="Google Shape;873;p22"/>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4" name="Google Shape;874;p22"/>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5" name="Google Shape;875;p22"/>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6" name="Google Shape;876;p22"/>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7" name="Google Shape;877;p22"/>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8" name="Google Shape;878;p22"/>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79" name="Google Shape;879;p22"/>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0" name="Google Shape;880;p22"/>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1" name="Google Shape;881;p22"/>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2" name="Google Shape;882;p22"/>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3" name="Google Shape;883;p22"/>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4" name="Google Shape;884;p22"/>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5" name="Google Shape;885;p22"/>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6" name="Google Shape;886;p22"/>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87" name="Google Shape;887;p22"/>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grpSp>
      </p:grpSp>
      <p:sp>
        <p:nvSpPr>
          <p:cNvPr id="888" name="Google Shape;888;p22"/>
          <p:cNvSpPr txBox="1"/>
          <p:nvPr>
            <p:ph idx="1" type="body"/>
          </p:nvPr>
        </p:nvSpPr>
        <p:spPr>
          <a:xfrm>
            <a:off x="7905959" y="3411748"/>
            <a:ext cx="2743200" cy="27432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200"/>
              </a:spcBef>
              <a:spcAft>
                <a:spcPts val="0"/>
              </a:spcAft>
              <a:buClr>
                <a:schemeClr val="lt1"/>
              </a:buClr>
              <a:buSzPts val="1600"/>
              <a:buNone/>
              <a:defRPr sz="1600"/>
            </a:lvl1pPr>
            <a:lvl2pPr indent="-228600" lvl="1" marL="914400" algn="l">
              <a:lnSpc>
                <a:spcPct val="90000"/>
              </a:lnSpc>
              <a:spcBef>
                <a:spcPts val="600"/>
              </a:spcBef>
              <a:spcAft>
                <a:spcPts val="0"/>
              </a:spcAft>
              <a:buClr>
                <a:schemeClr val="lt1"/>
              </a:buClr>
              <a:buSzPts val="1200"/>
              <a:buNone/>
              <a:defRPr sz="1200"/>
            </a:lvl2pPr>
            <a:lvl3pPr indent="-228600" lvl="2" marL="1371600" algn="l">
              <a:lnSpc>
                <a:spcPct val="90000"/>
              </a:lnSpc>
              <a:spcBef>
                <a:spcPts val="600"/>
              </a:spcBef>
              <a:spcAft>
                <a:spcPts val="0"/>
              </a:spcAft>
              <a:buClr>
                <a:schemeClr val="lt1"/>
              </a:buClr>
              <a:buSzPts val="1000"/>
              <a:buNone/>
              <a:defRPr sz="1000"/>
            </a:lvl3pPr>
            <a:lvl4pPr indent="-228600" lvl="3" marL="1828800" algn="l">
              <a:lnSpc>
                <a:spcPct val="90000"/>
              </a:lnSpc>
              <a:spcBef>
                <a:spcPts val="600"/>
              </a:spcBef>
              <a:spcAft>
                <a:spcPts val="0"/>
              </a:spcAft>
              <a:buClr>
                <a:schemeClr val="lt1"/>
              </a:buClr>
              <a:buSzPts val="900"/>
              <a:buNone/>
              <a:defRPr sz="900"/>
            </a:lvl4pPr>
            <a:lvl5pPr indent="-228600" lvl="4" marL="2286000" algn="l">
              <a:lnSpc>
                <a:spcPct val="90000"/>
              </a:lnSpc>
              <a:spcBef>
                <a:spcPts val="600"/>
              </a:spcBef>
              <a:spcAft>
                <a:spcPts val="0"/>
              </a:spcAft>
              <a:buClr>
                <a:schemeClr val="lt1"/>
              </a:buClr>
              <a:buSzPts val="900"/>
              <a:buNone/>
              <a:defRPr sz="900"/>
            </a:lvl5pPr>
            <a:lvl6pPr indent="-228600" lvl="5" marL="2743200" algn="l">
              <a:lnSpc>
                <a:spcPct val="90000"/>
              </a:lnSpc>
              <a:spcBef>
                <a:spcPts val="600"/>
              </a:spcBef>
              <a:spcAft>
                <a:spcPts val="0"/>
              </a:spcAft>
              <a:buClr>
                <a:schemeClr val="lt1"/>
              </a:buClr>
              <a:buSzPts val="900"/>
              <a:buNone/>
              <a:defRPr sz="900"/>
            </a:lvl6pPr>
            <a:lvl7pPr indent="-228600" lvl="6" marL="3200400" algn="l">
              <a:lnSpc>
                <a:spcPct val="90000"/>
              </a:lnSpc>
              <a:spcBef>
                <a:spcPts val="600"/>
              </a:spcBef>
              <a:spcAft>
                <a:spcPts val="0"/>
              </a:spcAft>
              <a:buClr>
                <a:schemeClr val="lt1"/>
              </a:buClr>
              <a:buSzPts val="900"/>
              <a:buNone/>
              <a:defRPr sz="900"/>
            </a:lvl7pPr>
            <a:lvl8pPr indent="-228600" lvl="7" marL="3657600" algn="l">
              <a:lnSpc>
                <a:spcPct val="90000"/>
              </a:lnSpc>
              <a:spcBef>
                <a:spcPts val="600"/>
              </a:spcBef>
              <a:spcAft>
                <a:spcPts val="0"/>
              </a:spcAft>
              <a:buClr>
                <a:schemeClr val="lt1"/>
              </a:buClr>
              <a:buSzPts val="900"/>
              <a:buNone/>
              <a:defRPr sz="900"/>
            </a:lvl8pPr>
            <a:lvl9pPr indent="-228600" lvl="8" marL="4114800" algn="l">
              <a:lnSpc>
                <a:spcPct val="90000"/>
              </a:lnSpc>
              <a:spcBef>
                <a:spcPts val="600"/>
              </a:spcBef>
              <a:spcAft>
                <a:spcPts val="0"/>
              </a:spcAft>
              <a:buClr>
                <a:schemeClr val="lt1"/>
              </a:buClr>
              <a:buSzPts val="900"/>
              <a:buNone/>
              <a:defRPr sz="900"/>
            </a:lvl9pPr>
          </a:lstStyle>
          <a:p/>
        </p:txBody>
      </p:sp>
      <p:sp>
        <p:nvSpPr>
          <p:cNvPr id="889" name="Google Shape;889;p22"/>
          <p:cNvSpPr txBox="1"/>
          <p:nvPr>
            <p:ph idx="11" type="ftr"/>
          </p:nvPr>
        </p:nvSpPr>
        <p:spPr>
          <a:xfrm>
            <a:off x="1522413" y="6400801"/>
            <a:ext cx="6324599" cy="27622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0" name="Google Shape;890;p22"/>
          <p:cNvSpPr txBox="1"/>
          <p:nvPr>
            <p:ph idx="10" type="dt"/>
          </p:nvPr>
        </p:nvSpPr>
        <p:spPr>
          <a:xfrm>
            <a:off x="8075612" y="6400801"/>
            <a:ext cx="1243859" cy="2762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1" name="Google Shape;891;p22"/>
          <p:cNvSpPr txBox="1"/>
          <p:nvPr>
            <p:ph idx="12" type="sldNum"/>
          </p:nvPr>
        </p:nvSpPr>
        <p:spPr>
          <a:xfrm>
            <a:off x="9523412" y="6400801"/>
            <a:ext cx="1143002" cy="2762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92" name="Shape 892"/>
        <p:cNvGrpSpPr/>
        <p:nvPr/>
      </p:nvGrpSpPr>
      <p:grpSpPr>
        <a:xfrm>
          <a:off x="0" y="0"/>
          <a:ext cx="0" cy="0"/>
          <a:chOff x="0" y="0"/>
          <a:chExt cx="0" cy="0"/>
        </a:xfrm>
      </p:grpSpPr>
      <p:sp>
        <p:nvSpPr>
          <p:cNvPr id="893" name="Google Shape;893;p23"/>
          <p:cNvSpPr txBox="1"/>
          <p:nvPr>
            <p:ph type="title"/>
          </p:nvPr>
        </p:nvSpPr>
        <p:spPr>
          <a:xfrm>
            <a:off x="1522414" y="274638"/>
            <a:ext cx="9143998" cy="10207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descr="Line graphic" id="894" name="Google Shape;894;p23"/>
          <p:cNvGrpSpPr/>
          <p:nvPr/>
        </p:nvGrpSpPr>
        <p:grpSpPr>
          <a:xfrm>
            <a:off x="1522413" y="1514475"/>
            <a:ext cx="10569575" cy="64008"/>
            <a:chOff x="1522413" y="1514475"/>
            <a:chExt cx="10569575" cy="64008"/>
          </a:xfrm>
        </p:grpSpPr>
        <p:sp>
          <p:nvSpPr>
            <p:cNvPr id="895" name="Google Shape;895;p23"/>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96" name="Google Shape;896;p23"/>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97" name="Google Shape;897;p23"/>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98" name="Google Shape;898;p23"/>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899" name="Google Shape;899;p23"/>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0" name="Google Shape;900;p23"/>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1" name="Google Shape;901;p23"/>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2" name="Google Shape;902;p23"/>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3" name="Google Shape;903;p23"/>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4" name="Google Shape;904;p23"/>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5" name="Google Shape;905;p23"/>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6" name="Google Shape;906;p23"/>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7" name="Google Shape;907;p23"/>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8" name="Google Shape;908;p23"/>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09" name="Google Shape;909;p23"/>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0" name="Google Shape;910;p23"/>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1" name="Google Shape;911;p23"/>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2" name="Google Shape;912;p23"/>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3" name="Google Shape;913;p23"/>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4" name="Google Shape;914;p23"/>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5" name="Google Shape;915;p23"/>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6" name="Google Shape;916;p23"/>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7" name="Google Shape;917;p23"/>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8" name="Google Shape;918;p23"/>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19" name="Google Shape;919;p23"/>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0" name="Google Shape;920;p23"/>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1" name="Google Shape;921;p23"/>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2" name="Google Shape;922;p23"/>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3" name="Google Shape;923;p23"/>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4" name="Google Shape;924;p23"/>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5" name="Google Shape;925;p23"/>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6" name="Google Shape;926;p23"/>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7" name="Google Shape;927;p23"/>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8" name="Google Shape;928;p23"/>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29" name="Google Shape;929;p23"/>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0" name="Google Shape;930;p23"/>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1" name="Google Shape;931;p23"/>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2" name="Google Shape;932;p23"/>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3" name="Google Shape;933;p23"/>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4" name="Google Shape;934;p23"/>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5" name="Google Shape;935;p23"/>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6" name="Google Shape;936;p23"/>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7" name="Google Shape;937;p23"/>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8" name="Google Shape;938;p23"/>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39" name="Google Shape;939;p23"/>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0" name="Google Shape;940;p23"/>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1" name="Google Shape;941;p23"/>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2" name="Google Shape;942;p23"/>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3" name="Google Shape;943;p23"/>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4" name="Google Shape;944;p23"/>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5" name="Google Shape;945;p23"/>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6" name="Google Shape;946;p23"/>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7" name="Google Shape;947;p23"/>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8" name="Google Shape;948;p23"/>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49" name="Google Shape;949;p23"/>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0" name="Google Shape;950;p23"/>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1" name="Google Shape;951;p23"/>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2" name="Google Shape;952;p23"/>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3" name="Google Shape;953;p23"/>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4" name="Google Shape;954;p23"/>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5" name="Google Shape;955;p23"/>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6" name="Google Shape;956;p23"/>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7" name="Google Shape;957;p23"/>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8" name="Google Shape;958;p23"/>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59" name="Google Shape;959;p23"/>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60" name="Google Shape;960;p23"/>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61" name="Google Shape;961;p23"/>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62" name="Google Shape;962;p23"/>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63" name="Google Shape;963;p23"/>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64" name="Google Shape;964;p23"/>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65" name="Google Shape;965;p23"/>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66" name="Google Shape;966;p23"/>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67" name="Google Shape;967;p23"/>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68" name="Google Shape;968;p23"/>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sp>
        <p:nvSpPr>
          <p:cNvPr id="969" name="Google Shape;969;p23"/>
          <p:cNvSpPr txBox="1"/>
          <p:nvPr>
            <p:ph idx="1" type="body"/>
          </p:nvPr>
        </p:nvSpPr>
        <p:spPr>
          <a:xfrm rot="5400000">
            <a:off x="3960814" y="-533400"/>
            <a:ext cx="4267200" cy="9144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Clr>
                <a:schemeClr val="lt1"/>
              </a:buClr>
              <a:buSzPts val="1800"/>
              <a:buChar char="▪"/>
              <a:defRPr/>
            </a:lvl1pPr>
            <a:lvl2pPr indent="-342900" lvl="1" marL="914400" algn="l">
              <a:lnSpc>
                <a:spcPct val="90000"/>
              </a:lnSpc>
              <a:spcBef>
                <a:spcPts val="600"/>
              </a:spcBef>
              <a:spcAft>
                <a:spcPts val="0"/>
              </a:spcAft>
              <a:buClr>
                <a:schemeClr val="lt1"/>
              </a:buClr>
              <a:buSzPts val="1800"/>
              <a:buChar char="–"/>
              <a:defRPr/>
            </a:lvl2pPr>
            <a:lvl3pPr indent="-342900" lvl="2" marL="1371600" algn="l">
              <a:lnSpc>
                <a:spcPct val="90000"/>
              </a:lnSpc>
              <a:spcBef>
                <a:spcPts val="600"/>
              </a:spcBef>
              <a:spcAft>
                <a:spcPts val="0"/>
              </a:spcAft>
              <a:buClr>
                <a:schemeClr val="lt1"/>
              </a:buClr>
              <a:buSzPts val="1800"/>
              <a:buChar char="▪"/>
              <a:defRPr/>
            </a:lvl3pPr>
            <a:lvl4pPr indent="-342900" lvl="3" marL="1828800" algn="l">
              <a:lnSpc>
                <a:spcPct val="90000"/>
              </a:lnSpc>
              <a:spcBef>
                <a:spcPts val="600"/>
              </a:spcBef>
              <a:spcAft>
                <a:spcPts val="0"/>
              </a:spcAft>
              <a:buClr>
                <a:schemeClr val="lt1"/>
              </a:buClr>
              <a:buSzPts val="1800"/>
              <a:buChar char="–"/>
              <a:defRPr/>
            </a:lvl4pPr>
            <a:lvl5pPr indent="-330200" lvl="4" marL="2286000" algn="l">
              <a:lnSpc>
                <a:spcPct val="90000"/>
              </a:lnSpc>
              <a:spcBef>
                <a:spcPts val="600"/>
              </a:spcBef>
              <a:spcAft>
                <a:spcPts val="0"/>
              </a:spcAft>
              <a:buClr>
                <a:schemeClr val="lt1"/>
              </a:buClr>
              <a:buSzPts val="1600"/>
              <a:buChar char="▪"/>
              <a:defRPr/>
            </a:lvl5pPr>
            <a:lvl6pPr indent="-330200" lvl="5" marL="2743200" algn="l">
              <a:lnSpc>
                <a:spcPct val="90000"/>
              </a:lnSpc>
              <a:spcBef>
                <a:spcPts val="600"/>
              </a:spcBef>
              <a:spcAft>
                <a:spcPts val="0"/>
              </a:spcAft>
              <a:buClr>
                <a:schemeClr val="lt1"/>
              </a:buClr>
              <a:buSzPts val="1600"/>
              <a:buChar char="–"/>
              <a:defRPr/>
            </a:lvl6pPr>
            <a:lvl7pPr indent="-330200" lvl="6" marL="3200400" algn="l">
              <a:lnSpc>
                <a:spcPct val="90000"/>
              </a:lnSpc>
              <a:spcBef>
                <a:spcPts val="600"/>
              </a:spcBef>
              <a:spcAft>
                <a:spcPts val="0"/>
              </a:spcAft>
              <a:buClr>
                <a:schemeClr val="lt1"/>
              </a:buClr>
              <a:buSzPts val="1600"/>
              <a:buChar char="▪"/>
              <a:defRPr/>
            </a:lvl7pPr>
            <a:lvl8pPr indent="-330200" lvl="7" marL="3657600" algn="l">
              <a:lnSpc>
                <a:spcPct val="90000"/>
              </a:lnSpc>
              <a:spcBef>
                <a:spcPts val="600"/>
              </a:spcBef>
              <a:spcAft>
                <a:spcPts val="0"/>
              </a:spcAft>
              <a:buClr>
                <a:schemeClr val="lt1"/>
              </a:buClr>
              <a:buSzPts val="1600"/>
              <a:buChar char="–"/>
              <a:defRPr/>
            </a:lvl8pPr>
            <a:lvl9pPr indent="-330200" lvl="8" marL="4114800" algn="l">
              <a:lnSpc>
                <a:spcPct val="90000"/>
              </a:lnSpc>
              <a:spcBef>
                <a:spcPts val="600"/>
              </a:spcBef>
              <a:spcAft>
                <a:spcPts val="0"/>
              </a:spcAft>
              <a:buClr>
                <a:schemeClr val="lt1"/>
              </a:buClr>
              <a:buSzPts val="1600"/>
              <a:buChar char="▪"/>
              <a:defRPr/>
            </a:lvl9pPr>
          </a:lstStyle>
          <a:p/>
        </p:txBody>
      </p:sp>
      <p:sp>
        <p:nvSpPr>
          <p:cNvPr id="970" name="Google Shape;970;p23"/>
          <p:cNvSpPr txBox="1"/>
          <p:nvPr>
            <p:ph idx="11" type="ftr"/>
          </p:nvPr>
        </p:nvSpPr>
        <p:spPr>
          <a:xfrm>
            <a:off x="1522413" y="6400801"/>
            <a:ext cx="6324599" cy="27622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1" name="Google Shape;971;p23"/>
          <p:cNvSpPr txBox="1"/>
          <p:nvPr>
            <p:ph idx="10" type="dt"/>
          </p:nvPr>
        </p:nvSpPr>
        <p:spPr>
          <a:xfrm>
            <a:off x="8075612" y="6400801"/>
            <a:ext cx="1243859" cy="2762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2" name="Google Shape;972;p23"/>
          <p:cNvSpPr txBox="1"/>
          <p:nvPr>
            <p:ph idx="12" type="sldNum"/>
          </p:nvPr>
        </p:nvSpPr>
        <p:spPr>
          <a:xfrm>
            <a:off x="9523412" y="6400801"/>
            <a:ext cx="1143002" cy="2762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73" name="Shape 973"/>
        <p:cNvGrpSpPr/>
        <p:nvPr/>
      </p:nvGrpSpPr>
      <p:grpSpPr>
        <a:xfrm>
          <a:off x="0" y="0"/>
          <a:ext cx="0" cy="0"/>
          <a:chOff x="0" y="0"/>
          <a:chExt cx="0" cy="0"/>
        </a:xfrm>
      </p:grpSpPr>
      <p:sp>
        <p:nvSpPr>
          <p:cNvPr id="974" name="Google Shape;974;p24"/>
          <p:cNvSpPr txBox="1"/>
          <p:nvPr>
            <p:ph type="title"/>
          </p:nvPr>
        </p:nvSpPr>
        <p:spPr>
          <a:xfrm rot="5400000">
            <a:off x="8096538" y="2539713"/>
            <a:ext cx="5901747"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descr="Line graphic" id="975" name="Google Shape;975;p24"/>
          <p:cNvGrpSpPr/>
          <p:nvPr/>
        </p:nvGrpSpPr>
        <p:grpSpPr>
          <a:xfrm rot="5400000">
            <a:off x="6864412" y="3472598"/>
            <a:ext cx="6492240" cy="64008"/>
            <a:chOff x="1522413" y="1514475"/>
            <a:chExt cx="10569575" cy="64008"/>
          </a:xfrm>
        </p:grpSpPr>
        <p:sp>
          <p:nvSpPr>
            <p:cNvPr id="976" name="Google Shape;976;p24"/>
            <p:cNvSpPr/>
            <p:nvPr/>
          </p:nvSpPr>
          <p:spPr>
            <a:xfrm>
              <a:off x="12028488" y="1525554"/>
              <a:ext cx="63500" cy="4924"/>
            </a:xfrm>
            <a:custGeom>
              <a:rect b="b" l="l" r="r" t="t"/>
              <a:pathLst>
                <a:path extrusionOk="0" h="6" w="67">
                  <a:moveTo>
                    <a:pt x="30" y="6"/>
                  </a:moveTo>
                  <a:lnTo>
                    <a:pt x="30" y="6"/>
                  </a:lnTo>
                  <a:lnTo>
                    <a:pt x="67" y="3"/>
                  </a:lnTo>
                  <a:cubicBezTo>
                    <a:pt x="60" y="2"/>
                    <a:pt x="26" y="1"/>
                    <a:pt x="39" y="0"/>
                  </a:cubicBezTo>
                  <a:cubicBezTo>
                    <a:pt x="0" y="1"/>
                    <a:pt x="8" y="3"/>
                    <a:pt x="30"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77" name="Google Shape;977;p24"/>
            <p:cNvSpPr/>
            <p:nvPr/>
          </p:nvSpPr>
          <p:spPr>
            <a:xfrm>
              <a:off x="12022138" y="1532939"/>
              <a:ext cx="19050" cy="1231"/>
            </a:xfrm>
            <a:custGeom>
              <a:rect b="b" l="l" r="r" t="t"/>
              <a:pathLst>
                <a:path extrusionOk="0" h="2" w="20">
                  <a:moveTo>
                    <a:pt x="0" y="2"/>
                  </a:moveTo>
                  <a:lnTo>
                    <a:pt x="0" y="2"/>
                  </a:lnTo>
                  <a:lnTo>
                    <a:pt x="20" y="1"/>
                  </a:lnTo>
                  <a:cubicBezTo>
                    <a:pt x="16" y="0"/>
                    <a:pt x="11" y="0"/>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78" name="Google Shape;978;p24"/>
            <p:cNvSpPr/>
            <p:nvPr/>
          </p:nvSpPr>
          <p:spPr>
            <a:xfrm>
              <a:off x="12041188" y="1531708"/>
              <a:ext cx="39687" cy="6155"/>
            </a:xfrm>
            <a:custGeom>
              <a:rect b="b" l="l" r="r" t="t"/>
              <a:pathLst>
                <a:path extrusionOk="0" h="6" w="41">
                  <a:moveTo>
                    <a:pt x="41" y="0"/>
                  </a:moveTo>
                  <a:lnTo>
                    <a:pt x="41" y="0"/>
                  </a:lnTo>
                  <a:lnTo>
                    <a:pt x="0" y="2"/>
                  </a:lnTo>
                  <a:cubicBezTo>
                    <a:pt x="5" y="3"/>
                    <a:pt x="6" y="6"/>
                    <a:pt x="19" y="1"/>
                  </a:cubicBezTo>
                  <a:cubicBezTo>
                    <a:pt x="15" y="3"/>
                    <a:pt x="23" y="1"/>
                    <a:pt x="4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79" name="Google Shape;979;p24"/>
            <p:cNvSpPr/>
            <p:nvPr/>
          </p:nvSpPr>
          <p:spPr>
            <a:xfrm>
              <a:off x="11831638" y="1526784"/>
              <a:ext cx="42862" cy="4924"/>
            </a:xfrm>
            <a:custGeom>
              <a:rect b="b" l="l" r="r" t="t"/>
              <a:pathLst>
                <a:path extrusionOk="0" h="6" w="45">
                  <a:moveTo>
                    <a:pt x="2" y="0"/>
                  </a:moveTo>
                  <a:lnTo>
                    <a:pt x="2" y="0"/>
                  </a:lnTo>
                  <a:cubicBezTo>
                    <a:pt x="0" y="1"/>
                    <a:pt x="15" y="4"/>
                    <a:pt x="18" y="6"/>
                  </a:cubicBezTo>
                  <a:lnTo>
                    <a:pt x="45" y="4"/>
                  </a:lnTo>
                  <a:cubicBezTo>
                    <a:pt x="31" y="3"/>
                    <a:pt x="4" y="2"/>
                    <a:pt x="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0" name="Google Shape;980;p24"/>
            <p:cNvSpPr/>
            <p:nvPr/>
          </p:nvSpPr>
          <p:spPr>
            <a:xfrm>
              <a:off x="11809413" y="1531708"/>
              <a:ext cx="41275" cy="2462"/>
            </a:xfrm>
            <a:custGeom>
              <a:rect b="b" l="l" r="r" t="t"/>
              <a:pathLst>
                <a:path extrusionOk="0" h="3" w="44">
                  <a:moveTo>
                    <a:pt x="42" y="0"/>
                  </a:moveTo>
                  <a:lnTo>
                    <a:pt x="42" y="0"/>
                  </a:lnTo>
                  <a:lnTo>
                    <a:pt x="0" y="3"/>
                  </a:lnTo>
                  <a:cubicBezTo>
                    <a:pt x="37" y="3"/>
                    <a:pt x="44" y="2"/>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1" name="Google Shape;981;p24"/>
            <p:cNvSpPr/>
            <p:nvPr/>
          </p:nvSpPr>
          <p:spPr>
            <a:xfrm>
              <a:off x="12003088" y="1537863"/>
              <a:ext cx="77787" cy="3693"/>
            </a:xfrm>
            <a:custGeom>
              <a:rect b="b" l="l" r="r" t="t"/>
              <a:pathLst>
                <a:path extrusionOk="0" h="5" w="82">
                  <a:moveTo>
                    <a:pt x="14" y="5"/>
                  </a:moveTo>
                  <a:lnTo>
                    <a:pt x="14" y="5"/>
                  </a:lnTo>
                  <a:lnTo>
                    <a:pt x="82" y="0"/>
                  </a:lnTo>
                  <a:lnTo>
                    <a:pt x="0" y="5"/>
                  </a:lnTo>
                  <a:lnTo>
                    <a:pt x="14"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2" name="Google Shape;982;p24"/>
            <p:cNvSpPr/>
            <p:nvPr/>
          </p:nvSpPr>
          <p:spPr>
            <a:xfrm>
              <a:off x="11664950" y="1523092"/>
              <a:ext cx="39687" cy="4924"/>
            </a:xfrm>
            <a:custGeom>
              <a:rect b="b" l="l" r="r" t="t"/>
              <a:pathLst>
                <a:path extrusionOk="0" h="5" w="42">
                  <a:moveTo>
                    <a:pt x="19" y="4"/>
                  </a:moveTo>
                  <a:lnTo>
                    <a:pt x="19" y="4"/>
                  </a:lnTo>
                  <a:lnTo>
                    <a:pt x="42" y="0"/>
                  </a:lnTo>
                  <a:lnTo>
                    <a:pt x="0" y="5"/>
                  </a:lnTo>
                  <a:lnTo>
                    <a:pt x="19"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3" name="Google Shape;983;p24"/>
            <p:cNvSpPr/>
            <p:nvPr/>
          </p:nvSpPr>
          <p:spPr>
            <a:xfrm>
              <a:off x="11506200" y="1521861"/>
              <a:ext cx="92075" cy="4924"/>
            </a:xfrm>
            <a:custGeom>
              <a:rect b="b" l="l" r="r" t="t"/>
              <a:pathLst>
                <a:path extrusionOk="0" h="6" w="98">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4" name="Google Shape;984;p24"/>
            <p:cNvSpPr/>
            <p:nvPr/>
          </p:nvSpPr>
          <p:spPr>
            <a:xfrm>
              <a:off x="11471275" y="1525554"/>
              <a:ext cx="34925" cy="3693"/>
            </a:xfrm>
            <a:custGeom>
              <a:rect b="b" l="l" r="r" t="t"/>
              <a:pathLst>
                <a:path extrusionOk="0" h="3" w="36">
                  <a:moveTo>
                    <a:pt x="0" y="3"/>
                  </a:moveTo>
                  <a:lnTo>
                    <a:pt x="0" y="3"/>
                  </a:lnTo>
                  <a:cubicBezTo>
                    <a:pt x="11" y="2"/>
                    <a:pt x="23" y="1"/>
                    <a:pt x="36" y="0"/>
                  </a:cubicBezTo>
                  <a:cubicBezTo>
                    <a:pt x="24" y="0"/>
                    <a:pt x="12"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5" name="Google Shape;985;p24"/>
            <p:cNvSpPr/>
            <p:nvPr/>
          </p:nvSpPr>
          <p:spPr>
            <a:xfrm>
              <a:off x="11710988" y="1529246"/>
              <a:ext cx="30162" cy="4924"/>
            </a:xfrm>
            <a:custGeom>
              <a:rect b="b" l="l" r="r" t="t"/>
              <a:pathLst>
                <a:path extrusionOk="0" h="5" w="32">
                  <a:moveTo>
                    <a:pt x="32" y="5"/>
                  </a:moveTo>
                  <a:lnTo>
                    <a:pt x="32" y="5"/>
                  </a:lnTo>
                  <a:cubicBezTo>
                    <a:pt x="29" y="4"/>
                    <a:pt x="23" y="1"/>
                    <a:pt x="0" y="0"/>
                  </a:cubicBezTo>
                  <a:lnTo>
                    <a:pt x="16" y="5"/>
                  </a:lnTo>
                  <a:lnTo>
                    <a:pt x="32"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6" name="Google Shape;986;p24"/>
            <p:cNvSpPr/>
            <p:nvPr/>
          </p:nvSpPr>
          <p:spPr>
            <a:xfrm>
              <a:off x="11691938" y="1532939"/>
              <a:ext cx="34925" cy="1231"/>
            </a:xfrm>
            <a:custGeom>
              <a:rect b="b" l="l" r="r" t="t"/>
              <a:pathLst>
                <a:path extrusionOk="0" h="1" w="36">
                  <a:moveTo>
                    <a:pt x="36" y="1"/>
                  </a:moveTo>
                  <a:lnTo>
                    <a:pt x="36" y="1"/>
                  </a:lnTo>
                  <a:lnTo>
                    <a:pt x="35" y="1"/>
                  </a:lnTo>
                  <a:lnTo>
                    <a:pt x="0" y="0"/>
                  </a:lnTo>
                  <a:lnTo>
                    <a:pt x="36"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7" name="Google Shape;987;p24"/>
            <p:cNvSpPr/>
            <p:nvPr/>
          </p:nvSpPr>
          <p:spPr>
            <a:xfrm>
              <a:off x="11741150" y="1534170"/>
              <a:ext cx="4762" cy="0"/>
            </a:xfrm>
            <a:custGeom>
              <a:rect b="b" l="l" r="r" t="t"/>
              <a:pathLst>
                <a:path extrusionOk="0" h="120000" w="5">
                  <a:moveTo>
                    <a:pt x="5" y="0"/>
                  </a:moveTo>
                  <a:lnTo>
                    <a:pt x="5" y="0"/>
                  </a:lnTo>
                  <a:lnTo>
                    <a:pt x="0" y="0"/>
                  </a:lnTo>
                  <a:cubicBezTo>
                    <a:pt x="2" y="0"/>
                    <a:pt x="3" y="0"/>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8" name="Google Shape;988;p24"/>
            <p:cNvSpPr/>
            <p:nvPr/>
          </p:nvSpPr>
          <p:spPr>
            <a:xfrm>
              <a:off x="11841163" y="1537863"/>
              <a:ext cx="71437" cy="8617"/>
            </a:xfrm>
            <a:custGeom>
              <a:rect b="b" l="l" r="r" t="t"/>
              <a:pathLst>
                <a:path extrusionOk="0" h="9" w="75">
                  <a:moveTo>
                    <a:pt x="75" y="0"/>
                  </a:moveTo>
                  <a:lnTo>
                    <a:pt x="75" y="0"/>
                  </a:lnTo>
                  <a:cubicBezTo>
                    <a:pt x="51" y="3"/>
                    <a:pt x="0" y="5"/>
                    <a:pt x="49" y="9"/>
                  </a:cubicBezTo>
                  <a:cubicBezTo>
                    <a:pt x="66" y="6"/>
                    <a:pt x="38" y="4"/>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89" name="Google Shape;989;p24"/>
            <p:cNvSpPr/>
            <p:nvPr/>
          </p:nvSpPr>
          <p:spPr>
            <a:xfrm>
              <a:off x="11764963" y="1535401"/>
              <a:ext cx="44450" cy="3693"/>
            </a:xfrm>
            <a:custGeom>
              <a:rect b="b" l="l" r="r" t="t"/>
              <a:pathLst>
                <a:path extrusionOk="0" h="4" w="47">
                  <a:moveTo>
                    <a:pt x="0" y="3"/>
                  </a:moveTo>
                  <a:lnTo>
                    <a:pt x="0" y="3"/>
                  </a:lnTo>
                  <a:lnTo>
                    <a:pt x="44" y="4"/>
                  </a:lnTo>
                  <a:cubicBezTo>
                    <a:pt x="43" y="3"/>
                    <a:pt x="35" y="1"/>
                    <a:pt x="47" y="0"/>
                  </a:cubicBez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0" name="Google Shape;990;p24"/>
            <p:cNvSpPr/>
            <p:nvPr/>
          </p:nvSpPr>
          <p:spPr>
            <a:xfrm>
              <a:off x="11744325" y="1537863"/>
              <a:ext cx="20637" cy="2462"/>
            </a:xfrm>
            <a:custGeom>
              <a:rect b="b" l="l" r="r" t="t"/>
              <a:pathLst>
                <a:path extrusionOk="0" h="2" w="22">
                  <a:moveTo>
                    <a:pt x="0" y="2"/>
                  </a:moveTo>
                  <a:lnTo>
                    <a:pt x="0" y="2"/>
                  </a:lnTo>
                  <a:lnTo>
                    <a:pt x="22" y="0"/>
                  </a:lnTo>
                  <a:lnTo>
                    <a:pt x="5" y="0"/>
                  </a:lnTo>
                  <a:lnTo>
                    <a:pt x="0"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1" name="Google Shape;991;p24"/>
            <p:cNvSpPr/>
            <p:nvPr/>
          </p:nvSpPr>
          <p:spPr>
            <a:xfrm>
              <a:off x="11482388" y="1531708"/>
              <a:ext cx="85725" cy="3693"/>
            </a:xfrm>
            <a:custGeom>
              <a:rect b="b" l="l" r="r" t="t"/>
              <a:pathLst>
                <a:path extrusionOk="0" h="4" w="90">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2" name="Google Shape;992;p24"/>
            <p:cNvSpPr/>
            <p:nvPr/>
          </p:nvSpPr>
          <p:spPr>
            <a:xfrm>
              <a:off x="11626850" y="1532939"/>
              <a:ext cx="4762" cy="1231"/>
            </a:xfrm>
            <a:custGeom>
              <a:rect b="b" l="l" r="r" t="t"/>
              <a:pathLst>
                <a:path extrusionOk="0" h="1" w="5">
                  <a:moveTo>
                    <a:pt x="5" y="0"/>
                  </a:moveTo>
                  <a:lnTo>
                    <a:pt x="5" y="0"/>
                  </a:lnTo>
                  <a:lnTo>
                    <a:pt x="0" y="1"/>
                  </a:lnTo>
                  <a:cubicBezTo>
                    <a:pt x="3" y="1"/>
                    <a:pt x="5" y="1"/>
                    <a:pt x="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3" name="Google Shape;993;p24"/>
            <p:cNvSpPr/>
            <p:nvPr/>
          </p:nvSpPr>
          <p:spPr>
            <a:xfrm>
              <a:off x="11261725" y="1534170"/>
              <a:ext cx="4762" cy="0"/>
            </a:xfrm>
            <a:custGeom>
              <a:rect b="b" l="l" r="r" t="t"/>
              <a:pathLst>
                <a:path extrusionOk="0" h="1" w="5">
                  <a:moveTo>
                    <a:pt x="0" y="0"/>
                  </a:moveTo>
                  <a:lnTo>
                    <a:pt x="0" y="0"/>
                  </a:lnTo>
                  <a:lnTo>
                    <a:pt x="4" y="0"/>
                  </a:lnTo>
                  <a:cubicBezTo>
                    <a:pt x="4" y="0"/>
                    <a:pt x="4" y="0"/>
                    <a:pt x="5"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4" name="Google Shape;994;p24"/>
            <p:cNvSpPr/>
            <p:nvPr/>
          </p:nvSpPr>
          <p:spPr>
            <a:xfrm>
              <a:off x="11553825" y="1534170"/>
              <a:ext cx="44450" cy="2462"/>
            </a:xfrm>
            <a:custGeom>
              <a:rect b="b" l="l" r="r" t="t"/>
              <a:pathLst>
                <a:path extrusionOk="0" h="2" w="47">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5" name="Google Shape;995;p24"/>
            <p:cNvSpPr/>
            <p:nvPr/>
          </p:nvSpPr>
          <p:spPr>
            <a:xfrm>
              <a:off x="11409363" y="1529246"/>
              <a:ext cx="31750" cy="2462"/>
            </a:xfrm>
            <a:custGeom>
              <a:rect b="b" l="l" r="r" t="t"/>
              <a:pathLst>
                <a:path extrusionOk="0" h="3" w="33">
                  <a:moveTo>
                    <a:pt x="0" y="1"/>
                  </a:moveTo>
                  <a:lnTo>
                    <a:pt x="0" y="1"/>
                  </a:lnTo>
                  <a:cubicBezTo>
                    <a:pt x="10" y="2"/>
                    <a:pt x="21" y="3"/>
                    <a:pt x="33" y="3"/>
                  </a:cubicBezTo>
                  <a:cubicBezTo>
                    <a:pt x="23" y="2"/>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6" name="Google Shape;996;p24"/>
            <p:cNvSpPr/>
            <p:nvPr/>
          </p:nvSpPr>
          <p:spPr>
            <a:xfrm>
              <a:off x="11618913" y="1531708"/>
              <a:ext cx="6350" cy="0"/>
            </a:xfrm>
            <a:custGeom>
              <a:rect b="b" l="l" r="r" t="t"/>
              <a:pathLst>
                <a:path extrusionOk="0" h="1" w="6">
                  <a:moveTo>
                    <a:pt x="3" y="0"/>
                  </a:moveTo>
                  <a:lnTo>
                    <a:pt x="3" y="0"/>
                  </a:lnTo>
                  <a:lnTo>
                    <a:pt x="6" y="0"/>
                  </a:lnTo>
                  <a:cubicBezTo>
                    <a:pt x="0" y="0"/>
                    <a:pt x="0" y="0"/>
                    <a:pt x="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7" name="Google Shape;997;p24"/>
            <p:cNvSpPr/>
            <p:nvPr/>
          </p:nvSpPr>
          <p:spPr>
            <a:xfrm>
              <a:off x="11598275" y="1531708"/>
              <a:ext cx="28575" cy="2462"/>
            </a:xfrm>
            <a:custGeom>
              <a:rect b="b" l="l" r="r" t="t"/>
              <a:pathLst>
                <a:path extrusionOk="0" h="3" w="31">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8" name="Google Shape;998;p24"/>
            <p:cNvSpPr/>
            <p:nvPr/>
          </p:nvSpPr>
          <p:spPr>
            <a:xfrm>
              <a:off x="11137900" y="1534170"/>
              <a:ext cx="188912" cy="23388"/>
            </a:xfrm>
            <a:custGeom>
              <a:rect b="b" l="l" r="r" t="t"/>
              <a:pathLst>
                <a:path extrusionOk="0" h="27" w="198">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999" name="Google Shape;999;p24"/>
            <p:cNvSpPr/>
            <p:nvPr/>
          </p:nvSpPr>
          <p:spPr>
            <a:xfrm>
              <a:off x="11266488" y="1529246"/>
              <a:ext cx="95250" cy="4924"/>
            </a:xfrm>
            <a:custGeom>
              <a:rect b="b" l="l" r="r" t="t"/>
              <a:pathLst>
                <a:path extrusionOk="0" h="6" w="100">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0" name="Google Shape;1000;p24"/>
            <p:cNvSpPr/>
            <p:nvPr/>
          </p:nvSpPr>
          <p:spPr>
            <a:xfrm>
              <a:off x="11361738" y="1531708"/>
              <a:ext cx="134937" cy="12309"/>
            </a:xfrm>
            <a:custGeom>
              <a:rect b="b" l="l" r="r" t="t"/>
              <a:pathLst>
                <a:path extrusionOk="0" h="14" w="142">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1" name="Google Shape;1001;p24"/>
            <p:cNvSpPr/>
            <p:nvPr/>
          </p:nvSpPr>
          <p:spPr>
            <a:xfrm>
              <a:off x="11834813" y="1552634"/>
              <a:ext cx="9525" cy="1231"/>
            </a:xfrm>
            <a:custGeom>
              <a:rect b="b" l="l" r="r" t="t"/>
              <a:pathLst>
                <a:path extrusionOk="0" h="1" w="11">
                  <a:moveTo>
                    <a:pt x="11" y="1"/>
                  </a:moveTo>
                  <a:lnTo>
                    <a:pt x="11" y="1"/>
                  </a:lnTo>
                  <a:cubicBezTo>
                    <a:pt x="8" y="1"/>
                    <a:pt x="8" y="1"/>
                    <a:pt x="8" y="0"/>
                  </a:cubicBezTo>
                  <a:cubicBezTo>
                    <a:pt x="2" y="1"/>
                    <a:pt x="0" y="1"/>
                    <a:pt x="11"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2" name="Google Shape;1002;p24"/>
            <p:cNvSpPr/>
            <p:nvPr/>
          </p:nvSpPr>
          <p:spPr>
            <a:xfrm>
              <a:off x="11764963" y="1542787"/>
              <a:ext cx="117475" cy="9847"/>
            </a:xfrm>
            <a:custGeom>
              <a:rect b="b" l="l" r="r" t="t"/>
              <a:pathLst>
                <a:path extrusionOk="0" h="12" w="12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3" name="Google Shape;1003;p24"/>
            <p:cNvSpPr/>
            <p:nvPr/>
          </p:nvSpPr>
          <p:spPr>
            <a:xfrm>
              <a:off x="11555413" y="1544017"/>
              <a:ext cx="69850" cy="4924"/>
            </a:xfrm>
            <a:custGeom>
              <a:rect b="b" l="l" r="r" t="t"/>
              <a:pathLst>
                <a:path extrusionOk="0" h="6" w="74">
                  <a:moveTo>
                    <a:pt x="70" y="0"/>
                  </a:moveTo>
                  <a:lnTo>
                    <a:pt x="70" y="0"/>
                  </a:lnTo>
                  <a:lnTo>
                    <a:pt x="0" y="2"/>
                  </a:lnTo>
                  <a:lnTo>
                    <a:pt x="36" y="6"/>
                  </a:lnTo>
                  <a:lnTo>
                    <a:pt x="34" y="4"/>
                  </a:lnTo>
                  <a:cubicBezTo>
                    <a:pt x="74" y="4"/>
                    <a:pt x="65" y="2"/>
                    <a:pt x="7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4" name="Google Shape;1004;p24"/>
            <p:cNvSpPr/>
            <p:nvPr/>
          </p:nvSpPr>
          <p:spPr>
            <a:xfrm>
              <a:off x="11223625" y="1528016"/>
              <a:ext cx="38100" cy="6155"/>
            </a:xfrm>
            <a:custGeom>
              <a:rect b="b" l="l" r="r" t="t"/>
              <a:pathLst>
                <a:path extrusionOk="0" h="7" w="40">
                  <a:moveTo>
                    <a:pt x="31" y="5"/>
                  </a:moveTo>
                  <a:lnTo>
                    <a:pt x="31" y="5"/>
                  </a:lnTo>
                  <a:lnTo>
                    <a:pt x="40" y="0"/>
                  </a:lnTo>
                  <a:lnTo>
                    <a:pt x="0" y="7"/>
                  </a:lnTo>
                  <a:lnTo>
                    <a:pt x="31"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5" name="Google Shape;1005;p24"/>
            <p:cNvSpPr/>
            <p:nvPr/>
          </p:nvSpPr>
          <p:spPr>
            <a:xfrm>
              <a:off x="11145838" y="1529246"/>
              <a:ext cx="22225" cy="2462"/>
            </a:xfrm>
            <a:custGeom>
              <a:rect b="b" l="l" r="r" t="t"/>
              <a:pathLst>
                <a:path extrusionOk="0" h="4" w="24">
                  <a:moveTo>
                    <a:pt x="21" y="4"/>
                  </a:moveTo>
                  <a:lnTo>
                    <a:pt x="21" y="4"/>
                  </a:lnTo>
                  <a:lnTo>
                    <a:pt x="24" y="0"/>
                  </a:lnTo>
                  <a:lnTo>
                    <a:pt x="0" y="3"/>
                  </a:lnTo>
                  <a:lnTo>
                    <a:pt x="2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6" name="Google Shape;1006;p24"/>
            <p:cNvSpPr/>
            <p:nvPr/>
          </p:nvSpPr>
          <p:spPr>
            <a:xfrm>
              <a:off x="6197600" y="1566174"/>
              <a:ext cx="20637" cy="1231"/>
            </a:xfrm>
            <a:custGeom>
              <a:rect b="b" l="l" r="r" t="t"/>
              <a:pathLst>
                <a:path extrusionOk="0" h="1" w="21">
                  <a:moveTo>
                    <a:pt x="21" y="0"/>
                  </a:moveTo>
                  <a:lnTo>
                    <a:pt x="21" y="0"/>
                  </a:lnTo>
                  <a:lnTo>
                    <a:pt x="0" y="1"/>
                  </a:lnTo>
                  <a:cubicBezTo>
                    <a:pt x="10" y="0"/>
                    <a:pt x="16" y="0"/>
                    <a:pt x="2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7" name="Google Shape;1007;p24"/>
            <p:cNvSpPr/>
            <p:nvPr/>
          </p:nvSpPr>
          <p:spPr>
            <a:xfrm>
              <a:off x="6356350" y="1564943"/>
              <a:ext cx="9525" cy="1231"/>
            </a:xfrm>
            <a:custGeom>
              <a:rect b="b" l="l" r="r" t="t"/>
              <a:pathLst>
                <a:path extrusionOk="0" h="2" w="10">
                  <a:moveTo>
                    <a:pt x="6" y="2"/>
                  </a:moveTo>
                  <a:lnTo>
                    <a:pt x="6" y="2"/>
                  </a:lnTo>
                  <a:lnTo>
                    <a:pt x="10" y="0"/>
                  </a:lnTo>
                  <a:cubicBezTo>
                    <a:pt x="3" y="1"/>
                    <a:pt x="0" y="2"/>
                    <a:pt x="6"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8" name="Google Shape;1008;p24"/>
            <p:cNvSpPr/>
            <p:nvPr/>
          </p:nvSpPr>
          <p:spPr>
            <a:xfrm>
              <a:off x="8950325" y="1521861"/>
              <a:ext cx="61912" cy="7386"/>
            </a:xfrm>
            <a:custGeom>
              <a:rect b="b" l="l" r="r" t="t"/>
              <a:pathLst>
                <a:path extrusionOk="0" h="9" w="65">
                  <a:moveTo>
                    <a:pt x="65" y="9"/>
                  </a:moveTo>
                  <a:lnTo>
                    <a:pt x="65" y="9"/>
                  </a:lnTo>
                  <a:cubicBezTo>
                    <a:pt x="34" y="5"/>
                    <a:pt x="0" y="0"/>
                    <a:pt x="4" y="4"/>
                  </a:cubicBezTo>
                  <a:lnTo>
                    <a:pt x="13" y="8"/>
                  </a:lnTo>
                  <a:cubicBezTo>
                    <a:pt x="35" y="7"/>
                    <a:pt x="51" y="8"/>
                    <a:pt x="65"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09" name="Google Shape;1009;p24"/>
            <p:cNvSpPr/>
            <p:nvPr/>
          </p:nvSpPr>
          <p:spPr>
            <a:xfrm>
              <a:off x="7537450" y="1546479"/>
              <a:ext cx="28575" cy="3693"/>
            </a:xfrm>
            <a:custGeom>
              <a:rect b="b" l="l" r="r" t="t"/>
              <a:pathLst>
                <a:path extrusionOk="0" h="4" w="29">
                  <a:moveTo>
                    <a:pt x="0" y="3"/>
                  </a:moveTo>
                  <a:lnTo>
                    <a:pt x="0" y="3"/>
                  </a:lnTo>
                  <a:lnTo>
                    <a:pt x="9" y="4"/>
                  </a:lnTo>
                  <a:lnTo>
                    <a:pt x="29" y="0"/>
                  </a:lnTo>
                  <a:lnTo>
                    <a:pt x="0" y="3"/>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0" name="Google Shape;1010;p24"/>
            <p:cNvSpPr/>
            <p:nvPr/>
          </p:nvSpPr>
          <p:spPr>
            <a:xfrm>
              <a:off x="7478713" y="1562481"/>
              <a:ext cx="38100" cy="2462"/>
            </a:xfrm>
            <a:custGeom>
              <a:rect b="b" l="l" r="r" t="t"/>
              <a:pathLst>
                <a:path extrusionOk="0" h="3" w="40">
                  <a:moveTo>
                    <a:pt x="40" y="3"/>
                  </a:moveTo>
                  <a:lnTo>
                    <a:pt x="40" y="3"/>
                  </a:lnTo>
                  <a:lnTo>
                    <a:pt x="0" y="0"/>
                  </a:lnTo>
                  <a:cubicBezTo>
                    <a:pt x="9" y="1"/>
                    <a:pt x="22" y="2"/>
                    <a:pt x="4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1" name="Google Shape;1011;p24"/>
            <p:cNvSpPr/>
            <p:nvPr/>
          </p:nvSpPr>
          <p:spPr>
            <a:xfrm>
              <a:off x="5410200" y="1568636"/>
              <a:ext cx="36512" cy="3693"/>
            </a:xfrm>
            <a:custGeom>
              <a:rect b="b" l="l" r="r" t="t"/>
              <a:pathLst>
                <a:path extrusionOk="0" h="5" w="38">
                  <a:moveTo>
                    <a:pt x="24" y="0"/>
                  </a:moveTo>
                  <a:lnTo>
                    <a:pt x="24" y="0"/>
                  </a:lnTo>
                  <a:lnTo>
                    <a:pt x="0" y="5"/>
                  </a:lnTo>
                  <a:cubicBezTo>
                    <a:pt x="38" y="5"/>
                    <a:pt x="21" y="3"/>
                    <a:pt x="24"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2" name="Google Shape;1012;p24"/>
            <p:cNvSpPr/>
            <p:nvPr/>
          </p:nvSpPr>
          <p:spPr>
            <a:xfrm>
              <a:off x="10206038" y="1530477"/>
              <a:ext cx="61912" cy="4924"/>
            </a:xfrm>
            <a:custGeom>
              <a:rect b="b" l="l" r="r" t="t"/>
              <a:pathLst>
                <a:path extrusionOk="0" h="6" w="65">
                  <a:moveTo>
                    <a:pt x="65" y="3"/>
                  </a:moveTo>
                  <a:lnTo>
                    <a:pt x="65" y="3"/>
                  </a:lnTo>
                  <a:cubicBezTo>
                    <a:pt x="39" y="1"/>
                    <a:pt x="18" y="0"/>
                    <a:pt x="0" y="0"/>
                  </a:cubicBezTo>
                  <a:cubicBezTo>
                    <a:pt x="32" y="2"/>
                    <a:pt x="57" y="6"/>
                    <a:pt x="65"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3" name="Google Shape;1013;p24"/>
            <p:cNvSpPr/>
            <p:nvPr/>
          </p:nvSpPr>
          <p:spPr>
            <a:xfrm>
              <a:off x="6257925" y="1525554"/>
              <a:ext cx="19050" cy="2462"/>
            </a:xfrm>
            <a:custGeom>
              <a:rect b="b" l="l" r="r" t="t"/>
              <a:pathLst>
                <a:path extrusionOk="0" h="2" w="21">
                  <a:moveTo>
                    <a:pt x="18" y="0"/>
                  </a:moveTo>
                  <a:lnTo>
                    <a:pt x="18" y="0"/>
                  </a:lnTo>
                  <a:cubicBezTo>
                    <a:pt x="5" y="1"/>
                    <a:pt x="0" y="2"/>
                    <a:pt x="0" y="2"/>
                  </a:cubicBezTo>
                  <a:cubicBezTo>
                    <a:pt x="13" y="2"/>
                    <a:pt x="21" y="1"/>
                    <a:pt x="1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4" name="Google Shape;1014;p24"/>
            <p:cNvSpPr/>
            <p:nvPr/>
          </p:nvSpPr>
          <p:spPr>
            <a:xfrm>
              <a:off x="10134600" y="1528016"/>
              <a:ext cx="71437" cy="3693"/>
            </a:xfrm>
            <a:custGeom>
              <a:rect b="b" l="l" r="r" t="t"/>
              <a:pathLst>
                <a:path extrusionOk="0" h="4" w="75">
                  <a:moveTo>
                    <a:pt x="0" y="3"/>
                  </a:moveTo>
                  <a:lnTo>
                    <a:pt x="0" y="3"/>
                  </a:lnTo>
                  <a:lnTo>
                    <a:pt x="13" y="4"/>
                  </a:lnTo>
                  <a:cubicBezTo>
                    <a:pt x="32" y="3"/>
                    <a:pt x="52" y="2"/>
                    <a:pt x="75" y="3"/>
                  </a:cubicBezTo>
                  <a:cubicBezTo>
                    <a:pt x="52" y="1"/>
                    <a:pt x="25" y="0"/>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5" name="Google Shape;1015;p24"/>
            <p:cNvSpPr/>
            <p:nvPr/>
          </p:nvSpPr>
          <p:spPr>
            <a:xfrm>
              <a:off x="2582863" y="1560020"/>
              <a:ext cx="7937" cy="1231"/>
            </a:xfrm>
            <a:custGeom>
              <a:rect b="b" l="l" r="r" t="t"/>
              <a:pathLst>
                <a:path extrusionOk="0" h="1" w="8">
                  <a:moveTo>
                    <a:pt x="8" y="1"/>
                  </a:moveTo>
                  <a:lnTo>
                    <a:pt x="8" y="1"/>
                  </a:lnTo>
                  <a:lnTo>
                    <a:pt x="1" y="0"/>
                  </a:lnTo>
                  <a:cubicBezTo>
                    <a:pt x="0" y="1"/>
                    <a:pt x="3" y="1"/>
                    <a:pt x="8"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6" name="Google Shape;1016;p24"/>
            <p:cNvSpPr/>
            <p:nvPr/>
          </p:nvSpPr>
          <p:spPr>
            <a:xfrm>
              <a:off x="1762125" y="1521861"/>
              <a:ext cx="34925" cy="1231"/>
            </a:xfrm>
            <a:custGeom>
              <a:rect b="b" l="l" r="r" t="t"/>
              <a:pathLst>
                <a:path extrusionOk="0" h="1" w="36">
                  <a:moveTo>
                    <a:pt x="0" y="1"/>
                  </a:moveTo>
                  <a:lnTo>
                    <a:pt x="0" y="1"/>
                  </a:lnTo>
                  <a:cubicBezTo>
                    <a:pt x="9" y="1"/>
                    <a:pt x="23" y="1"/>
                    <a:pt x="36" y="1"/>
                  </a:cubicBezTo>
                  <a:cubicBezTo>
                    <a:pt x="29" y="0"/>
                    <a:pt x="19"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7" name="Google Shape;1017;p24"/>
            <p:cNvSpPr/>
            <p:nvPr/>
          </p:nvSpPr>
          <p:spPr>
            <a:xfrm>
              <a:off x="10812463" y="1529246"/>
              <a:ext cx="19050" cy="1231"/>
            </a:xfrm>
            <a:custGeom>
              <a:rect b="b" l="l" r="r" t="t"/>
              <a:pathLst>
                <a:path extrusionOk="0" h="1" w="20">
                  <a:moveTo>
                    <a:pt x="0" y="1"/>
                  </a:moveTo>
                  <a:lnTo>
                    <a:pt x="0" y="1"/>
                  </a:lnTo>
                  <a:cubicBezTo>
                    <a:pt x="20" y="1"/>
                    <a:pt x="3"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8" name="Google Shape;1018;p24"/>
            <p:cNvSpPr/>
            <p:nvPr/>
          </p:nvSpPr>
          <p:spPr>
            <a:xfrm>
              <a:off x="10896600" y="1545248"/>
              <a:ext cx="7937" cy="2462"/>
            </a:xfrm>
            <a:custGeom>
              <a:rect b="b" l="l" r="r" t="t"/>
              <a:pathLst>
                <a:path extrusionOk="0" h="3" w="8">
                  <a:moveTo>
                    <a:pt x="8" y="0"/>
                  </a:moveTo>
                  <a:lnTo>
                    <a:pt x="8" y="0"/>
                  </a:lnTo>
                  <a:cubicBezTo>
                    <a:pt x="4" y="1"/>
                    <a:pt x="1" y="2"/>
                    <a:pt x="0" y="3"/>
                  </a:cubicBezTo>
                  <a:cubicBezTo>
                    <a:pt x="2" y="2"/>
                    <a:pt x="4" y="1"/>
                    <a:pt x="8"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19" name="Google Shape;1019;p24"/>
            <p:cNvSpPr/>
            <p:nvPr/>
          </p:nvSpPr>
          <p:spPr>
            <a:xfrm>
              <a:off x="9947275" y="1553865"/>
              <a:ext cx="4762" cy="1231"/>
            </a:xfrm>
            <a:custGeom>
              <a:rect b="b" l="l" r="r" t="t"/>
              <a:pathLst>
                <a:path extrusionOk="0" h="1" w="5">
                  <a:moveTo>
                    <a:pt x="1" y="0"/>
                  </a:moveTo>
                  <a:lnTo>
                    <a:pt x="1" y="0"/>
                  </a:lnTo>
                  <a:lnTo>
                    <a:pt x="0" y="0"/>
                  </a:lnTo>
                  <a:cubicBezTo>
                    <a:pt x="5" y="1"/>
                    <a:pt x="4" y="0"/>
                    <a:pt x="1"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0" name="Google Shape;1020;p24"/>
            <p:cNvSpPr/>
            <p:nvPr/>
          </p:nvSpPr>
          <p:spPr>
            <a:xfrm>
              <a:off x="10817225" y="1531708"/>
              <a:ext cx="23812" cy="0"/>
            </a:xfrm>
            <a:custGeom>
              <a:rect b="b" l="l" r="r" t="t"/>
              <a:pathLst>
                <a:path extrusionOk="0" h="1" w="25">
                  <a:moveTo>
                    <a:pt x="25" y="0"/>
                  </a:moveTo>
                  <a:lnTo>
                    <a:pt x="25" y="0"/>
                  </a:lnTo>
                  <a:cubicBezTo>
                    <a:pt x="18" y="0"/>
                    <a:pt x="10" y="0"/>
                    <a:pt x="0" y="0"/>
                  </a:cubicBezTo>
                  <a:cubicBezTo>
                    <a:pt x="5" y="0"/>
                    <a:pt x="12" y="0"/>
                    <a:pt x="2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1" name="Google Shape;1021;p24"/>
            <p:cNvSpPr/>
            <p:nvPr/>
          </p:nvSpPr>
          <p:spPr>
            <a:xfrm>
              <a:off x="10836275" y="1529246"/>
              <a:ext cx="19050" cy="1231"/>
            </a:xfrm>
            <a:custGeom>
              <a:rect b="b" l="l" r="r" t="t"/>
              <a:pathLst>
                <a:path extrusionOk="0" h="1" w="20">
                  <a:moveTo>
                    <a:pt x="0" y="1"/>
                  </a:moveTo>
                  <a:lnTo>
                    <a:pt x="0" y="1"/>
                  </a:lnTo>
                  <a:lnTo>
                    <a:pt x="18" y="1"/>
                  </a:lnTo>
                  <a:cubicBezTo>
                    <a:pt x="20" y="1"/>
                    <a:pt x="18"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2" name="Google Shape;1022;p24"/>
            <p:cNvSpPr/>
            <p:nvPr/>
          </p:nvSpPr>
          <p:spPr>
            <a:xfrm>
              <a:off x="10787063" y="1530477"/>
              <a:ext cx="30162" cy="1231"/>
            </a:xfrm>
            <a:custGeom>
              <a:rect b="b" l="l" r="r" t="t"/>
              <a:pathLst>
                <a:path extrusionOk="0" h="1" w="31">
                  <a:moveTo>
                    <a:pt x="0" y="0"/>
                  </a:moveTo>
                  <a:lnTo>
                    <a:pt x="0" y="0"/>
                  </a:lnTo>
                  <a:cubicBezTo>
                    <a:pt x="11" y="0"/>
                    <a:pt x="21" y="0"/>
                    <a:pt x="31" y="1"/>
                  </a:cubicBezTo>
                  <a:cubicBezTo>
                    <a:pt x="28" y="0"/>
                    <a:pt x="26" y="0"/>
                    <a:pt x="27"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3" name="Google Shape;1023;p24"/>
            <p:cNvSpPr/>
            <p:nvPr/>
          </p:nvSpPr>
          <p:spPr>
            <a:xfrm>
              <a:off x="4092575" y="1552634"/>
              <a:ext cx="20637" cy="2462"/>
            </a:xfrm>
            <a:custGeom>
              <a:rect b="b" l="l" r="r" t="t"/>
              <a:pathLst>
                <a:path extrusionOk="0" h="2" w="23">
                  <a:moveTo>
                    <a:pt x="23" y="0"/>
                  </a:moveTo>
                  <a:lnTo>
                    <a:pt x="23" y="0"/>
                  </a:lnTo>
                  <a:lnTo>
                    <a:pt x="19" y="0"/>
                  </a:lnTo>
                  <a:cubicBezTo>
                    <a:pt x="0" y="2"/>
                    <a:pt x="8" y="1"/>
                    <a:pt x="23"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4" name="Google Shape;1024;p24"/>
            <p:cNvSpPr/>
            <p:nvPr/>
          </p:nvSpPr>
          <p:spPr>
            <a:xfrm>
              <a:off x="8528050" y="1567405"/>
              <a:ext cx="3175" cy="1231"/>
            </a:xfrm>
            <a:custGeom>
              <a:rect b="b" l="l" r="r" t="t"/>
              <a:pathLst>
                <a:path extrusionOk="0" h="1" w="3">
                  <a:moveTo>
                    <a:pt x="1" y="1"/>
                  </a:moveTo>
                  <a:lnTo>
                    <a:pt x="1" y="1"/>
                  </a:lnTo>
                  <a:lnTo>
                    <a:pt x="3" y="0"/>
                  </a:lnTo>
                  <a:lnTo>
                    <a:pt x="0" y="0"/>
                  </a:lnTo>
                  <a:lnTo>
                    <a:pt x="1"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5" name="Google Shape;1025;p24"/>
            <p:cNvSpPr/>
            <p:nvPr/>
          </p:nvSpPr>
          <p:spPr>
            <a:xfrm>
              <a:off x="8461375" y="1556326"/>
              <a:ext cx="66675" cy="14771"/>
            </a:xfrm>
            <a:custGeom>
              <a:rect b="b" l="l" r="r" t="t"/>
              <a:pathLst>
                <a:path extrusionOk="0" h="17" w="69">
                  <a:moveTo>
                    <a:pt x="0" y="17"/>
                  </a:moveTo>
                  <a:lnTo>
                    <a:pt x="0" y="17"/>
                  </a:lnTo>
                  <a:cubicBezTo>
                    <a:pt x="30" y="11"/>
                    <a:pt x="47" y="12"/>
                    <a:pt x="69" y="13"/>
                  </a:cubicBezTo>
                  <a:lnTo>
                    <a:pt x="46" y="0"/>
                  </a:lnTo>
                  <a:lnTo>
                    <a:pt x="0" y="1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6" name="Google Shape;1026;p24"/>
            <p:cNvSpPr/>
            <p:nvPr/>
          </p:nvSpPr>
          <p:spPr>
            <a:xfrm>
              <a:off x="1562100" y="1514475"/>
              <a:ext cx="9563100" cy="64008"/>
            </a:xfrm>
            <a:custGeom>
              <a:rect b="b" l="l" r="r" t="t"/>
              <a:pathLst>
                <a:path extrusionOk="0" h="75" w="10030">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7" name="Google Shape;1027;p24"/>
            <p:cNvSpPr/>
            <p:nvPr/>
          </p:nvSpPr>
          <p:spPr>
            <a:xfrm>
              <a:off x="7508875" y="1560020"/>
              <a:ext cx="11112" cy="3693"/>
            </a:xfrm>
            <a:custGeom>
              <a:rect b="b" l="l" r="r" t="t"/>
              <a:pathLst>
                <a:path extrusionOk="0" h="3" w="12">
                  <a:moveTo>
                    <a:pt x="12" y="3"/>
                  </a:moveTo>
                  <a:lnTo>
                    <a:pt x="12" y="3"/>
                  </a:lnTo>
                  <a:cubicBezTo>
                    <a:pt x="8" y="2"/>
                    <a:pt x="7" y="1"/>
                    <a:pt x="6" y="0"/>
                  </a:cubicBezTo>
                  <a:cubicBezTo>
                    <a:pt x="1" y="1"/>
                    <a:pt x="0" y="2"/>
                    <a:pt x="12"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8" name="Google Shape;1028;p24"/>
            <p:cNvSpPr/>
            <p:nvPr/>
          </p:nvSpPr>
          <p:spPr>
            <a:xfrm>
              <a:off x="5434013" y="1567405"/>
              <a:ext cx="4762" cy="1231"/>
            </a:xfrm>
            <a:custGeom>
              <a:rect b="b" l="l" r="r" t="t"/>
              <a:pathLst>
                <a:path extrusionOk="0" h="1" w="5">
                  <a:moveTo>
                    <a:pt x="5" y="1"/>
                  </a:moveTo>
                  <a:lnTo>
                    <a:pt x="5" y="1"/>
                  </a:lnTo>
                  <a:lnTo>
                    <a:pt x="3" y="0"/>
                  </a:lnTo>
                  <a:cubicBezTo>
                    <a:pt x="1" y="1"/>
                    <a:pt x="1" y="1"/>
                    <a:pt x="0" y="1"/>
                  </a:cubicBezTo>
                  <a:lnTo>
                    <a:pt x="5" y="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29" name="Google Shape;1029;p24"/>
            <p:cNvSpPr/>
            <p:nvPr/>
          </p:nvSpPr>
          <p:spPr>
            <a:xfrm>
              <a:off x="9672638" y="1567405"/>
              <a:ext cx="25400" cy="2462"/>
            </a:xfrm>
            <a:custGeom>
              <a:rect b="b" l="l" r="r" t="t"/>
              <a:pathLst>
                <a:path extrusionOk="0" h="3" w="27">
                  <a:moveTo>
                    <a:pt x="27" y="3"/>
                  </a:moveTo>
                  <a:lnTo>
                    <a:pt x="27" y="3"/>
                  </a:lnTo>
                  <a:cubicBezTo>
                    <a:pt x="13" y="2"/>
                    <a:pt x="6" y="1"/>
                    <a:pt x="1" y="0"/>
                  </a:cubicBezTo>
                  <a:cubicBezTo>
                    <a:pt x="0" y="1"/>
                    <a:pt x="6"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0" name="Google Shape;1030;p24"/>
            <p:cNvSpPr/>
            <p:nvPr/>
          </p:nvSpPr>
          <p:spPr>
            <a:xfrm>
              <a:off x="10966450" y="1529246"/>
              <a:ext cx="39687" cy="2462"/>
            </a:xfrm>
            <a:custGeom>
              <a:rect b="b" l="l" r="r" t="t"/>
              <a:pathLst>
                <a:path extrusionOk="0" h="3" w="42">
                  <a:moveTo>
                    <a:pt x="42" y="0"/>
                  </a:moveTo>
                  <a:lnTo>
                    <a:pt x="42" y="0"/>
                  </a:lnTo>
                  <a:lnTo>
                    <a:pt x="0" y="1"/>
                  </a:lnTo>
                  <a:cubicBezTo>
                    <a:pt x="20" y="1"/>
                    <a:pt x="27" y="2"/>
                    <a:pt x="38" y="3"/>
                  </a:cubicBezTo>
                  <a:cubicBezTo>
                    <a:pt x="37" y="2"/>
                    <a:pt x="29" y="0"/>
                    <a:pt x="42"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1" name="Google Shape;1031;p24"/>
            <p:cNvSpPr/>
            <p:nvPr/>
          </p:nvSpPr>
          <p:spPr>
            <a:xfrm>
              <a:off x="11329988" y="1552634"/>
              <a:ext cx="44450" cy="2462"/>
            </a:xfrm>
            <a:custGeom>
              <a:rect b="b" l="l" r="r" t="t"/>
              <a:pathLst>
                <a:path extrusionOk="0" h="3" w="46">
                  <a:moveTo>
                    <a:pt x="27" y="3"/>
                  </a:moveTo>
                  <a:lnTo>
                    <a:pt x="27" y="3"/>
                  </a:lnTo>
                  <a:cubicBezTo>
                    <a:pt x="33" y="2"/>
                    <a:pt x="40" y="3"/>
                    <a:pt x="46" y="2"/>
                  </a:cubicBezTo>
                  <a:lnTo>
                    <a:pt x="44" y="0"/>
                  </a:lnTo>
                  <a:cubicBezTo>
                    <a:pt x="18" y="0"/>
                    <a:pt x="0" y="2"/>
                    <a:pt x="27"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2" name="Google Shape;1032;p24"/>
            <p:cNvSpPr/>
            <p:nvPr/>
          </p:nvSpPr>
          <p:spPr>
            <a:xfrm>
              <a:off x="11042650" y="1540325"/>
              <a:ext cx="60325" cy="6155"/>
            </a:xfrm>
            <a:custGeom>
              <a:rect b="b" l="l" r="r" t="t"/>
              <a:pathLst>
                <a:path extrusionOk="0" h="7" w="63">
                  <a:moveTo>
                    <a:pt x="0" y="3"/>
                  </a:moveTo>
                  <a:lnTo>
                    <a:pt x="0" y="3"/>
                  </a:lnTo>
                  <a:cubicBezTo>
                    <a:pt x="3" y="7"/>
                    <a:pt x="30" y="6"/>
                    <a:pt x="60" y="5"/>
                  </a:cubicBezTo>
                  <a:lnTo>
                    <a:pt x="54" y="5"/>
                  </a:lnTo>
                  <a:cubicBezTo>
                    <a:pt x="63" y="0"/>
                    <a:pt x="31" y="1"/>
                    <a:pt x="0" y="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3" name="Google Shape;1033;p24"/>
            <p:cNvSpPr/>
            <p:nvPr/>
          </p:nvSpPr>
          <p:spPr>
            <a:xfrm>
              <a:off x="11106150" y="1542787"/>
              <a:ext cx="28575" cy="1231"/>
            </a:xfrm>
            <a:custGeom>
              <a:rect b="b" l="l" r="r" t="t"/>
              <a:pathLst>
                <a:path extrusionOk="0" h="2" w="31">
                  <a:moveTo>
                    <a:pt x="0" y="2"/>
                  </a:moveTo>
                  <a:lnTo>
                    <a:pt x="0" y="2"/>
                  </a:lnTo>
                  <a:cubicBezTo>
                    <a:pt x="10" y="2"/>
                    <a:pt x="19" y="2"/>
                    <a:pt x="28" y="2"/>
                  </a:cubicBezTo>
                  <a:cubicBezTo>
                    <a:pt x="31" y="0"/>
                    <a:pt x="17" y="2"/>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4" name="Google Shape;1034;p24"/>
            <p:cNvSpPr/>
            <p:nvPr/>
          </p:nvSpPr>
          <p:spPr>
            <a:xfrm>
              <a:off x="10679113" y="1525554"/>
              <a:ext cx="103187" cy="9847"/>
            </a:xfrm>
            <a:custGeom>
              <a:rect b="b" l="l" r="r" t="t"/>
              <a:pathLst>
                <a:path extrusionOk="0" h="12" w="109">
                  <a:moveTo>
                    <a:pt x="77" y="9"/>
                  </a:moveTo>
                  <a:lnTo>
                    <a:pt x="77" y="9"/>
                  </a:lnTo>
                  <a:cubicBezTo>
                    <a:pt x="91" y="10"/>
                    <a:pt x="86" y="4"/>
                    <a:pt x="94" y="6"/>
                  </a:cubicBezTo>
                  <a:cubicBezTo>
                    <a:pt x="109" y="0"/>
                    <a:pt x="0" y="12"/>
                    <a:pt x="77" y="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5" name="Google Shape;1035;p24"/>
            <p:cNvSpPr/>
            <p:nvPr/>
          </p:nvSpPr>
          <p:spPr>
            <a:xfrm>
              <a:off x="11039475" y="1550172"/>
              <a:ext cx="26987" cy="4924"/>
            </a:xfrm>
            <a:custGeom>
              <a:rect b="b" l="l" r="r" t="t"/>
              <a:pathLst>
                <a:path extrusionOk="0" h="5" w="27">
                  <a:moveTo>
                    <a:pt x="27" y="5"/>
                  </a:moveTo>
                  <a:lnTo>
                    <a:pt x="27" y="5"/>
                  </a:lnTo>
                  <a:lnTo>
                    <a:pt x="16" y="0"/>
                  </a:lnTo>
                  <a:lnTo>
                    <a:pt x="0" y="4"/>
                  </a:lnTo>
                  <a:lnTo>
                    <a:pt x="27" y="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6" name="Google Shape;1036;p24"/>
            <p:cNvSpPr/>
            <p:nvPr/>
          </p:nvSpPr>
          <p:spPr>
            <a:xfrm>
              <a:off x="10841038" y="1548941"/>
              <a:ext cx="58737" cy="2462"/>
            </a:xfrm>
            <a:custGeom>
              <a:rect b="b" l="l" r="r" t="t"/>
              <a:pathLst>
                <a:path extrusionOk="0" h="3" w="61">
                  <a:moveTo>
                    <a:pt x="1" y="2"/>
                  </a:moveTo>
                  <a:lnTo>
                    <a:pt x="1" y="2"/>
                  </a:lnTo>
                  <a:lnTo>
                    <a:pt x="49" y="3"/>
                  </a:lnTo>
                  <a:cubicBezTo>
                    <a:pt x="48" y="2"/>
                    <a:pt x="54" y="2"/>
                    <a:pt x="61" y="2"/>
                  </a:cubicBezTo>
                  <a:cubicBezTo>
                    <a:pt x="32" y="1"/>
                    <a:pt x="0" y="0"/>
                    <a:pt x="1"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7" name="Google Shape;1037;p24"/>
            <p:cNvSpPr/>
            <p:nvPr/>
          </p:nvSpPr>
          <p:spPr>
            <a:xfrm>
              <a:off x="10899775" y="1550172"/>
              <a:ext cx="36512" cy="1231"/>
            </a:xfrm>
            <a:custGeom>
              <a:rect b="b" l="l" r="r" t="t"/>
              <a:pathLst>
                <a:path extrusionOk="0" h="1" w="38">
                  <a:moveTo>
                    <a:pt x="0" y="1"/>
                  </a:moveTo>
                  <a:lnTo>
                    <a:pt x="0" y="1"/>
                  </a:lnTo>
                  <a:cubicBezTo>
                    <a:pt x="15" y="1"/>
                    <a:pt x="30" y="1"/>
                    <a:pt x="38" y="0"/>
                  </a:cubicBezTo>
                  <a:cubicBezTo>
                    <a:pt x="30" y="0"/>
                    <a:pt x="12" y="0"/>
                    <a:pt x="0" y="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8" name="Google Shape;1038;p24"/>
            <p:cNvSpPr/>
            <p:nvPr/>
          </p:nvSpPr>
          <p:spPr>
            <a:xfrm>
              <a:off x="10958513" y="1555096"/>
              <a:ext cx="46037" cy="0"/>
            </a:xfrm>
            <a:custGeom>
              <a:rect b="b" l="l" r="r" t="t"/>
              <a:pathLst>
                <a:path extrusionOk="0" h="1" w="47">
                  <a:moveTo>
                    <a:pt x="47" y="0"/>
                  </a:moveTo>
                  <a:lnTo>
                    <a:pt x="47" y="0"/>
                  </a:lnTo>
                  <a:lnTo>
                    <a:pt x="33" y="0"/>
                  </a:lnTo>
                  <a:lnTo>
                    <a:pt x="0" y="0"/>
                  </a:lnTo>
                  <a:lnTo>
                    <a:pt x="4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39" name="Google Shape;1039;p24"/>
            <p:cNvSpPr/>
            <p:nvPr/>
          </p:nvSpPr>
          <p:spPr>
            <a:xfrm>
              <a:off x="10304463" y="1548941"/>
              <a:ext cx="61912" cy="3693"/>
            </a:xfrm>
            <a:custGeom>
              <a:rect b="b" l="l" r="r" t="t"/>
              <a:pathLst>
                <a:path extrusionOk="0" h="4" w="65">
                  <a:moveTo>
                    <a:pt x="57" y="0"/>
                  </a:moveTo>
                  <a:lnTo>
                    <a:pt x="57" y="0"/>
                  </a:lnTo>
                  <a:lnTo>
                    <a:pt x="5" y="1"/>
                  </a:lnTo>
                  <a:cubicBezTo>
                    <a:pt x="0" y="3"/>
                    <a:pt x="14" y="4"/>
                    <a:pt x="33" y="4"/>
                  </a:cubicBezTo>
                  <a:cubicBezTo>
                    <a:pt x="45" y="2"/>
                    <a:pt x="65" y="2"/>
                    <a:pt x="57"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0" name="Google Shape;1040;p24"/>
            <p:cNvSpPr/>
            <p:nvPr/>
          </p:nvSpPr>
          <p:spPr>
            <a:xfrm>
              <a:off x="10483850" y="1557558"/>
              <a:ext cx="23812" cy="6155"/>
            </a:xfrm>
            <a:custGeom>
              <a:rect b="b" l="l" r="r" t="t"/>
              <a:pathLst>
                <a:path extrusionOk="0" h="7" w="25">
                  <a:moveTo>
                    <a:pt x="25" y="4"/>
                  </a:moveTo>
                  <a:lnTo>
                    <a:pt x="25" y="4"/>
                  </a:lnTo>
                  <a:cubicBezTo>
                    <a:pt x="11" y="3"/>
                    <a:pt x="10" y="2"/>
                    <a:pt x="2" y="0"/>
                  </a:cubicBezTo>
                  <a:lnTo>
                    <a:pt x="0" y="7"/>
                  </a:lnTo>
                  <a:lnTo>
                    <a:pt x="25"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1" name="Google Shape;1041;p24"/>
            <p:cNvSpPr/>
            <p:nvPr/>
          </p:nvSpPr>
          <p:spPr>
            <a:xfrm>
              <a:off x="10291763" y="1563712"/>
              <a:ext cx="117475" cy="2462"/>
            </a:xfrm>
            <a:custGeom>
              <a:rect b="b" l="l" r="r" t="t"/>
              <a:pathLst>
                <a:path extrusionOk="0" h="4" w="123">
                  <a:moveTo>
                    <a:pt x="75" y="0"/>
                  </a:moveTo>
                  <a:lnTo>
                    <a:pt x="75" y="0"/>
                  </a:lnTo>
                  <a:cubicBezTo>
                    <a:pt x="70" y="1"/>
                    <a:pt x="0" y="4"/>
                    <a:pt x="66" y="4"/>
                  </a:cubicBezTo>
                  <a:cubicBezTo>
                    <a:pt x="71" y="2"/>
                    <a:pt x="123" y="1"/>
                    <a:pt x="75"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2" name="Google Shape;1042;p24"/>
            <p:cNvSpPr/>
            <p:nvPr/>
          </p:nvSpPr>
          <p:spPr>
            <a:xfrm>
              <a:off x="9621838" y="1546479"/>
              <a:ext cx="11112" cy="8617"/>
            </a:xfrm>
            <a:custGeom>
              <a:rect b="b" l="l" r="r" t="t"/>
              <a:pathLst>
                <a:path extrusionOk="0" h="10" w="13">
                  <a:moveTo>
                    <a:pt x="0" y="10"/>
                  </a:moveTo>
                  <a:lnTo>
                    <a:pt x="0" y="10"/>
                  </a:lnTo>
                  <a:lnTo>
                    <a:pt x="13" y="10"/>
                  </a:lnTo>
                  <a:lnTo>
                    <a:pt x="12" y="0"/>
                  </a:lnTo>
                  <a:lnTo>
                    <a:pt x="0" y="1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3" name="Google Shape;1043;p24"/>
            <p:cNvSpPr/>
            <p:nvPr/>
          </p:nvSpPr>
          <p:spPr>
            <a:xfrm>
              <a:off x="8951913" y="1568636"/>
              <a:ext cx="96837" cy="8617"/>
            </a:xfrm>
            <a:custGeom>
              <a:rect b="b" l="l" r="r" t="t"/>
              <a:pathLst>
                <a:path extrusionOk="0" h="10" w="101">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4" name="Google Shape;1044;p24"/>
            <p:cNvSpPr/>
            <p:nvPr/>
          </p:nvSpPr>
          <p:spPr>
            <a:xfrm>
              <a:off x="9005888" y="1566174"/>
              <a:ext cx="17462" cy="2462"/>
            </a:xfrm>
            <a:custGeom>
              <a:rect b="b" l="l" r="r" t="t"/>
              <a:pathLst>
                <a:path extrusionOk="0" h="2" w="19">
                  <a:moveTo>
                    <a:pt x="0" y="2"/>
                  </a:moveTo>
                  <a:lnTo>
                    <a:pt x="0" y="2"/>
                  </a:lnTo>
                  <a:lnTo>
                    <a:pt x="19" y="0"/>
                  </a:lnTo>
                  <a:cubicBezTo>
                    <a:pt x="8" y="1"/>
                    <a:pt x="3" y="1"/>
                    <a:pt x="0" y="2"/>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5" name="Google Shape;1045;p24"/>
            <p:cNvSpPr/>
            <p:nvPr/>
          </p:nvSpPr>
          <p:spPr>
            <a:xfrm>
              <a:off x="1587500" y="1516937"/>
              <a:ext cx="38100" cy="3693"/>
            </a:xfrm>
            <a:custGeom>
              <a:rect b="b" l="l" r="r" t="t"/>
              <a:pathLst>
                <a:path extrusionOk="0" h="4" w="39">
                  <a:moveTo>
                    <a:pt x="39" y="2"/>
                  </a:moveTo>
                  <a:lnTo>
                    <a:pt x="39" y="2"/>
                  </a:lnTo>
                  <a:lnTo>
                    <a:pt x="0" y="0"/>
                  </a:lnTo>
                  <a:lnTo>
                    <a:pt x="25" y="4"/>
                  </a:lnTo>
                  <a:lnTo>
                    <a:pt x="39" y="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6" name="Google Shape;1046;p24"/>
            <p:cNvSpPr/>
            <p:nvPr/>
          </p:nvSpPr>
          <p:spPr>
            <a:xfrm>
              <a:off x="1522413" y="1519399"/>
              <a:ext cx="30162" cy="4924"/>
            </a:xfrm>
            <a:custGeom>
              <a:rect b="b" l="l" r="r" t="t"/>
              <a:pathLst>
                <a:path extrusionOk="0" h="6" w="32">
                  <a:moveTo>
                    <a:pt x="32" y="6"/>
                  </a:moveTo>
                  <a:lnTo>
                    <a:pt x="32" y="6"/>
                  </a:lnTo>
                  <a:lnTo>
                    <a:pt x="23" y="0"/>
                  </a:lnTo>
                  <a:lnTo>
                    <a:pt x="0" y="5"/>
                  </a:lnTo>
                  <a:cubicBezTo>
                    <a:pt x="8" y="5"/>
                    <a:pt x="26" y="5"/>
                    <a:pt x="32"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7" name="Google Shape;1047;p24"/>
            <p:cNvSpPr/>
            <p:nvPr/>
          </p:nvSpPr>
          <p:spPr>
            <a:xfrm>
              <a:off x="6650038" y="1573559"/>
              <a:ext cx="33337" cy="3693"/>
            </a:xfrm>
            <a:custGeom>
              <a:rect b="b" l="l" r="r" t="t"/>
              <a:pathLst>
                <a:path extrusionOk="0" h="4" w="34">
                  <a:moveTo>
                    <a:pt x="31" y="4"/>
                  </a:moveTo>
                  <a:lnTo>
                    <a:pt x="31" y="4"/>
                  </a:lnTo>
                  <a:lnTo>
                    <a:pt x="34" y="2"/>
                  </a:lnTo>
                  <a:cubicBezTo>
                    <a:pt x="28" y="1"/>
                    <a:pt x="18" y="1"/>
                    <a:pt x="0" y="0"/>
                  </a:cubicBezTo>
                  <a:lnTo>
                    <a:pt x="31" y="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8" name="Google Shape;1048;p24"/>
            <p:cNvSpPr/>
            <p:nvPr/>
          </p:nvSpPr>
          <p:spPr>
            <a:xfrm>
              <a:off x="6162675" y="1566174"/>
              <a:ext cx="15875" cy="4924"/>
            </a:xfrm>
            <a:custGeom>
              <a:rect b="b" l="l" r="r" t="t"/>
              <a:pathLst>
                <a:path extrusionOk="0" h="6" w="17">
                  <a:moveTo>
                    <a:pt x="8" y="6"/>
                  </a:moveTo>
                  <a:lnTo>
                    <a:pt x="8" y="6"/>
                  </a:lnTo>
                  <a:lnTo>
                    <a:pt x="17" y="6"/>
                  </a:lnTo>
                  <a:lnTo>
                    <a:pt x="0" y="0"/>
                  </a:lnTo>
                  <a:lnTo>
                    <a:pt x="8" y="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049" name="Google Shape;1049;p24"/>
            <p:cNvSpPr/>
            <p:nvPr/>
          </p:nvSpPr>
          <p:spPr>
            <a:xfrm>
              <a:off x="5738813" y="1571097"/>
              <a:ext cx="60325" cy="6155"/>
            </a:xfrm>
            <a:custGeom>
              <a:rect b="b" l="l" r="r" t="t"/>
              <a:pathLst>
                <a:path extrusionOk="0" h="8" w="63">
                  <a:moveTo>
                    <a:pt x="5" y="7"/>
                  </a:moveTo>
                  <a:lnTo>
                    <a:pt x="5" y="7"/>
                  </a:lnTo>
                  <a:cubicBezTo>
                    <a:pt x="23" y="8"/>
                    <a:pt x="45" y="6"/>
                    <a:pt x="63" y="7"/>
                  </a:cubicBezTo>
                  <a:cubicBezTo>
                    <a:pt x="23" y="8"/>
                    <a:pt x="0" y="0"/>
                    <a:pt x="5" y="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sp>
        <p:nvSpPr>
          <p:cNvPr id="1050" name="Google Shape;1050;p24"/>
          <p:cNvSpPr txBox="1"/>
          <p:nvPr>
            <p:ph idx="1" type="body"/>
          </p:nvPr>
        </p:nvSpPr>
        <p:spPr>
          <a:xfrm rot="5400000">
            <a:off x="2230726" y="-1344901"/>
            <a:ext cx="5898573" cy="91440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Clr>
                <a:schemeClr val="lt1"/>
              </a:buClr>
              <a:buSzPts val="1800"/>
              <a:buChar char="▪"/>
              <a:defRPr/>
            </a:lvl1pPr>
            <a:lvl2pPr indent="-342900" lvl="1" marL="914400" algn="l">
              <a:lnSpc>
                <a:spcPct val="90000"/>
              </a:lnSpc>
              <a:spcBef>
                <a:spcPts val="600"/>
              </a:spcBef>
              <a:spcAft>
                <a:spcPts val="0"/>
              </a:spcAft>
              <a:buClr>
                <a:schemeClr val="lt1"/>
              </a:buClr>
              <a:buSzPts val="1800"/>
              <a:buChar char="–"/>
              <a:defRPr/>
            </a:lvl2pPr>
            <a:lvl3pPr indent="-342900" lvl="2" marL="1371600" algn="l">
              <a:lnSpc>
                <a:spcPct val="90000"/>
              </a:lnSpc>
              <a:spcBef>
                <a:spcPts val="600"/>
              </a:spcBef>
              <a:spcAft>
                <a:spcPts val="0"/>
              </a:spcAft>
              <a:buClr>
                <a:schemeClr val="lt1"/>
              </a:buClr>
              <a:buSzPts val="1800"/>
              <a:buChar char="▪"/>
              <a:defRPr/>
            </a:lvl3pPr>
            <a:lvl4pPr indent="-342900" lvl="3" marL="1828800" algn="l">
              <a:lnSpc>
                <a:spcPct val="90000"/>
              </a:lnSpc>
              <a:spcBef>
                <a:spcPts val="600"/>
              </a:spcBef>
              <a:spcAft>
                <a:spcPts val="0"/>
              </a:spcAft>
              <a:buClr>
                <a:schemeClr val="lt1"/>
              </a:buClr>
              <a:buSzPts val="1800"/>
              <a:buChar char="–"/>
              <a:defRPr/>
            </a:lvl4pPr>
            <a:lvl5pPr indent="-330200" lvl="4" marL="2286000" algn="l">
              <a:lnSpc>
                <a:spcPct val="90000"/>
              </a:lnSpc>
              <a:spcBef>
                <a:spcPts val="600"/>
              </a:spcBef>
              <a:spcAft>
                <a:spcPts val="0"/>
              </a:spcAft>
              <a:buClr>
                <a:schemeClr val="lt1"/>
              </a:buClr>
              <a:buSzPts val="1600"/>
              <a:buChar char="▪"/>
              <a:defRPr/>
            </a:lvl5pPr>
            <a:lvl6pPr indent="-228600" lvl="5" marL="2743200" algn="l">
              <a:lnSpc>
                <a:spcPct val="90000"/>
              </a:lnSpc>
              <a:spcBef>
                <a:spcPts val="600"/>
              </a:spcBef>
              <a:spcAft>
                <a:spcPts val="0"/>
              </a:spcAft>
              <a:buClr>
                <a:schemeClr val="lt1"/>
              </a:buClr>
              <a:buSzPts val="1600"/>
              <a:buNone/>
              <a:defRPr/>
            </a:lvl6pPr>
            <a:lvl7pPr indent="-330200" lvl="6" marL="3200400" algn="l">
              <a:lnSpc>
                <a:spcPct val="90000"/>
              </a:lnSpc>
              <a:spcBef>
                <a:spcPts val="600"/>
              </a:spcBef>
              <a:spcAft>
                <a:spcPts val="0"/>
              </a:spcAft>
              <a:buClr>
                <a:schemeClr val="lt1"/>
              </a:buClr>
              <a:buSzPts val="1600"/>
              <a:buChar char="▪"/>
              <a:defRPr/>
            </a:lvl7pPr>
            <a:lvl8pPr indent="-330200" lvl="7" marL="3657600" algn="l">
              <a:lnSpc>
                <a:spcPct val="90000"/>
              </a:lnSpc>
              <a:spcBef>
                <a:spcPts val="600"/>
              </a:spcBef>
              <a:spcAft>
                <a:spcPts val="0"/>
              </a:spcAft>
              <a:buClr>
                <a:schemeClr val="lt1"/>
              </a:buClr>
              <a:buSzPts val="1600"/>
              <a:buChar char="–"/>
              <a:defRPr/>
            </a:lvl8pPr>
            <a:lvl9pPr indent="-330200" lvl="8" marL="4114800" algn="l">
              <a:lnSpc>
                <a:spcPct val="90000"/>
              </a:lnSpc>
              <a:spcBef>
                <a:spcPts val="600"/>
              </a:spcBef>
              <a:spcAft>
                <a:spcPts val="0"/>
              </a:spcAft>
              <a:buClr>
                <a:schemeClr val="lt1"/>
              </a:buClr>
              <a:buSzPts val="1600"/>
              <a:buChar char="▪"/>
              <a:defRPr/>
            </a:lvl9pPr>
          </a:lstStyle>
          <a:p/>
        </p:txBody>
      </p:sp>
      <p:sp>
        <p:nvSpPr>
          <p:cNvPr id="1051" name="Google Shape;1051;p24"/>
          <p:cNvSpPr txBox="1"/>
          <p:nvPr>
            <p:ph idx="11" type="ftr"/>
          </p:nvPr>
        </p:nvSpPr>
        <p:spPr>
          <a:xfrm>
            <a:off x="1522413" y="6400801"/>
            <a:ext cx="6324599" cy="27622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2" name="Google Shape;1052;p24"/>
          <p:cNvSpPr txBox="1"/>
          <p:nvPr>
            <p:ph idx="10" type="dt"/>
          </p:nvPr>
        </p:nvSpPr>
        <p:spPr>
          <a:xfrm>
            <a:off x="8075612" y="6400801"/>
            <a:ext cx="1243859" cy="27622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3" name="Google Shape;1053;p24"/>
          <p:cNvSpPr txBox="1"/>
          <p:nvPr>
            <p:ph idx="12" type="sldNum"/>
          </p:nvPr>
        </p:nvSpPr>
        <p:spPr>
          <a:xfrm>
            <a:off x="9523412" y="6400801"/>
            <a:ext cx="1143002" cy="276226"/>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1522414" y="274638"/>
            <a:ext cx="9143998" cy="1020762"/>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lt1"/>
              </a:buClr>
              <a:buSzPts val="3200"/>
              <a:buFont typeface="Consolas"/>
              <a:buNone/>
              <a:defRPr b="0" i="0" sz="3200" u="none" cap="none" strike="noStrike">
                <a:solidFill>
                  <a:schemeClr val="lt1"/>
                </a:solidFill>
                <a:latin typeface="Consolas"/>
                <a:ea typeface="Consolas"/>
                <a:cs typeface="Consolas"/>
                <a:sym typeface="Consola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1522414" y="1905000"/>
            <a:ext cx="9144000" cy="42672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0000"/>
              </a:lnSpc>
              <a:spcBef>
                <a:spcPts val="1800"/>
              </a:spcBef>
              <a:spcAft>
                <a:spcPts val="0"/>
              </a:spcAft>
              <a:buClr>
                <a:schemeClr val="lt1"/>
              </a:buClr>
              <a:buSzPts val="2400"/>
              <a:buFont typeface="Arial"/>
              <a:buChar char="▪"/>
              <a:defRPr b="0" i="0" sz="2400" u="none" cap="none" strike="noStrike">
                <a:solidFill>
                  <a:schemeClr val="lt1"/>
                </a:solidFill>
                <a:latin typeface="Corbel"/>
                <a:ea typeface="Corbel"/>
                <a:cs typeface="Corbel"/>
                <a:sym typeface="Corbel"/>
              </a:defRPr>
            </a:lvl1pPr>
            <a:lvl2pPr indent="-355600" lvl="1" marL="914400" marR="0" rtl="0" algn="l">
              <a:lnSpc>
                <a:spcPct val="90000"/>
              </a:lnSpc>
              <a:spcBef>
                <a:spcPts val="600"/>
              </a:spcBef>
              <a:spcAft>
                <a:spcPts val="0"/>
              </a:spcAft>
              <a:buClr>
                <a:schemeClr val="lt1"/>
              </a:buClr>
              <a:buSzPts val="2000"/>
              <a:buFont typeface="Consolas"/>
              <a:buChar char="–"/>
              <a:defRPr b="0" i="0" sz="2000" u="none" cap="none" strike="noStrike">
                <a:solidFill>
                  <a:schemeClr val="lt1"/>
                </a:solidFill>
                <a:latin typeface="Corbel"/>
                <a:ea typeface="Corbel"/>
                <a:cs typeface="Corbel"/>
                <a:sym typeface="Corbel"/>
              </a:defRPr>
            </a:lvl2pPr>
            <a:lvl3pPr indent="-342900" lvl="2" marL="1371600" marR="0" rtl="0" algn="l">
              <a:lnSpc>
                <a:spcPct val="90000"/>
              </a:lnSpc>
              <a:spcBef>
                <a:spcPts val="600"/>
              </a:spcBef>
              <a:spcAft>
                <a:spcPts val="0"/>
              </a:spcAft>
              <a:buClr>
                <a:schemeClr val="lt1"/>
              </a:buClr>
              <a:buSzPts val="1800"/>
              <a:buFont typeface="Arial"/>
              <a:buChar char="▪"/>
              <a:defRPr b="0" i="0" sz="1800" u="none" cap="none" strike="noStrike">
                <a:solidFill>
                  <a:schemeClr val="lt1"/>
                </a:solidFill>
                <a:latin typeface="Corbel"/>
                <a:ea typeface="Corbel"/>
                <a:cs typeface="Corbel"/>
                <a:sym typeface="Corbel"/>
              </a:defRPr>
            </a:lvl3pPr>
            <a:lvl4pPr indent="-330200" lvl="3" marL="1828800" marR="0" rtl="0" algn="l">
              <a:lnSpc>
                <a:spcPct val="90000"/>
              </a:lnSpc>
              <a:spcBef>
                <a:spcPts val="600"/>
              </a:spcBef>
              <a:spcAft>
                <a:spcPts val="0"/>
              </a:spcAft>
              <a:buClr>
                <a:schemeClr val="lt1"/>
              </a:buClr>
              <a:buSzPts val="1600"/>
              <a:buFont typeface="Consolas"/>
              <a:buChar char="–"/>
              <a:defRPr b="0" i="0" sz="1600" u="none" cap="none" strike="noStrike">
                <a:solidFill>
                  <a:schemeClr val="lt1"/>
                </a:solidFill>
                <a:latin typeface="Corbel"/>
                <a:ea typeface="Corbel"/>
                <a:cs typeface="Corbel"/>
                <a:sym typeface="Corbel"/>
              </a:defRPr>
            </a:lvl4pPr>
            <a:lvl5pPr indent="-330200" lvl="4" marL="2286000" marR="0" rtl="0" algn="l">
              <a:lnSpc>
                <a:spcPct val="90000"/>
              </a:lnSpc>
              <a:spcBef>
                <a:spcPts val="600"/>
              </a:spcBef>
              <a:spcAft>
                <a:spcPts val="0"/>
              </a:spcAft>
              <a:buClr>
                <a:schemeClr val="lt1"/>
              </a:buClr>
              <a:buSzPts val="1600"/>
              <a:buFont typeface="Arial"/>
              <a:buChar char="▪"/>
              <a:defRPr b="0" i="0" sz="1600" u="none" cap="none" strike="noStrike">
                <a:solidFill>
                  <a:schemeClr val="lt1"/>
                </a:solidFill>
                <a:latin typeface="Corbel"/>
                <a:ea typeface="Corbel"/>
                <a:cs typeface="Corbel"/>
                <a:sym typeface="Corbel"/>
              </a:defRPr>
            </a:lvl5pPr>
            <a:lvl6pPr indent="-330200" lvl="5" marL="2743200" marR="0" rtl="0" algn="l">
              <a:lnSpc>
                <a:spcPct val="90000"/>
              </a:lnSpc>
              <a:spcBef>
                <a:spcPts val="600"/>
              </a:spcBef>
              <a:spcAft>
                <a:spcPts val="0"/>
              </a:spcAft>
              <a:buClr>
                <a:schemeClr val="lt1"/>
              </a:buClr>
              <a:buSzPts val="1600"/>
              <a:buFont typeface="Consolas"/>
              <a:buChar char="–"/>
              <a:defRPr b="0" i="0" sz="1600" u="none" cap="none" strike="noStrike">
                <a:solidFill>
                  <a:schemeClr val="lt1"/>
                </a:solidFill>
                <a:latin typeface="Corbel"/>
                <a:ea typeface="Corbel"/>
                <a:cs typeface="Corbel"/>
                <a:sym typeface="Corbel"/>
              </a:defRPr>
            </a:lvl6pPr>
            <a:lvl7pPr indent="-330200" lvl="6" marL="3200400" marR="0" rtl="0" algn="l">
              <a:lnSpc>
                <a:spcPct val="90000"/>
              </a:lnSpc>
              <a:spcBef>
                <a:spcPts val="600"/>
              </a:spcBef>
              <a:spcAft>
                <a:spcPts val="0"/>
              </a:spcAft>
              <a:buClr>
                <a:schemeClr val="lt1"/>
              </a:buClr>
              <a:buSzPts val="1600"/>
              <a:buFont typeface="Arial"/>
              <a:buChar char="▪"/>
              <a:defRPr b="0" i="0" sz="1600" u="none" cap="none" strike="noStrike">
                <a:solidFill>
                  <a:schemeClr val="lt1"/>
                </a:solidFill>
                <a:latin typeface="Corbel"/>
                <a:ea typeface="Corbel"/>
                <a:cs typeface="Corbel"/>
                <a:sym typeface="Corbel"/>
              </a:defRPr>
            </a:lvl7pPr>
            <a:lvl8pPr indent="-330200" lvl="7" marL="3657600" marR="0" rtl="0" algn="l">
              <a:lnSpc>
                <a:spcPct val="90000"/>
              </a:lnSpc>
              <a:spcBef>
                <a:spcPts val="600"/>
              </a:spcBef>
              <a:spcAft>
                <a:spcPts val="0"/>
              </a:spcAft>
              <a:buClr>
                <a:schemeClr val="lt1"/>
              </a:buClr>
              <a:buSzPts val="1600"/>
              <a:buFont typeface="Consolas"/>
              <a:buChar char="–"/>
              <a:defRPr b="0" i="0" sz="1600" u="none" cap="none" strike="noStrike">
                <a:solidFill>
                  <a:schemeClr val="lt1"/>
                </a:solidFill>
                <a:latin typeface="Corbel"/>
                <a:ea typeface="Corbel"/>
                <a:cs typeface="Corbel"/>
                <a:sym typeface="Corbel"/>
              </a:defRPr>
            </a:lvl8pPr>
            <a:lvl9pPr indent="-330200" lvl="8" marL="4114800" marR="0" rtl="0" algn="l">
              <a:lnSpc>
                <a:spcPct val="90000"/>
              </a:lnSpc>
              <a:spcBef>
                <a:spcPts val="600"/>
              </a:spcBef>
              <a:spcAft>
                <a:spcPts val="0"/>
              </a:spcAft>
              <a:buClr>
                <a:schemeClr val="lt1"/>
              </a:buClr>
              <a:buSzPts val="1600"/>
              <a:buFont typeface="Arial"/>
              <a:buChar char="▪"/>
              <a:defRPr b="0" i="0" sz="1600" u="none" cap="none" strike="noStrike">
                <a:solidFill>
                  <a:schemeClr val="lt1"/>
                </a:solidFill>
                <a:latin typeface="Corbel"/>
                <a:ea typeface="Corbel"/>
                <a:cs typeface="Corbel"/>
                <a:sym typeface="Corbel"/>
              </a:defRPr>
            </a:lvl9pPr>
          </a:lstStyle>
          <a:p/>
        </p:txBody>
      </p:sp>
      <p:sp>
        <p:nvSpPr>
          <p:cNvPr id="12" name="Google Shape;12;p13"/>
          <p:cNvSpPr txBox="1"/>
          <p:nvPr>
            <p:ph idx="11" type="ftr"/>
          </p:nvPr>
        </p:nvSpPr>
        <p:spPr>
          <a:xfrm>
            <a:off x="1522413" y="6400801"/>
            <a:ext cx="6324599" cy="27622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9pPr>
          </a:lstStyle>
          <a:p/>
        </p:txBody>
      </p:sp>
      <p:sp>
        <p:nvSpPr>
          <p:cNvPr id="13" name="Google Shape;13;p13"/>
          <p:cNvSpPr txBox="1"/>
          <p:nvPr>
            <p:ph idx="10" type="dt"/>
          </p:nvPr>
        </p:nvSpPr>
        <p:spPr>
          <a:xfrm>
            <a:off x="8075612" y="6400801"/>
            <a:ext cx="1243859" cy="276226"/>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lt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9pPr>
          </a:lstStyle>
          <a:p/>
        </p:txBody>
      </p:sp>
      <p:sp>
        <p:nvSpPr>
          <p:cNvPr id="14" name="Google Shape;14;p13"/>
          <p:cNvSpPr txBox="1"/>
          <p:nvPr>
            <p:ph idx="12" type="sldNum"/>
          </p:nvPr>
        </p:nvSpPr>
        <p:spPr>
          <a:xfrm>
            <a:off x="9523412" y="6400801"/>
            <a:ext cx="1143002" cy="276226"/>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1"/>
          <p:cNvSpPr/>
          <p:nvPr/>
        </p:nvSpPr>
        <p:spPr>
          <a:xfrm>
            <a:off x="681800" y="1880550"/>
            <a:ext cx="10825200" cy="2542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7000">
                <a:solidFill>
                  <a:srgbClr val="FFC000"/>
                </a:solidFill>
                <a:latin typeface="Merriweather"/>
                <a:ea typeface="Merriweather"/>
                <a:cs typeface="Merriweather"/>
                <a:sym typeface="Merriweather"/>
              </a:rPr>
              <a:t>AWS</a:t>
            </a:r>
            <a:r>
              <a:rPr lang="en-US" sz="6000">
                <a:solidFill>
                  <a:srgbClr val="FFC000"/>
                </a:solidFill>
                <a:latin typeface="Merriweather"/>
                <a:ea typeface="Merriweather"/>
                <a:cs typeface="Merriweather"/>
                <a:sym typeface="Merriweather"/>
              </a:rPr>
              <a:t> </a:t>
            </a:r>
            <a:endParaRPr sz="6000">
              <a:solidFill>
                <a:srgbClr val="FFC000"/>
              </a:solidFill>
              <a:latin typeface="Merriweather"/>
              <a:ea typeface="Merriweather"/>
              <a:cs typeface="Merriweather"/>
              <a:sym typeface="Merriweather"/>
            </a:endParaRPr>
          </a:p>
          <a:p>
            <a:pPr indent="0" lvl="0" marL="0" marR="0" rtl="0" algn="ctr">
              <a:lnSpc>
                <a:spcPct val="100000"/>
              </a:lnSpc>
              <a:spcBef>
                <a:spcPts val="0"/>
              </a:spcBef>
              <a:spcAft>
                <a:spcPts val="0"/>
              </a:spcAft>
              <a:buNone/>
            </a:pPr>
            <a:r>
              <a:rPr b="0" i="0" lang="en-US" sz="6000" u="none" cap="none" strike="noStrike">
                <a:solidFill>
                  <a:schemeClr val="accent3"/>
                </a:solidFill>
                <a:latin typeface="Merriweather"/>
                <a:ea typeface="Merriweather"/>
                <a:cs typeface="Merriweather"/>
                <a:sym typeface="Merriweather"/>
              </a:rPr>
              <a:t>Cloud Computing</a:t>
            </a:r>
            <a:br>
              <a:rPr b="0" i="0" lang="en-US" sz="1400" u="none" cap="none" strike="noStrike">
                <a:solidFill>
                  <a:srgbClr val="000000"/>
                </a:solidFill>
                <a:latin typeface="Arial"/>
                <a:ea typeface="Arial"/>
                <a:cs typeface="Arial"/>
                <a:sym typeface="Arial"/>
              </a:rPr>
            </a:b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25"/>
          <p:cNvSpPr/>
          <p:nvPr/>
        </p:nvSpPr>
        <p:spPr>
          <a:xfrm>
            <a:off x="1843409" y="231400"/>
            <a:ext cx="85020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000" u="none" cap="none" strike="noStrike">
                <a:solidFill>
                  <a:srgbClr val="FFC000"/>
                </a:solidFill>
                <a:latin typeface="Merriweather"/>
                <a:ea typeface="Merriweather"/>
                <a:cs typeface="Merriweather"/>
                <a:sym typeface="Merriweather"/>
              </a:rPr>
              <a:t>What is Cloud Computing?</a:t>
            </a:r>
            <a:endParaRPr b="0" i="0" sz="4000" u="none" cap="none" strike="noStrike">
              <a:solidFill>
                <a:srgbClr val="FFC000"/>
              </a:solidFill>
              <a:latin typeface="Merriweather"/>
              <a:ea typeface="Merriweather"/>
              <a:cs typeface="Merriweather"/>
              <a:sym typeface="Merriweather"/>
            </a:endParaRPr>
          </a:p>
        </p:txBody>
      </p:sp>
      <p:pic>
        <p:nvPicPr>
          <p:cNvPr descr="https://lh5.googleusercontent.com/Bgr6zlbpTX20Wb9If8-x1JPbr0ccJ6PfYCdNSXJRYU8pdtYtUjAt-cqdBrpeqfBTPgLHGaUT-4L0n8iDCYLhiSci5EeVuwwbPUNyGbhZO1SeCzaK84G6Il53lQo59PhS" id="1064" name="Google Shape;1064;p25"/>
          <p:cNvPicPr preferRelativeResize="0"/>
          <p:nvPr/>
        </p:nvPicPr>
        <p:blipFill rotWithShape="1">
          <a:blip r:embed="rId3">
            <a:alphaModFix/>
          </a:blip>
          <a:srcRect b="0" l="0" r="0" t="0"/>
          <a:stretch/>
        </p:blipFill>
        <p:spPr>
          <a:xfrm>
            <a:off x="7040364" y="1932709"/>
            <a:ext cx="4766432" cy="3927765"/>
          </a:xfrm>
          <a:prstGeom prst="rect">
            <a:avLst/>
          </a:prstGeom>
          <a:noFill/>
          <a:ln>
            <a:noFill/>
          </a:ln>
        </p:spPr>
      </p:pic>
      <p:sp>
        <p:nvSpPr>
          <p:cNvPr id="1065" name="Google Shape;1065;p25"/>
          <p:cNvSpPr/>
          <p:nvPr/>
        </p:nvSpPr>
        <p:spPr>
          <a:xfrm>
            <a:off x="433098" y="1778131"/>
            <a:ext cx="5572847" cy="36804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000000"/>
                </a:solidFill>
                <a:latin typeface="Arial"/>
                <a:ea typeface="Arial"/>
                <a:cs typeface="Arial"/>
                <a:sym typeface="Arial"/>
              </a:rPr>
              <a:t>–</a:t>
            </a:r>
            <a:r>
              <a:rPr b="0" i="0" lang="en-US" sz="2800" u="none" cap="none" strike="noStrike">
                <a:solidFill>
                  <a:srgbClr val="87943A"/>
                </a:solidFill>
                <a:latin typeface="Merriweather"/>
                <a:ea typeface="Merriweather"/>
                <a:cs typeface="Merriweather"/>
                <a:sym typeface="Merriweather"/>
              </a:rPr>
              <a:t>Internet-based computing in which large groups of remote servers are networked so as to allow sharing of data-processing tasks, centralized data storage, and online access to computer services or resources.</a:t>
            </a:r>
            <a:endParaRPr/>
          </a:p>
          <a:p>
            <a:pPr indent="0" lvl="0" marL="0" marR="0" rtl="0" algn="l">
              <a:lnSpc>
                <a:spcPct val="100000"/>
              </a:lnSpc>
              <a:spcBef>
                <a:spcPts val="1100"/>
              </a:spcBef>
              <a:spcAft>
                <a:spcPts val="0"/>
              </a:spcAft>
              <a:buNone/>
            </a:pPr>
            <a:r>
              <a:rPr b="0" i="0" lang="en-US" sz="2800" u="none" cap="none" strike="noStrike">
                <a:solidFill>
                  <a:srgbClr val="87943A"/>
                </a:solidFill>
                <a:latin typeface="Merriweather"/>
                <a:ea typeface="Merriweather"/>
                <a:cs typeface="Merriweather"/>
                <a:sym typeface="Merriweather"/>
              </a:rPr>
              <a:t>–Any computer related task that is done entirely on the Internet</a:t>
            </a:r>
            <a:endParaRPr b="0" i="0" sz="2800" u="none" cap="none" strike="noStrike">
              <a:solidFill>
                <a:srgbClr val="87943A"/>
              </a:solidFill>
              <a:latin typeface="Merriweather"/>
              <a:ea typeface="Merriweather"/>
              <a:cs typeface="Merriweather"/>
              <a:sym typeface="Merriweath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26"/>
          <p:cNvSpPr/>
          <p:nvPr/>
        </p:nvSpPr>
        <p:spPr>
          <a:xfrm>
            <a:off x="2840173" y="420375"/>
            <a:ext cx="75888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000" u="none" cap="none" strike="noStrike">
                <a:solidFill>
                  <a:srgbClr val="FFC000"/>
                </a:solidFill>
                <a:latin typeface="Merriweather"/>
                <a:ea typeface="Merriweather"/>
                <a:cs typeface="Merriweather"/>
                <a:sym typeface="Merriweather"/>
              </a:rPr>
              <a:t>What is Cloud Computing?</a:t>
            </a:r>
            <a:endParaRPr b="0" i="0" sz="4000" u="none" cap="none" strike="noStrike">
              <a:solidFill>
                <a:srgbClr val="FFC000"/>
              </a:solidFill>
              <a:latin typeface="Merriweather"/>
              <a:ea typeface="Merriweather"/>
              <a:cs typeface="Merriweather"/>
              <a:sym typeface="Merriweather"/>
            </a:endParaRPr>
          </a:p>
        </p:txBody>
      </p:sp>
      <p:pic>
        <p:nvPicPr>
          <p:cNvPr descr="https://lh6.googleusercontent.com/HwHNAGdyC8ZynvQol7KkkrTJPc6KXR0Wp4EpsHttOP61llBzQG3tS7HwATm06miR34lACREPTnvCX3do8z8QT4Dg7YhkAGyUJ5nc5SL12NKytueuXpJ3ZRcY1z10vnI7" id="1071" name="Google Shape;1071;p26"/>
          <p:cNvPicPr preferRelativeResize="0"/>
          <p:nvPr/>
        </p:nvPicPr>
        <p:blipFill rotWithShape="1">
          <a:blip r:embed="rId3">
            <a:alphaModFix/>
          </a:blip>
          <a:srcRect b="0" l="0" r="0" t="0"/>
          <a:stretch/>
        </p:blipFill>
        <p:spPr>
          <a:xfrm>
            <a:off x="6473536" y="2139508"/>
            <a:ext cx="5464464" cy="4194473"/>
          </a:xfrm>
          <a:prstGeom prst="rect">
            <a:avLst/>
          </a:prstGeom>
          <a:noFill/>
          <a:ln>
            <a:noFill/>
          </a:ln>
        </p:spPr>
      </p:pic>
      <p:sp>
        <p:nvSpPr>
          <p:cNvPr id="1072" name="Google Shape;1072;p26"/>
          <p:cNvSpPr/>
          <p:nvPr/>
        </p:nvSpPr>
        <p:spPr>
          <a:xfrm>
            <a:off x="180109" y="2139508"/>
            <a:ext cx="6092825" cy="2426305"/>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87943A"/>
                </a:solidFill>
                <a:latin typeface="Merriweather"/>
                <a:ea typeface="Merriweather"/>
                <a:cs typeface="Merriweather"/>
                <a:sym typeface="Merriweather"/>
              </a:rPr>
              <a:t>Allows users to deal with the software without having the hardware.</a:t>
            </a:r>
            <a:endParaRPr/>
          </a:p>
          <a:p>
            <a:pPr indent="-457200" lvl="0" marL="457200" marR="0" rtl="0" algn="l">
              <a:lnSpc>
                <a:spcPct val="100000"/>
              </a:lnSpc>
              <a:spcBef>
                <a:spcPts val="1400"/>
              </a:spcBef>
              <a:spcAft>
                <a:spcPts val="0"/>
              </a:spcAft>
              <a:buClr>
                <a:srgbClr val="000000"/>
              </a:buClr>
              <a:buSzPts val="2800"/>
              <a:buFont typeface="Arial"/>
              <a:buChar char="•"/>
            </a:pPr>
            <a:r>
              <a:rPr b="0" i="0" lang="en-US" sz="2800" u="none" cap="none" strike="noStrike">
                <a:solidFill>
                  <a:srgbClr val="87943A"/>
                </a:solidFill>
                <a:latin typeface="Merriweather"/>
                <a:ea typeface="Merriweather"/>
                <a:cs typeface="Merriweather"/>
                <a:sym typeface="Merriweather"/>
              </a:rPr>
              <a:t>Everything is done by remote, nothing is saved locally.</a:t>
            </a:r>
            <a:endParaRPr b="0" i="0" sz="2800" u="none" cap="none" strike="noStrike">
              <a:solidFill>
                <a:srgbClr val="87943A"/>
              </a:solidFill>
              <a:latin typeface="Merriweather"/>
              <a:ea typeface="Merriweather"/>
              <a:cs typeface="Merriweather"/>
              <a:sym typeface="Merriweath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27"/>
          <p:cNvSpPr/>
          <p:nvPr/>
        </p:nvSpPr>
        <p:spPr>
          <a:xfrm>
            <a:off x="4159827" y="160604"/>
            <a:ext cx="3155373"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800" u="none" cap="none" strike="noStrike">
                <a:solidFill>
                  <a:srgbClr val="FFC000"/>
                </a:solidFill>
                <a:latin typeface="Merriweather"/>
                <a:ea typeface="Merriweather"/>
                <a:cs typeface="Merriweather"/>
                <a:sym typeface="Merriweather"/>
              </a:rPr>
              <a:t>History</a:t>
            </a:r>
            <a:endParaRPr b="0" i="0" sz="4800" u="none" cap="none" strike="noStrike">
              <a:solidFill>
                <a:srgbClr val="FFC000"/>
              </a:solidFill>
              <a:latin typeface="Merriweather"/>
              <a:ea typeface="Merriweather"/>
              <a:cs typeface="Merriweather"/>
              <a:sym typeface="Merriweather"/>
            </a:endParaRPr>
          </a:p>
        </p:txBody>
      </p:sp>
      <p:pic>
        <p:nvPicPr>
          <p:cNvPr descr="https://lh5.googleusercontent.com/MX6qeRBZZ57ObjZdi1NHFKOPx2VXVI41uek3hdHD9QeiXvQAYHvtK1MkffmgCF6qwSn1iF6bRKYneNoZPwJYYJDNNAdjLZIaxMtSds3mRdT0ZMPufUgNA8vT_9Scnajf" id="1078" name="Google Shape;1078;p27"/>
          <p:cNvPicPr preferRelativeResize="0"/>
          <p:nvPr/>
        </p:nvPicPr>
        <p:blipFill rotWithShape="1">
          <a:blip r:embed="rId3">
            <a:alphaModFix/>
          </a:blip>
          <a:srcRect b="0" l="0" r="0" t="0"/>
          <a:stretch/>
        </p:blipFill>
        <p:spPr>
          <a:xfrm>
            <a:off x="5489821" y="2096003"/>
            <a:ext cx="6509858" cy="3467616"/>
          </a:xfrm>
          <a:prstGeom prst="rect">
            <a:avLst/>
          </a:prstGeom>
          <a:noFill/>
          <a:ln>
            <a:noFill/>
          </a:ln>
        </p:spPr>
      </p:pic>
      <p:sp>
        <p:nvSpPr>
          <p:cNvPr id="1079" name="Google Shape;1079;p27"/>
          <p:cNvSpPr/>
          <p:nvPr/>
        </p:nvSpPr>
        <p:spPr>
          <a:xfrm>
            <a:off x="365268" y="2096003"/>
            <a:ext cx="4113213" cy="3467616"/>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87943A"/>
                </a:solidFill>
                <a:latin typeface="Merriweather"/>
                <a:ea typeface="Merriweather"/>
                <a:cs typeface="Merriweather"/>
                <a:sym typeface="Merriweather"/>
              </a:rPr>
              <a:t>50's &amp; 60's: theorized that the world would have cloud computing</a:t>
            </a:r>
            <a:endParaRPr/>
          </a:p>
          <a:p>
            <a:pPr indent="-342900" lvl="0" marL="342900" marR="0" rtl="0" algn="l">
              <a:lnSpc>
                <a:spcPct val="100000"/>
              </a:lnSpc>
              <a:spcBef>
                <a:spcPts val="1400"/>
              </a:spcBef>
              <a:spcAft>
                <a:spcPts val="0"/>
              </a:spcAft>
              <a:buClr>
                <a:srgbClr val="000000"/>
              </a:buClr>
              <a:buSzPts val="2800"/>
              <a:buFont typeface="Arial"/>
              <a:buChar char="•"/>
            </a:pPr>
            <a:r>
              <a:rPr b="0" i="0" lang="en-US" sz="2800" u="none" cap="none" strike="noStrike">
                <a:solidFill>
                  <a:srgbClr val="87943A"/>
                </a:solidFill>
                <a:latin typeface="Merriweather"/>
                <a:ea typeface="Merriweather"/>
                <a:cs typeface="Merriweather"/>
                <a:sym typeface="Merriweather"/>
              </a:rPr>
              <a:t>90's: start of VPNs and efficient inf</a:t>
            </a:r>
            <a:r>
              <a:rPr lang="en-US" sz="2800">
                <a:solidFill>
                  <a:srgbClr val="87943A"/>
                </a:solidFill>
                <a:latin typeface="Merriweather"/>
                <a:ea typeface="Merriweather"/>
                <a:cs typeface="Merriweather"/>
                <a:sym typeface="Merriweather"/>
              </a:rPr>
              <a:t>ra</a:t>
            </a:r>
            <a:r>
              <a:rPr b="0" i="0" lang="en-US" sz="2800" u="none" cap="none" strike="noStrike">
                <a:solidFill>
                  <a:srgbClr val="87943A"/>
                </a:solidFill>
                <a:latin typeface="Merriweather"/>
                <a:ea typeface="Merriweather"/>
                <a:cs typeface="Merriweather"/>
                <a:sym typeface="Merriweather"/>
              </a:rPr>
              <a:t>structure</a:t>
            </a:r>
            <a:endParaRPr b="0" i="0" sz="2800" u="none" cap="none" strike="noStrike">
              <a:solidFill>
                <a:srgbClr val="87943A"/>
              </a:solidFill>
              <a:latin typeface="Merriweather"/>
              <a:ea typeface="Merriweather"/>
              <a:cs typeface="Merriweather"/>
              <a:sym typeface="Merriweather"/>
            </a:endParaRPr>
          </a:p>
          <a:p>
            <a:pPr indent="-342900" lvl="0" marL="342900" marR="0" rtl="0" algn="l">
              <a:lnSpc>
                <a:spcPct val="100000"/>
              </a:lnSpc>
              <a:spcBef>
                <a:spcPts val="1400"/>
              </a:spcBef>
              <a:spcAft>
                <a:spcPts val="0"/>
              </a:spcAft>
              <a:buClr>
                <a:srgbClr val="000000"/>
              </a:buClr>
              <a:buSzPts val="2800"/>
              <a:buFont typeface="Arial"/>
              <a:buChar char="•"/>
            </a:pPr>
            <a:r>
              <a:rPr b="0" i="0" lang="en-US" sz="2800" u="none" cap="none" strike="noStrike">
                <a:solidFill>
                  <a:srgbClr val="87943A"/>
                </a:solidFill>
                <a:latin typeface="Merriweather"/>
                <a:ea typeface="Merriweather"/>
                <a:cs typeface="Merriweather"/>
                <a:sym typeface="Merriweather"/>
              </a:rPr>
              <a:t>00's: Amazon builds efficient servers/ AWS</a:t>
            </a:r>
            <a:endParaRPr b="0" i="0" sz="2800" u="none" cap="none" strike="noStrike">
              <a:solidFill>
                <a:srgbClr val="87943A"/>
              </a:solidFill>
              <a:latin typeface="Merriweather"/>
              <a:ea typeface="Merriweather"/>
              <a:cs typeface="Merriweather"/>
              <a:sym typeface="Merriweath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pic>
        <p:nvPicPr>
          <p:cNvPr descr="https://lh5.googleusercontent.com/VpGMpo4P_QnpZ8v_00H7NiY9stkb7LlRFKCh1L5qxYwzXL4BrBFODPWmtdEQqV0PP37o9wg7K8uDAM9DyuLxQ2fqBR1sZYaiH2WLJuHuvFq7q8fER2r3Z8eTquFZoP6o" id="1084" name="Google Shape;1084;p28"/>
          <p:cNvPicPr preferRelativeResize="0"/>
          <p:nvPr/>
        </p:nvPicPr>
        <p:blipFill rotWithShape="1">
          <a:blip r:embed="rId3">
            <a:alphaModFix/>
          </a:blip>
          <a:srcRect b="0" l="0" r="0" t="0"/>
          <a:stretch/>
        </p:blipFill>
        <p:spPr>
          <a:xfrm>
            <a:off x="820352" y="626415"/>
            <a:ext cx="9954780" cy="560516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pic>
        <p:nvPicPr>
          <p:cNvPr descr="https://lh3.googleusercontent.com/_bRRhjYbn_q8pYaJZPH8laTwRcYRByqKePtVr-VmDCJ5gEZwlU56OTXqin3EH4jkLt70rs01htY4u6j7_KMgIqPDMLKNMcbaCDaxbUlq0IMAgDUJU4Fz3CcjFZG5TNxX" id="1089" name="Google Shape;1089;p29"/>
          <p:cNvPicPr preferRelativeResize="0"/>
          <p:nvPr/>
        </p:nvPicPr>
        <p:blipFill rotWithShape="1">
          <a:blip r:embed="rId3">
            <a:alphaModFix/>
          </a:blip>
          <a:srcRect b="0" l="0" r="0" t="0"/>
          <a:stretch/>
        </p:blipFill>
        <p:spPr>
          <a:xfrm>
            <a:off x="-1" y="0"/>
            <a:ext cx="12191115" cy="6858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30"/>
          <p:cNvSpPr/>
          <p:nvPr/>
        </p:nvSpPr>
        <p:spPr>
          <a:xfrm>
            <a:off x="200900" y="0"/>
            <a:ext cx="119880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FFC000"/>
                </a:solidFill>
                <a:latin typeface="Merriweather"/>
                <a:ea typeface="Merriweather"/>
                <a:cs typeface="Merriweather"/>
                <a:sym typeface="Merriweather"/>
              </a:rPr>
              <a:t>Features of Cloud Computing – 10 Major Characteristics of Cloud Computing</a:t>
            </a:r>
            <a:endParaRPr b="0" i="0" sz="2400" u="none" cap="none" strike="noStrike">
              <a:solidFill>
                <a:srgbClr val="FFC000"/>
              </a:solidFill>
              <a:latin typeface="Merriweather"/>
              <a:ea typeface="Merriweather"/>
              <a:cs typeface="Merriweather"/>
              <a:sym typeface="Merriweather"/>
            </a:endParaRPr>
          </a:p>
        </p:txBody>
      </p:sp>
      <p:sp>
        <p:nvSpPr>
          <p:cNvPr id="1095" name="Google Shape;1095;p30"/>
          <p:cNvSpPr/>
          <p:nvPr/>
        </p:nvSpPr>
        <p:spPr>
          <a:xfrm>
            <a:off x="290945" y="914398"/>
            <a:ext cx="2098964" cy="446809"/>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u="none" cap="none" strike="noStrike">
                <a:solidFill>
                  <a:schemeClr val="lt1"/>
                </a:solidFill>
                <a:latin typeface="Merriweather"/>
                <a:ea typeface="Merriweather"/>
                <a:cs typeface="Merriweather"/>
                <a:sym typeface="Merriweather"/>
              </a:rPr>
              <a:t>1. Resources Pooling</a:t>
            </a:r>
            <a:endParaRPr b="0" i="0" u="none" cap="none" strike="noStrike">
              <a:solidFill>
                <a:schemeClr val="lt1"/>
              </a:solidFill>
              <a:latin typeface="Merriweather"/>
              <a:ea typeface="Merriweather"/>
              <a:cs typeface="Merriweather"/>
              <a:sym typeface="Merriweather"/>
            </a:endParaRPr>
          </a:p>
        </p:txBody>
      </p:sp>
      <p:sp>
        <p:nvSpPr>
          <p:cNvPr id="1096" name="Google Shape;1096;p30"/>
          <p:cNvSpPr/>
          <p:nvPr/>
        </p:nvSpPr>
        <p:spPr>
          <a:xfrm>
            <a:off x="2628900" y="914400"/>
            <a:ext cx="2098964" cy="446809"/>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000" u="none" cap="none" strike="noStrike">
                <a:solidFill>
                  <a:schemeClr val="lt1"/>
                </a:solidFill>
                <a:latin typeface="Merriweather"/>
                <a:ea typeface="Merriweather"/>
                <a:cs typeface="Merriweather"/>
                <a:sym typeface="Merriweather"/>
              </a:rPr>
              <a:t>2. On-Demand Self-Service</a:t>
            </a:r>
            <a:endParaRPr b="0" i="0" sz="1000" u="none" cap="none" strike="noStrike">
              <a:solidFill>
                <a:schemeClr val="lt1"/>
              </a:solidFill>
              <a:latin typeface="Merriweather"/>
              <a:ea typeface="Merriweather"/>
              <a:cs typeface="Merriweather"/>
              <a:sym typeface="Merriweather"/>
            </a:endParaRPr>
          </a:p>
        </p:txBody>
      </p:sp>
      <p:sp>
        <p:nvSpPr>
          <p:cNvPr id="1097" name="Google Shape;1097;p30"/>
          <p:cNvSpPr/>
          <p:nvPr/>
        </p:nvSpPr>
        <p:spPr>
          <a:xfrm>
            <a:off x="4987637" y="914400"/>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300" u="none" cap="none" strike="noStrike">
                <a:solidFill>
                  <a:schemeClr val="lt1"/>
                </a:solidFill>
                <a:latin typeface="Merriweather"/>
                <a:ea typeface="Merriweather"/>
                <a:cs typeface="Merriweather"/>
                <a:sym typeface="Merriweather"/>
              </a:rPr>
              <a:t>3.Easy Maintenance</a:t>
            </a:r>
            <a:endParaRPr b="0" i="0" sz="1300" u="none" cap="none" strike="noStrike">
              <a:solidFill>
                <a:schemeClr val="lt1"/>
              </a:solidFill>
              <a:latin typeface="Merriweather"/>
              <a:ea typeface="Merriweather"/>
              <a:cs typeface="Merriweather"/>
              <a:sym typeface="Merriweather"/>
            </a:endParaRPr>
          </a:p>
        </p:txBody>
      </p:sp>
      <p:sp>
        <p:nvSpPr>
          <p:cNvPr id="1098" name="Google Shape;1098;p30"/>
          <p:cNvSpPr/>
          <p:nvPr/>
        </p:nvSpPr>
        <p:spPr>
          <a:xfrm>
            <a:off x="7346374" y="914399"/>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200" u="none" cap="none" strike="noStrike">
                <a:solidFill>
                  <a:schemeClr val="lt1"/>
                </a:solidFill>
                <a:latin typeface="Merriweather"/>
                <a:ea typeface="Merriweather"/>
                <a:cs typeface="Merriweather"/>
                <a:sym typeface="Merriweather"/>
              </a:rPr>
              <a:t>4. Large Network Access</a:t>
            </a:r>
            <a:endParaRPr b="0" i="0" sz="1200" u="none" cap="none" strike="noStrike">
              <a:solidFill>
                <a:schemeClr val="lt1"/>
              </a:solidFill>
              <a:latin typeface="Merriweather"/>
              <a:ea typeface="Merriweather"/>
              <a:cs typeface="Merriweather"/>
              <a:sym typeface="Merriweather"/>
            </a:endParaRPr>
          </a:p>
        </p:txBody>
      </p:sp>
      <p:sp>
        <p:nvSpPr>
          <p:cNvPr id="1099" name="Google Shape;1099;p30"/>
          <p:cNvSpPr/>
          <p:nvPr/>
        </p:nvSpPr>
        <p:spPr>
          <a:xfrm>
            <a:off x="9836726" y="914398"/>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5. Availability</a:t>
            </a:r>
            <a:endParaRPr b="0" i="0" sz="1400" u="none" cap="none" strike="noStrike">
              <a:solidFill>
                <a:schemeClr val="lt1"/>
              </a:solidFill>
              <a:latin typeface="Merriweather"/>
              <a:ea typeface="Merriweather"/>
              <a:cs typeface="Merriweather"/>
              <a:sym typeface="Merriweather"/>
            </a:endParaRPr>
          </a:p>
        </p:txBody>
      </p:sp>
      <p:sp>
        <p:nvSpPr>
          <p:cNvPr id="1100" name="Google Shape;1100;p30"/>
          <p:cNvSpPr/>
          <p:nvPr/>
        </p:nvSpPr>
        <p:spPr>
          <a:xfrm>
            <a:off x="290945" y="1752387"/>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6. Automatic System</a:t>
            </a:r>
            <a:endParaRPr b="0" i="0" sz="1400" u="none" cap="none" strike="noStrike">
              <a:solidFill>
                <a:schemeClr val="lt1"/>
              </a:solidFill>
              <a:latin typeface="Merriweather"/>
              <a:ea typeface="Merriweather"/>
              <a:cs typeface="Merriweather"/>
              <a:sym typeface="Merriweather"/>
            </a:endParaRPr>
          </a:p>
        </p:txBody>
      </p:sp>
      <p:sp>
        <p:nvSpPr>
          <p:cNvPr id="1101" name="Google Shape;1101;p30"/>
          <p:cNvSpPr/>
          <p:nvPr/>
        </p:nvSpPr>
        <p:spPr>
          <a:xfrm>
            <a:off x="2628900" y="1752387"/>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7. Economical</a:t>
            </a:r>
            <a:endParaRPr b="0" i="0" sz="1400" u="none" cap="none" strike="noStrike">
              <a:solidFill>
                <a:schemeClr val="lt1"/>
              </a:solidFill>
              <a:latin typeface="Merriweather"/>
              <a:ea typeface="Merriweather"/>
              <a:cs typeface="Merriweather"/>
              <a:sym typeface="Merriweather"/>
            </a:endParaRPr>
          </a:p>
        </p:txBody>
      </p:sp>
      <p:sp>
        <p:nvSpPr>
          <p:cNvPr id="1102" name="Google Shape;1102;p30"/>
          <p:cNvSpPr/>
          <p:nvPr/>
        </p:nvSpPr>
        <p:spPr>
          <a:xfrm>
            <a:off x="4987637" y="1752387"/>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8. Security</a:t>
            </a:r>
            <a:endParaRPr b="0" i="0" sz="1400" u="none" cap="none" strike="noStrike">
              <a:solidFill>
                <a:schemeClr val="lt1"/>
              </a:solidFill>
              <a:latin typeface="Merriweather"/>
              <a:ea typeface="Merriweather"/>
              <a:cs typeface="Merriweather"/>
              <a:sym typeface="Merriweather"/>
            </a:endParaRPr>
          </a:p>
        </p:txBody>
      </p:sp>
      <p:sp>
        <p:nvSpPr>
          <p:cNvPr id="1103" name="Google Shape;1103;p30"/>
          <p:cNvSpPr/>
          <p:nvPr/>
        </p:nvSpPr>
        <p:spPr>
          <a:xfrm>
            <a:off x="7346374" y="1752386"/>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9. Pay as you go</a:t>
            </a:r>
            <a:endParaRPr b="0" i="0" sz="1400" u="none" cap="none" strike="noStrike">
              <a:solidFill>
                <a:schemeClr val="lt1"/>
              </a:solidFill>
              <a:latin typeface="Merriweather"/>
              <a:ea typeface="Merriweather"/>
              <a:cs typeface="Merriweather"/>
              <a:sym typeface="Merriweather"/>
            </a:endParaRPr>
          </a:p>
        </p:txBody>
      </p:sp>
      <p:sp>
        <p:nvSpPr>
          <p:cNvPr id="1104" name="Google Shape;1104;p30"/>
          <p:cNvSpPr/>
          <p:nvPr/>
        </p:nvSpPr>
        <p:spPr>
          <a:xfrm>
            <a:off x="9836726" y="1752385"/>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10. Measured Service</a:t>
            </a:r>
            <a:endParaRPr b="0" i="0" sz="1400" u="none" cap="none" strike="noStrike">
              <a:solidFill>
                <a:schemeClr val="lt1"/>
              </a:solidFill>
              <a:latin typeface="Merriweather"/>
              <a:ea typeface="Merriweather"/>
              <a:cs typeface="Merriweather"/>
              <a:sym typeface="Merriweather"/>
            </a:endParaRPr>
          </a:p>
        </p:txBody>
      </p:sp>
      <p:sp>
        <p:nvSpPr>
          <p:cNvPr id="1105" name="Google Shape;1105;p30"/>
          <p:cNvSpPr/>
          <p:nvPr/>
        </p:nvSpPr>
        <p:spPr>
          <a:xfrm>
            <a:off x="290950" y="2394225"/>
            <a:ext cx="5434500" cy="4227600"/>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1. Resources Pooling</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It means that the Cloud provider pulled the computing resources to provide services to multiple customers with the help of a multi-tenant model. There are different physical and virtual resources assigned and reassigned which depends on the demand of the customer. The customer generally has no control or information over the location of the provided resources but is able to specify location at a higher level of abstraction.</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2. On-Demand Self-Service</a:t>
            </a:r>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It is one of the important and valuable features of Cloud Computing as the user can continuously monitor the server uptime, capabilities, and allotted network storage. With this feature, the user can also monitor the computing capabilities.</a:t>
            </a:r>
            <a:endParaRPr b="0" i="0" sz="1400" u="none" cap="none" strike="noStrike">
              <a:solidFill>
                <a:schemeClr val="lt1"/>
              </a:solidFill>
              <a:latin typeface="Merriweather"/>
              <a:ea typeface="Merriweather"/>
              <a:cs typeface="Merriweather"/>
              <a:sym typeface="Merriweather"/>
            </a:endParaRPr>
          </a:p>
        </p:txBody>
      </p:sp>
      <p:pic>
        <p:nvPicPr>
          <p:cNvPr descr="https://lh4.googleusercontent.com/LELQ_9uH5enudzoc6iwlkq9MebT0HT80mDk5KwC2pC8gzj63gcsOOVUj08THzakZlSKBpFICCpqrqxNYu15IAgJuSTESsDyqUTcmJbUygjxOyK-81WscopEvJhNW5Lvn" id="1106" name="Google Shape;1106;p30"/>
          <p:cNvPicPr preferRelativeResize="0"/>
          <p:nvPr/>
        </p:nvPicPr>
        <p:blipFill rotWithShape="1">
          <a:blip r:embed="rId3">
            <a:alphaModFix/>
          </a:blip>
          <a:srcRect b="0" l="0" r="0" t="0"/>
          <a:stretch/>
        </p:blipFill>
        <p:spPr>
          <a:xfrm>
            <a:off x="6141026" y="2894628"/>
            <a:ext cx="5794664" cy="342316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31"/>
          <p:cNvSpPr/>
          <p:nvPr/>
        </p:nvSpPr>
        <p:spPr>
          <a:xfrm>
            <a:off x="200891" y="0"/>
            <a:ext cx="1198793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FFC000"/>
                </a:solidFill>
                <a:latin typeface="Merriweather"/>
                <a:ea typeface="Merriweather"/>
                <a:cs typeface="Merriweather"/>
                <a:sym typeface="Merriweather"/>
              </a:rPr>
              <a:t>Features of Cloud Computing – 10 Major Characteristics of Cloud Computing</a:t>
            </a:r>
            <a:endParaRPr b="0" i="0" sz="2400" u="none" cap="none" strike="noStrike">
              <a:solidFill>
                <a:srgbClr val="FFC000"/>
              </a:solidFill>
              <a:latin typeface="Merriweather"/>
              <a:ea typeface="Merriweather"/>
              <a:cs typeface="Merriweather"/>
              <a:sym typeface="Merriweather"/>
            </a:endParaRPr>
          </a:p>
        </p:txBody>
      </p:sp>
      <p:sp>
        <p:nvSpPr>
          <p:cNvPr id="1112" name="Google Shape;1112;p31"/>
          <p:cNvSpPr/>
          <p:nvPr/>
        </p:nvSpPr>
        <p:spPr>
          <a:xfrm>
            <a:off x="290945" y="914398"/>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u="none" cap="none" strike="noStrike">
                <a:solidFill>
                  <a:schemeClr val="lt1"/>
                </a:solidFill>
                <a:latin typeface="Merriweather"/>
                <a:ea typeface="Merriweather"/>
                <a:cs typeface="Merriweather"/>
                <a:sym typeface="Merriweather"/>
              </a:rPr>
              <a:t>1. Resources Pooling</a:t>
            </a:r>
            <a:endParaRPr b="0" i="0" u="none" cap="none" strike="noStrike">
              <a:solidFill>
                <a:schemeClr val="lt1"/>
              </a:solidFill>
              <a:latin typeface="Merriweather"/>
              <a:ea typeface="Merriweather"/>
              <a:cs typeface="Merriweather"/>
              <a:sym typeface="Merriweather"/>
            </a:endParaRPr>
          </a:p>
        </p:txBody>
      </p:sp>
      <p:sp>
        <p:nvSpPr>
          <p:cNvPr id="1113" name="Google Shape;1113;p31"/>
          <p:cNvSpPr/>
          <p:nvPr/>
        </p:nvSpPr>
        <p:spPr>
          <a:xfrm>
            <a:off x="2628900" y="914400"/>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000" u="none" cap="none" strike="noStrike">
                <a:solidFill>
                  <a:schemeClr val="lt1"/>
                </a:solidFill>
                <a:latin typeface="Merriweather"/>
                <a:ea typeface="Merriweather"/>
                <a:cs typeface="Merriweather"/>
                <a:sym typeface="Merriweather"/>
              </a:rPr>
              <a:t>2. On-Demand Self-Service</a:t>
            </a:r>
            <a:endParaRPr b="0" i="0" sz="1000" u="none" cap="none" strike="noStrike">
              <a:solidFill>
                <a:schemeClr val="lt1"/>
              </a:solidFill>
              <a:latin typeface="Merriweather"/>
              <a:ea typeface="Merriweather"/>
              <a:cs typeface="Merriweather"/>
              <a:sym typeface="Merriweather"/>
            </a:endParaRPr>
          </a:p>
        </p:txBody>
      </p:sp>
      <p:sp>
        <p:nvSpPr>
          <p:cNvPr id="1114" name="Google Shape;1114;p31"/>
          <p:cNvSpPr/>
          <p:nvPr/>
        </p:nvSpPr>
        <p:spPr>
          <a:xfrm>
            <a:off x="4987637" y="914400"/>
            <a:ext cx="2098964" cy="446809"/>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3.Easy Maintenance</a:t>
            </a:r>
            <a:endParaRPr b="0" i="0" sz="1400" u="none" cap="none" strike="noStrike">
              <a:solidFill>
                <a:schemeClr val="lt1"/>
              </a:solidFill>
              <a:latin typeface="Merriweather"/>
              <a:ea typeface="Merriweather"/>
              <a:cs typeface="Merriweather"/>
              <a:sym typeface="Merriweather"/>
            </a:endParaRPr>
          </a:p>
        </p:txBody>
      </p:sp>
      <p:sp>
        <p:nvSpPr>
          <p:cNvPr id="1115" name="Google Shape;1115;p31"/>
          <p:cNvSpPr/>
          <p:nvPr/>
        </p:nvSpPr>
        <p:spPr>
          <a:xfrm>
            <a:off x="7346374" y="914399"/>
            <a:ext cx="2098964" cy="446809"/>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200" u="none" cap="none" strike="noStrike">
                <a:solidFill>
                  <a:schemeClr val="lt1"/>
                </a:solidFill>
                <a:latin typeface="Merriweather"/>
                <a:ea typeface="Merriweather"/>
                <a:cs typeface="Merriweather"/>
                <a:sym typeface="Merriweather"/>
              </a:rPr>
              <a:t>4. Large Network Access</a:t>
            </a:r>
            <a:endParaRPr b="0" i="0" sz="1200" u="none" cap="none" strike="noStrike">
              <a:solidFill>
                <a:schemeClr val="lt1"/>
              </a:solidFill>
              <a:latin typeface="Merriweather"/>
              <a:ea typeface="Merriweather"/>
              <a:cs typeface="Merriweather"/>
              <a:sym typeface="Merriweather"/>
            </a:endParaRPr>
          </a:p>
        </p:txBody>
      </p:sp>
      <p:sp>
        <p:nvSpPr>
          <p:cNvPr id="1116" name="Google Shape;1116;p31"/>
          <p:cNvSpPr/>
          <p:nvPr/>
        </p:nvSpPr>
        <p:spPr>
          <a:xfrm>
            <a:off x="9836726" y="914398"/>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5. Availability</a:t>
            </a:r>
            <a:endParaRPr b="0" i="0" sz="1400" u="none" cap="none" strike="noStrike">
              <a:solidFill>
                <a:schemeClr val="lt1"/>
              </a:solidFill>
              <a:latin typeface="Merriweather"/>
              <a:ea typeface="Merriweather"/>
              <a:cs typeface="Merriweather"/>
              <a:sym typeface="Merriweather"/>
            </a:endParaRPr>
          </a:p>
        </p:txBody>
      </p:sp>
      <p:sp>
        <p:nvSpPr>
          <p:cNvPr id="1117" name="Google Shape;1117;p31"/>
          <p:cNvSpPr/>
          <p:nvPr/>
        </p:nvSpPr>
        <p:spPr>
          <a:xfrm>
            <a:off x="290945" y="1752387"/>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6. Automatic System</a:t>
            </a:r>
            <a:endParaRPr b="0" i="0" sz="1400" u="none" cap="none" strike="noStrike">
              <a:solidFill>
                <a:schemeClr val="lt1"/>
              </a:solidFill>
              <a:latin typeface="Merriweather"/>
              <a:ea typeface="Merriweather"/>
              <a:cs typeface="Merriweather"/>
              <a:sym typeface="Merriweather"/>
            </a:endParaRPr>
          </a:p>
        </p:txBody>
      </p:sp>
      <p:sp>
        <p:nvSpPr>
          <p:cNvPr id="1118" name="Google Shape;1118;p31"/>
          <p:cNvSpPr/>
          <p:nvPr/>
        </p:nvSpPr>
        <p:spPr>
          <a:xfrm>
            <a:off x="2628900" y="1752387"/>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7. Economical</a:t>
            </a:r>
            <a:endParaRPr b="0" i="0" sz="1400" u="none" cap="none" strike="noStrike">
              <a:solidFill>
                <a:schemeClr val="lt1"/>
              </a:solidFill>
              <a:latin typeface="Merriweather"/>
              <a:ea typeface="Merriweather"/>
              <a:cs typeface="Merriweather"/>
              <a:sym typeface="Merriweather"/>
            </a:endParaRPr>
          </a:p>
        </p:txBody>
      </p:sp>
      <p:sp>
        <p:nvSpPr>
          <p:cNvPr id="1119" name="Google Shape;1119;p31"/>
          <p:cNvSpPr/>
          <p:nvPr/>
        </p:nvSpPr>
        <p:spPr>
          <a:xfrm>
            <a:off x="4987637" y="1752387"/>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8. Security</a:t>
            </a:r>
            <a:endParaRPr b="0" i="0" sz="1400" u="none" cap="none" strike="noStrike">
              <a:solidFill>
                <a:schemeClr val="lt1"/>
              </a:solidFill>
              <a:latin typeface="Merriweather"/>
              <a:ea typeface="Merriweather"/>
              <a:cs typeface="Merriweather"/>
              <a:sym typeface="Merriweather"/>
            </a:endParaRPr>
          </a:p>
        </p:txBody>
      </p:sp>
      <p:sp>
        <p:nvSpPr>
          <p:cNvPr id="1120" name="Google Shape;1120;p31"/>
          <p:cNvSpPr/>
          <p:nvPr/>
        </p:nvSpPr>
        <p:spPr>
          <a:xfrm>
            <a:off x="7346374" y="1752386"/>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9. Pay as you go</a:t>
            </a:r>
            <a:endParaRPr b="0" i="0" sz="1400" u="none" cap="none" strike="noStrike">
              <a:solidFill>
                <a:schemeClr val="lt1"/>
              </a:solidFill>
              <a:latin typeface="Merriweather"/>
              <a:ea typeface="Merriweather"/>
              <a:cs typeface="Merriweather"/>
              <a:sym typeface="Merriweather"/>
            </a:endParaRPr>
          </a:p>
        </p:txBody>
      </p:sp>
      <p:sp>
        <p:nvSpPr>
          <p:cNvPr id="1121" name="Google Shape;1121;p31"/>
          <p:cNvSpPr/>
          <p:nvPr/>
        </p:nvSpPr>
        <p:spPr>
          <a:xfrm>
            <a:off x="9836726" y="1752385"/>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10. Measured Service</a:t>
            </a:r>
            <a:endParaRPr b="0" i="0" sz="1400" u="none" cap="none" strike="noStrike">
              <a:solidFill>
                <a:schemeClr val="lt1"/>
              </a:solidFill>
              <a:latin typeface="Merriweather"/>
              <a:ea typeface="Merriweather"/>
              <a:cs typeface="Merriweather"/>
              <a:sym typeface="Merriweather"/>
            </a:endParaRPr>
          </a:p>
        </p:txBody>
      </p:sp>
      <p:sp>
        <p:nvSpPr>
          <p:cNvPr id="1122" name="Google Shape;1122;p31"/>
          <p:cNvSpPr/>
          <p:nvPr/>
        </p:nvSpPr>
        <p:spPr>
          <a:xfrm>
            <a:off x="200900" y="2333350"/>
            <a:ext cx="5524500" cy="4473900"/>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1600" u="none" cap="none" strike="noStrike">
                <a:solidFill>
                  <a:schemeClr val="lt1"/>
                </a:solidFill>
                <a:latin typeface="Merriweather"/>
                <a:ea typeface="Merriweather"/>
                <a:cs typeface="Merriweather"/>
                <a:sym typeface="Merriweather"/>
              </a:rPr>
              <a:t>3. Easy Maintenance</a:t>
            </a:r>
            <a:endParaRPr b="0" i="0" sz="16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1600" u="none" cap="none" strike="noStrike">
                <a:solidFill>
                  <a:schemeClr val="lt1"/>
                </a:solidFill>
                <a:latin typeface="Merriweather"/>
                <a:ea typeface="Merriweather"/>
                <a:cs typeface="Merriweather"/>
                <a:sym typeface="Merriweather"/>
              </a:rPr>
              <a:t>The servers are easily maintained and the downtime is very low and even in some cases, there is no downtime. Cloud Computing comes up with an update every time by gradually making it better. The updates are more compatible with the devices and perform faster than older ones along with the bugs which are fixed.</a:t>
            </a:r>
            <a:endParaRPr/>
          </a:p>
          <a:p>
            <a:pPr indent="0" lvl="0" marL="0" marR="0" rtl="0" algn="l">
              <a:lnSpc>
                <a:spcPct val="100000"/>
              </a:lnSpc>
              <a:spcBef>
                <a:spcPts val="0"/>
              </a:spcBef>
              <a:spcAft>
                <a:spcPts val="0"/>
              </a:spcAft>
              <a:buNone/>
            </a:pPr>
            <a:r>
              <a:t/>
            </a:r>
            <a:endParaRPr b="0" i="0" sz="16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1600" u="none" cap="none" strike="noStrike">
                <a:solidFill>
                  <a:schemeClr val="lt1"/>
                </a:solidFill>
                <a:latin typeface="Merriweather"/>
                <a:ea typeface="Merriweather"/>
                <a:cs typeface="Merriweather"/>
                <a:sym typeface="Merriweather"/>
              </a:rPr>
              <a:t>4. Large Network Access</a:t>
            </a:r>
            <a:endParaRPr b="0" i="0" sz="16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1600" u="none" cap="none" strike="noStrike">
                <a:solidFill>
                  <a:schemeClr val="lt1"/>
                </a:solidFill>
                <a:latin typeface="Merriweather"/>
                <a:ea typeface="Merriweather"/>
                <a:cs typeface="Merriweather"/>
                <a:sym typeface="Merriweather"/>
              </a:rPr>
              <a:t>The user can access the data of the cloud or upload the data to the cloud from anywhere just with the help of a device and an internet connection. These capabilities are available all over the network and accessed with the help of internet</a:t>
            </a:r>
            <a:r>
              <a:rPr b="0" i="0" lang="en-US" sz="1400" u="none" cap="none" strike="noStrike">
                <a:solidFill>
                  <a:schemeClr val="lt1"/>
                </a:solidFill>
                <a:latin typeface="Arial"/>
                <a:ea typeface="Arial"/>
                <a:cs typeface="Arial"/>
                <a:sym typeface="Arial"/>
              </a:rPr>
              <a:t>.</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br>
              <a:rPr b="0" i="0" lang="en-US" sz="1400" u="none" cap="none" strike="noStrike">
                <a:solidFill>
                  <a:schemeClr val="lt1"/>
                </a:solidFill>
                <a:latin typeface="Arial"/>
                <a:ea typeface="Arial"/>
                <a:cs typeface="Arial"/>
                <a:sym typeface="Arial"/>
              </a:rPr>
            </a:br>
            <a:endParaRPr b="0" i="0" sz="1400" u="none" cap="none" strike="noStrike">
              <a:solidFill>
                <a:schemeClr val="lt1"/>
              </a:solidFill>
              <a:latin typeface="Merriweather"/>
              <a:ea typeface="Merriweather"/>
              <a:cs typeface="Merriweather"/>
              <a:sym typeface="Merriweather"/>
            </a:endParaRPr>
          </a:p>
        </p:txBody>
      </p:sp>
      <p:pic>
        <p:nvPicPr>
          <p:cNvPr descr="https://lh6.googleusercontent.com/iiCJ-cbp3PS3X1u3-AArc8qpP5NjrYAjOKVVg4sUN4AtEjjK1IsAVxonDaPXQevPNfSPA5YmnCggFxSkcAOuq9ZsYBG4JuEtFvSULIKvDDR3OzcKglHK__XDiy61h4Oq" id="1123" name="Google Shape;1123;p31"/>
          <p:cNvPicPr preferRelativeResize="0"/>
          <p:nvPr/>
        </p:nvPicPr>
        <p:blipFill rotWithShape="1">
          <a:blip r:embed="rId3">
            <a:alphaModFix/>
          </a:blip>
          <a:srcRect b="0" l="0" r="0" t="0"/>
          <a:stretch/>
        </p:blipFill>
        <p:spPr>
          <a:xfrm>
            <a:off x="7086601" y="2590372"/>
            <a:ext cx="4031672" cy="403167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32"/>
          <p:cNvSpPr/>
          <p:nvPr/>
        </p:nvSpPr>
        <p:spPr>
          <a:xfrm>
            <a:off x="200891" y="0"/>
            <a:ext cx="1198793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FFC000"/>
                </a:solidFill>
                <a:latin typeface="Merriweather"/>
                <a:ea typeface="Merriweather"/>
                <a:cs typeface="Merriweather"/>
                <a:sym typeface="Merriweather"/>
              </a:rPr>
              <a:t>Features of Cloud Computing – 10 Major Characteristics of Cloud Computing</a:t>
            </a:r>
            <a:endParaRPr b="0" i="0" sz="2400" u="none" cap="none" strike="noStrike">
              <a:solidFill>
                <a:srgbClr val="FFC000"/>
              </a:solidFill>
              <a:latin typeface="Merriweather"/>
              <a:ea typeface="Merriweather"/>
              <a:cs typeface="Merriweather"/>
              <a:sym typeface="Merriweather"/>
            </a:endParaRPr>
          </a:p>
        </p:txBody>
      </p:sp>
      <p:sp>
        <p:nvSpPr>
          <p:cNvPr id="1129" name="Google Shape;1129;p32"/>
          <p:cNvSpPr/>
          <p:nvPr/>
        </p:nvSpPr>
        <p:spPr>
          <a:xfrm>
            <a:off x="290945" y="914398"/>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u="none" cap="none" strike="noStrike">
                <a:solidFill>
                  <a:schemeClr val="lt1"/>
                </a:solidFill>
                <a:latin typeface="Merriweather"/>
                <a:ea typeface="Merriweather"/>
                <a:cs typeface="Merriweather"/>
                <a:sym typeface="Merriweather"/>
              </a:rPr>
              <a:t>1. Resources Pooling</a:t>
            </a:r>
            <a:endParaRPr b="0" i="0" u="none" cap="none" strike="noStrike">
              <a:solidFill>
                <a:schemeClr val="lt1"/>
              </a:solidFill>
              <a:latin typeface="Merriweather"/>
              <a:ea typeface="Merriweather"/>
              <a:cs typeface="Merriweather"/>
              <a:sym typeface="Merriweather"/>
            </a:endParaRPr>
          </a:p>
        </p:txBody>
      </p:sp>
      <p:sp>
        <p:nvSpPr>
          <p:cNvPr id="1130" name="Google Shape;1130;p32"/>
          <p:cNvSpPr/>
          <p:nvPr/>
        </p:nvSpPr>
        <p:spPr>
          <a:xfrm>
            <a:off x="2628900" y="914400"/>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000" u="none" cap="none" strike="noStrike">
                <a:solidFill>
                  <a:schemeClr val="lt1"/>
                </a:solidFill>
                <a:latin typeface="Merriweather"/>
                <a:ea typeface="Merriweather"/>
                <a:cs typeface="Merriweather"/>
                <a:sym typeface="Merriweather"/>
              </a:rPr>
              <a:t>2. On-Demand Self-Service</a:t>
            </a:r>
            <a:endParaRPr b="0" i="0" sz="1000" u="none" cap="none" strike="noStrike">
              <a:solidFill>
                <a:schemeClr val="lt1"/>
              </a:solidFill>
              <a:latin typeface="Merriweather"/>
              <a:ea typeface="Merriweather"/>
              <a:cs typeface="Merriweather"/>
              <a:sym typeface="Merriweather"/>
            </a:endParaRPr>
          </a:p>
        </p:txBody>
      </p:sp>
      <p:sp>
        <p:nvSpPr>
          <p:cNvPr id="1131" name="Google Shape;1131;p32"/>
          <p:cNvSpPr/>
          <p:nvPr/>
        </p:nvSpPr>
        <p:spPr>
          <a:xfrm>
            <a:off x="4987637" y="914400"/>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3.Easy Maintenance</a:t>
            </a:r>
            <a:endParaRPr b="0" i="0" sz="1400" u="none" cap="none" strike="noStrike">
              <a:solidFill>
                <a:schemeClr val="lt1"/>
              </a:solidFill>
              <a:latin typeface="Merriweather"/>
              <a:ea typeface="Merriweather"/>
              <a:cs typeface="Merriweather"/>
              <a:sym typeface="Merriweather"/>
            </a:endParaRPr>
          </a:p>
        </p:txBody>
      </p:sp>
      <p:sp>
        <p:nvSpPr>
          <p:cNvPr id="1132" name="Google Shape;1132;p32"/>
          <p:cNvSpPr/>
          <p:nvPr/>
        </p:nvSpPr>
        <p:spPr>
          <a:xfrm>
            <a:off x="7346374" y="914399"/>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200" u="none" cap="none" strike="noStrike">
                <a:solidFill>
                  <a:schemeClr val="lt1"/>
                </a:solidFill>
                <a:latin typeface="Merriweather"/>
                <a:ea typeface="Merriweather"/>
                <a:cs typeface="Merriweather"/>
                <a:sym typeface="Merriweather"/>
              </a:rPr>
              <a:t>4. Large Network Access</a:t>
            </a:r>
            <a:endParaRPr b="0" i="0" sz="1200" u="none" cap="none" strike="noStrike">
              <a:solidFill>
                <a:schemeClr val="lt1"/>
              </a:solidFill>
              <a:latin typeface="Merriweather"/>
              <a:ea typeface="Merriweather"/>
              <a:cs typeface="Merriweather"/>
              <a:sym typeface="Merriweather"/>
            </a:endParaRPr>
          </a:p>
        </p:txBody>
      </p:sp>
      <p:sp>
        <p:nvSpPr>
          <p:cNvPr id="1133" name="Google Shape;1133;p32"/>
          <p:cNvSpPr/>
          <p:nvPr/>
        </p:nvSpPr>
        <p:spPr>
          <a:xfrm>
            <a:off x="9836726" y="914398"/>
            <a:ext cx="2098964" cy="446809"/>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5. Availability</a:t>
            </a:r>
            <a:endParaRPr b="0" i="0" sz="1400" u="none" cap="none" strike="noStrike">
              <a:solidFill>
                <a:schemeClr val="lt1"/>
              </a:solidFill>
              <a:latin typeface="Merriweather"/>
              <a:ea typeface="Merriweather"/>
              <a:cs typeface="Merriweather"/>
              <a:sym typeface="Merriweather"/>
            </a:endParaRPr>
          </a:p>
        </p:txBody>
      </p:sp>
      <p:sp>
        <p:nvSpPr>
          <p:cNvPr id="1134" name="Google Shape;1134;p32"/>
          <p:cNvSpPr/>
          <p:nvPr/>
        </p:nvSpPr>
        <p:spPr>
          <a:xfrm>
            <a:off x="290945" y="1752387"/>
            <a:ext cx="2098964" cy="446809"/>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6. Automatic System</a:t>
            </a:r>
            <a:endParaRPr b="0" i="0" sz="1400" u="none" cap="none" strike="noStrike">
              <a:solidFill>
                <a:schemeClr val="lt1"/>
              </a:solidFill>
              <a:latin typeface="Merriweather"/>
              <a:ea typeface="Merriweather"/>
              <a:cs typeface="Merriweather"/>
              <a:sym typeface="Merriweather"/>
            </a:endParaRPr>
          </a:p>
        </p:txBody>
      </p:sp>
      <p:sp>
        <p:nvSpPr>
          <p:cNvPr id="1135" name="Google Shape;1135;p32"/>
          <p:cNvSpPr/>
          <p:nvPr/>
        </p:nvSpPr>
        <p:spPr>
          <a:xfrm>
            <a:off x="2628900" y="1752387"/>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7. Economical</a:t>
            </a:r>
            <a:endParaRPr b="0" i="0" sz="1400" u="none" cap="none" strike="noStrike">
              <a:solidFill>
                <a:schemeClr val="lt1"/>
              </a:solidFill>
              <a:latin typeface="Merriweather"/>
              <a:ea typeface="Merriweather"/>
              <a:cs typeface="Merriweather"/>
              <a:sym typeface="Merriweather"/>
            </a:endParaRPr>
          </a:p>
        </p:txBody>
      </p:sp>
      <p:sp>
        <p:nvSpPr>
          <p:cNvPr id="1136" name="Google Shape;1136;p32"/>
          <p:cNvSpPr/>
          <p:nvPr/>
        </p:nvSpPr>
        <p:spPr>
          <a:xfrm>
            <a:off x="4987637" y="1752387"/>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8. Security</a:t>
            </a:r>
            <a:endParaRPr b="0" i="0" sz="1400" u="none" cap="none" strike="noStrike">
              <a:solidFill>
                <a:schemeClr val="lt1"/>
              </a:solidFill>
              <a:latin typeface="Merriweather"/>
              <a:ea typeface="Merriweather"/>
              <a:cs typeface="Merriweather"/>
              <a:sym typeface="Merriweather"/>
            </a:endParaRPr>
          </a:p>
        </p:txBody>
      </p:sp>
      <p:sp>
        <p:nvSpPr>
          <p:cNvPr id="1137" name="Google Shape;1137;p32"/>
          <p:cNvSpPr/>
          <p:nvPr/>
        </p:nvSpPr>
        <p:spPr>
          <a:xfrm>
            <a:off x="7346374" y="1752386"/>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9. Pay as you go</a:t>
            </a:r>
            <a:endParaRPr b="0" i="0" sz="1400" u="none" cap="none" strike="noStrike">
              <a:solidFill>
                <a:schemeClr val="lt1"/>
              </a:solidFill>
              <a:latin typeface="Merriweather"/>
              <a:ea typeface="Merriweather"/>
              <a:cs typeface="Merriweather"/>
              <a:sym typeface="Merriweather"/>
            </a:endParaRPr>
          </a:p>
        </p:txBody>
      </p:sp>
      <p:sp>
        <p:nvSpPr>
          <p:cNvPr id="1138" name="Google Shape;1138;p32"/>
          <p:cNvSpPr/>
          <p:nvPr/>
        </p:nvSpPr>
        <p:spPr>
          <a:xfrm>
            <a:off x="9836726" y="1752385"/>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10. Measured Service</a:t>
            </a:r>
            <a:endParaRPr b="0" i="0" sz="1400" u="none" cap="none" strike="noStrike">
              <a:solidFill>
                <a:schemeClr val="lt1"/>
              </a:solidFill>
              <a:latin typeface="Merriweather"/>
              <a:ea typeface="Merriweather"/>
              <a:cs typeface="Merriweather"/>
              <a:sym typeface="Merriweather"/>
            </a:endParaRPr>
          </a:p>
        </p:txBody>
      </p:sp>
      <p:sp>
        <p:nvSpPr>
          <p:cNvPr id="1139" name="Google Shape;1139;p32"/>
          <p:cNvSpPr/>
          <p:nvPr/>
        </p:nvSpPr>
        <p:spPr>
          <a:xfrm>
            <a:off x="290945" y="2590374"/>
            <a:ext cx="5434445" cy="4031672"/>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1600" u="none" cap="none" strike="noStrike">
                <a:solidFill>
                  <a:schemeClr val="lt1"/>
                </a:solidFill>
                <a:latin typeface="Merriweather"/>
                <a:ea typeface="Merriweather"/>
                <a:cs typeface="Merriweather"/>
                <a:sym typeface="Merriweather"/>
              </a:rPr>
              <a:t>5. Availability</a:t>
            </a:r>
            <a:endParaRPr b="0" i="0" sz="16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1600" u="none" cap="none" strike="noStrike">
                <a:solidFill>
                  <a:schemeClr val="lt1"/>
                </a:solidFill>
                <a:latin typeface="Merriweather"/>
                <a:ea typeface="Merriweather"/>
                <a:cs typeface="Merriweather"/>
                <a:sym typeface="Merriweather"/>
              </a:rPr>
              <a:t>The capabilities of the Cloud can be modified as per the use and can be extended a lot. It analyzes the storage usage and allows the user to buy extra Cloud storage if needed for a very small amount.</a:t>
            </a:r>
            <a:endParaRPr/>
          </a:p>
          <a:p>
            <a:pPr indent="0" lvl="0" marL="0" marR="0" rtl="0" algn="l">
              <a:lnSpc>
                <a:spcPct val="100000"/>
              </a:lnSpc>
              <a:spcBef>
                <a:spcPts val="0"/>
              </a:spcBef>
              <a:spcAft>
                <a:spcPts val="0"/>
              </a:spcAft>
              <a:buNone/>
            </a:pPr>
            <a:r>
              <a:t/>
            </a:r>
            <a:endParaRPr b="0" i="0" sz="16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1600" u="none" cap="none" strike="noStrike">
                <a:solidFill>
                  <a:schemeClr val="lt1"/>
                </a:solidFill>
                <a:latin typeface="Merriweather"/>
                <a:ea typeface="Merriweather"/>
                <a:cs typeface="Merriweather"/>
                <a:sym typeface="Merriweather"/>
              </a:rPr>
              <a:t>6. Automatic System</a:t>
            </a:r>
            <a:endParaRPr b="0" i="0" sz="16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1600" u="none" cap="none" strike="noStrike">
                <a:solidFill>
                  <a:schemeClr val="lt1"/>
                </a:solidFill>
                <a:latin typeface="Merriweather"/>
                <a:ea typeface="Merriweather"/>
                <a:cs typeface="Merriweather"/>
                <a:sym typeface="Merriweather"/>
              </a:rPr>
              <a:t>Cloud computing automatically analyzes the data needed and supports a metering capability at some level of services. We can monitor, control, and report the usage. It will provide transparency for the host as well as the customer.</a:t>
            </a:r>
            <a:endParaRPr b="0" i="0" sz="1600" u="none" cap="none" strike="noStrike">
              <a:solidFill>
                <a:schemeClr val="lt1"/>
              </a:solidFill>
              <a:latin typeface="Merriweather"/>
              <a:ea typeface="Merriweather"/>
              <a:cs typeface="Merriweather"/>
              <a:sym typeface="Merriweather"/>
            </a:endParaRPr>
          </a:p>
        </p:txBody>
      </p:sp>
      <p:pic>
        <p:nvPicPr>
          <p:cNvPr descr="https://lh6.googleusercontent.com/LEJcjELOi_tsdS507T81Q1NLnNt1Fd3HuFdQeUKT2s344QBssIfErYBVKi-KTflD92nY1GIwd9uJvRJqREUlrj-iDtzSHyKvNlQ5zRbBDIUm7mE3KSp6zwKQGinuYoP5" id="1140" name="Google Shape;1140;p32"/>
          <p:cNvPicPr preferRelativeResize="0"/>
          <p:nvPr/>
        </p:nvPicPr>
        <p:blipFill rotWithShape="1">
          <a:blip r:embed="rId3">
            <a:alphaModFix/>
          </a:blip>
          <a:srcRect b="0" l="0" r="0" t="0"/>
          <a:stretch/>
        </p:blipFill>
        <p:spPr>
          <a:xfrm>
            <a:off x="6194858" y="2872440"/>
            <a:ext cx="5715000" cy="346753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33"/>
          <p:cNvSpPr/>
          <p:nvPr/>
        </p:nvSpPr>
        <p:spPr>
          <a:xfrm>
            <a:off x="200891" y="0"/>
            <a:ext cx="1198793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FFC000"/>
                </a:solidFill>
                <a:latin typeface="Merriweather"/>
                <a:ea typeface="Merriweather"/>
                <a:cs typeface="Merriweather"/>
                <a:sym typeface="Merriweather"/>
              </a:rPr>
              <a:t>Features of Cloud Computing – 10 Major Characteristics of Cloud Computing</a:t>
            </a:r>
            <a:endParaRPr b="0" i="0" sz="2400" u="none" cap="none" strike="noStrike">
              <a:solidFill>
                <a:srgbClr val="FFC000"/>
              </a:solidFill>
              <a:latin typeface="Merriweather"/>
              <a:ea typeface="Merriweather"/>
              <a:cs typeface="Merriweather"/>
              <a:sym typeface="Merriweather"/>
            </a:endParaRPr>
          </a:p>
        </p:txBody>
      </p:sp>
      <p:sp>
        <p:nvSpPr>
          <p:cNvPr id="1146" name="Google Shape;1146;p33"/>
          <p:cNvSpPr/>
          <p:nvPr/>
        </p:nvSpPr>
        <p:spPr>
          <a:xfrm>
            <a:off x="290945" y="914398"/>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u="none" cap="none" strike="noStrike">
                <a:solidFill>
                  <a:schemeClr val="lt1"/>
                </a:solidFill>
                <a:latin typeface="Merriweather"/>
                <a:ea typeface="Merriweather"/>
                <a:cs typeface="Merriweather"/>
                <a:sym typeface="Merriweather"/>
              </a:rPr>
              <a:t>1. Resources Pooling</a:t>
            </a:r>
            <a:endParaRPr b="0" i="0" u="none" cap="none" strike="noStrike">
              <a:solidFill>
                <a:schemeClr val="lt1"/>
              </a:solidFill>
              <a:latin typeface="Merriweather"/>
              <a:ea typeface="Merriweather"/>
              <a:cs typeface="Merriweather"/>
              <a:sym typeface="Merriweather"/>
            </a:endParaRPr>
          </a:p>
        </p:txBody>
      </p:sp>
      <p:sp>
        <p:nvSpPr>
          <p:cNvPr id="1147" name="Google Shape;1147;p33"/>
          <p:cNvSpPr/>
          <p:nvPr/>
        </p:nvSpPr>
        <p:spPr>
          <a:xfrm>
            <a:off x="2628900" y="914400"/>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000" u="none" cap="none" strike="noStrike">
                <a:solidFill>
                  <a:schemeClr val="lt1"/>
                </a:solidFill>
                <a:latin typeface="Merriweather"/>
                <a:ea typeface="Merriweather"/>
                <a:cs typeface="Merriweather"/>
                <a:sym typeface="Merriweather"/>
              </a:rPr>
              <a:t>2. On-Demand Self-Service</a:t>
            </a:r>
            <a:endParaRPr b="0" i="0" sz="1000" u="none" cap="none" strike="noStrike">
              <a:solidFill>
                <a:schemeClr val="lt1"/>
              </a:solidFill>
              <a:latin typeface="Merriweather"/>
              <a:ea typeface="Merriweather"/>
              <a:cs typeface="Merriweather"/>
              <a:sym typeface="Merriweather"/>
            </a:endParaRPr>
          </a:p>
        </p:txBody>
      </p:sp>
      <p:sp>
        <p:nvSpPr>
          <p:cNvPr id="1148" name="Google Shape;1148;p33"/>
          <p:cNvSpPr/>
          <p:nvPr/>
        </p:nvSpPr>
        <p:spPr>
          <a:xfrm>
            <a:off x="4987637" y="914400"/>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3.Easy Maintenance</a:t>
            </a:r>
            <a:endParaRPr b="0" i="0" sz="1400" u="none" cap="none" strike="noStrike">
              <a:solidFill>
                <a:schemeClr val="lt1"/>
              </a:solidFill>
              <a:latin typeface="Merriweather"/>
              <a:ea typeface="Merriweather"/>
              <a:cs typeface="Merriweather"/>
              <a:sym typeface="Merriweather"/>
            </a:endParaRPr>
          </a:p>
        </p:txBody>
      </p:sp>
      <p:sp>
        <p:nvSpPr>
          <p:cNvPr id="1149" name="Google Shape;1149;p33"/>
          <p:cNvSpPr/>
          <p:nvPr/>
        </p:nvSpPr>
        <p:spPr>
          <a:xfrm>
            <a:off x="7346374" y="914399"/>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200" u="none" cap="none" strike="noStrike">
                <a:solidFill>
                  <a:schemeClr val="lt1"/>
                </a:solidFill>
                <a:latin typeface="Merriweather"/>
                <a:ea typeface="Merriweather"/>
                <a:cs typeface="Merriweather"/>
                <a:sym typeface="Merriweather"/>
              </a:rPr>
              <a:t>4. Large Network Access</a:t>
            </a:r>
            <a:endParaRPr b="0" i="0" sz="1200" u="none" cap="none" strike="noStrike">
              <a:solidFill>
                <a:schemeClr val="lt1"/>
              </a:solidFill>
              <a:latin typeface="Merriweather"/>
              <a:ea typeface="Merriweather"/>
              <a:cs typeface="Merriweather"/>
              <a:sym typeface="Merriweather"/>
            </a:endParaRPr>
          </a:p>
        </p:txBody>
      </p:sp>
      <p:sp>
        <p:nvSpPr>
          <p:cNvPr id="1150" name="Google Shape;1150;p33"/>
          <p:cNvSpPr/>
          <p:nvPr/>
        </p:nvSpPr>
        <p:spPr>
          <a:xfrm>
            <a:off x="9836726" y="914398"/>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5. Availability</a:t>
            </a:r>
            <a:endParaRPr b="0" i="0" sz="1400" u="none" cap="none" strike="noStrike">
              <a:solidFill>
                <a:schemeClr val="lt1"/>
              </a:solidFill>
              <a:latin typeface="Merriweather"/>
              <a:ea typeface="Merriweather"/>
              <a:cs typeface="Merriweather"/>
              <a:sym typeface="Merriweather"/>
            </a:endParaRPr>
          </a:p>
        </p:txBody>
      </p:sp>
      <p:sp>
        <p:nvSpPr>
          <p:cNvPr id="1151" name="Google Shape;1151;p33"/>
          <p:cNvSpPr/>
          <p:nvPr/>
        </p:nvSpPr>
        <p:spPr>
          <a:xfrm>
            <a:off x="290945" y="1752387"/>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6. Automatic System</a:t>
            </a:r>
            <a:endParaRPr b="0" i="0" sz="1400" u="none" cap="none" strike="noStrike">
              <a:solidFill>
                <a:schemeClr val="lt1"/>
              </a:solidFill>
              <a:latin typeface="Merriweather"/>
              <a:ea typeface="Merriweather"/>
              <a:cs typeface="Merriweather"/>
              <a:sym typeface="Merriweather"/>
            </a:endParaRPr>
          </a:p>
        </p:txBody>
      </p:sp>
      <p:sp>
        <p:nvSpPr>
          <p:cNvPr id="1152" name="Google Shape;1152;p33"/>
          <p:cNvSpPr/>
          <p:nvPr/>
        </p:nvSpPr>
        <p:spPr>
          <a:xfrm>
            <a:off x="2628900" y="1752387"/>
            <a:ext cx="2098964" cy="446809"/>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7. Economical</a:t>
            </a:r>
            <a:endParaRPr b="0" i="0" sz="1400" u="none" cap="none" strike="noStrike">
              <a:solidFill>
                <a:schemeClr val="lt1"/>
              </a:solidFill>
              <a:latin typeface="Merriweather"/>
              <a:ea typeface="Merriweather"/>
              <a:cs typeface="Merriweather"/>
              <a:sym typeface="Merriweather"/>
            </a:endParaRPr>
          </a:p>
        </p:txBody>
      </p:sp>
      <p:sp>
        <p:nvSpPr>
          <p:cNvPr id="1153" name="Google Shape;1153;p33"/>
          <p:cNvSpPr/>
          <p:nvPr/>
        </p:nvSpPr>
        <p:spPr>
          <a:xfrm>
            <a:off x="4987637" y="1752387"/>
            <a:ext cx="2098964" cy="446809"/>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8. Security</a:t>
            </a:r>
            <a:endParaRPr b="0" i="0" sz="1400" u="none" cap="none" strike="noStrike">
              <a:solidFill>
                <a:schemeClr val="lt1"/>
              </a:solidFill>
              <a:latin typeface="Merriweather"/>
              <a:ea typeface="Merriweather"/>
              <a:cs typeface="Merriweather"/>
              <a:sym typeface="Merriweather"/>
            </a:endParaRPr>
          </a:p>
        </p:txBody>
      </p:sp>
      <p:sp>
        <p:nvSpPr>
          <p:cNvPr id="1154" name="Google Shape;1154;p33"/>
          <p:cNvSpPr/>
          <p:nvPr/>
        </p:nvSpPr>
        <p:spPr>
          <a:xfrm>
            <a:off x="7346374" y="1752386"/>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9. Pay as you go</a:t>
            </a:r>
            <a:endParaRPr b="0" i="0" sz="1400" u="none" cap="none" strike="noStrike">
              <a:solidFill>
                <a:schemeClr val="lt1"/>
              </a:solidFill>
              <a:latin typeface="Merriweather"/>
              <a:ea typeface="Merriweather"/>
              <a:cs typeface="Merriweather"/>
              <a:sym typeface="Merriweather"/>
            </a:endParaRPr>
          </a:p>
        </p:txBody>
      </p:sp>
      <p:sp>
        <p:nvSpPr>
          <p:cNvPr id="1155" name="Google Shape;1155;p33"/>
          <p:cNvSpPr/>
          <p:nvPr/>
        </p:nvSpPr>
        <p:spPr>
          <a:xfrm>
            <a:off x="9836726" y="1752385"/>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10. Measured Service</a:t>
            </a:r>
            <a:endParaRPr b="0" i="0" sz="1400" u="none" cap="none" strike="noStrike">
              <a:solidFill>
                <a:schemeClr val="lt1"/>
              </a:solidFill>
              <a:latin typeface="Merriweather"/>
              <a:ea typeface="Merriweather"/>
              <a:cs typeface="Merriweather"/>
              <a:sym typeface="Merriweather"/>
            </a:endParaRPr>
          </a:p>
        </p:txBody>
      </p:sp>
      <p:sp>
        <p:nvSpPr>
          <p:cNvPr id="1156" name="Google Shape;1156;p33"/>
          <p:cNvSpPr/>
          <p:nvPr/>
        </p:nvSpPr>
        <p:spPr>
          <a:xfrm>
            <a:off x="290950" y="2353625"/>
            <a:ext cx="5434500" cy="4268400"/>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t/>
            </a:r>
            <a:endParaRPr b="0" i="0" sz="16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1600" u="none" cap="none" strike="noStrike">
                <a:solidFill>
                  <a:schemeClr val="lt1"/>
                </a:solidFill>
                <a:latin typeface="Merriweather"/>
                <a:ea typeface="Merriweather"/>
                <a:cs typeface="Merriweather"/>
                <a:sym typeface="Merriweather"/>
              </a:rPr>
              <a:t>7. Economical</a:t>
            </a:r>
            <a:endParaRPr b="0" i="0" sz="16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1600" u="none" cap="none" strike="noStrike">
                <a:solidFill>
                  <a:schemeClr val="lt1"/>
                </a:solidFill>
                <a:latin typeface="Merriweather"/>
                <a:ea typeface="Merriweather"/>
                <a:cs typeface="Merriweather"/>
                <a:sym typeface="Merriweather"/>
              </a:rPr>
              <a:t>It is the one-time investment as the company (host) has to buy the storage and a small part of it can be provided to the many companies which save the host from monthly or yearly costs. Only the amount which is spent is on the basic maintenance and a few more expenses which are very less.</a:t>
            </a:r>
            <a:endParaRPr/>
          </a:p>
          <a:p>
            <a:pPr indent="0" lvl="0" marL="0" marR="0" rtl="0" algn="l">
              <a:lnSpc>
                <a:spcPct val="100000"/>
              </a:lnSpc>
              <a:spcBef>
                <a:spcPts val="0"/>
              </a:spcBef>
              <a:spcAft>
                <a:spcPts val="0"/>
              </a:spcAft>
              <a:buNone/>
            </a:pPr>
            <a:r>
              <a:t/>
            </a:r>
            <a:endParaRPr b="0" i="0" sz="16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1600" u="none" cap="none" strike="noStrike">
                <a:solidFill>
                  <a:schemeClr val="lt1"/>
                </a:solidFill>
                <a:latin typeface="Merriweather"/>
                <a:ea typeface="Merriweather"/>
                <a:cs typeface="Merriweather"/>
                <a:sym typeface="Merriweather"/>
              </a:rPr>
              <a:t>8. Security</a:t>
            </a:r>
            <a:endParaRPr b="0" i="0" sz="16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1600" u="none" cap="none" strike="noStrike">
                <a:solidFill>
                  <a:schemeClr val="lt1"/>
                </a:solidFill>
                <a:latin typeface="Merriweather"/>
                <a:ea typeface="Merriweather"/>
                <a:cs typeface="Merriweather"/>
                <a:sym typeface="Merriweather"/>
              </a:rPr>
              <a:t>Cloud Security, is one of the best features of cloud computing. It creates a snapshot of the data stored so that the data may not get lost even if one of the servers gets damaged. The data is stored within the storage devices, which cannot be hacked and utilized by any other person. The storage service is quick and reliable.</a:t>
            </a:r>
            <a:endParaRPr b="0" i="0" sz="16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br>
              <a:rPr b="0" i="0" lang="en-US" sz="1600" u="none" cap="none" strike="noStrike">
                <a:solidFill>
                  <a:schemeClr val="lt1"/>
                </a:solidFill>
                <a:latin typeface="Arial"/>
                <a:ea typeface="Arial"/>
                <a:cs typeface="Arial"/>
                <a:sym typeface="Arial"/>
              </a:rPr>
            </a:br>
            <a:endParaRPr b="0" i="0" sz="1600" u="none" cap="none" strike="noStrike">
              <a:solidFill>
                <a:schemeClr val="lt1"/>
              </a:solidFill>
              <a:latin typeface="Merriweather"/>
              <a:ea typeface="Merriweather"/>
              <a:cs typeface="Merriweather"/>
              <a:sym typeface="Merriweather"/>
            </a:endParaRPr>
          </a:p>
        </p:txBody>
      </p:sp>
      <p:pic>
        <p:nvPicPr>
          <p:cNvPr descr="https://lh5.googleusercontent.com/nQSSg56nZP8AMTESqpZYurwqBPXHa6FUXBYljlYB96VbX5pYa_O26tHvZny1aXDHgQ3CPbTfmmNi6btMUcrFl5kVqkiN4hyZIbWBr5LJpQlNZulCIltiwuZb74ztKKkd" id="1157" name="Google Shape;1157;p33"/>
          <p:cNvPicPr preferRelativeResize="0"/>
          <p:nvPr/>
        </p:nvPicPr>
        <p:blipFill rotWithShape="1">
          <a:blip r:embed="rId3">
            <a:alphaModFix/>
          </a:blip>
          <a:srcRect b="0" l="0" r="0" t="0"/>
          <a:stretch/>
        </p:blipFill>
        <p:spPr>
          <a:xfrm>
            <a:off x="6889174" y="2590371"/>
            <a:ext cx="4468090" cy="402833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34"/>
          <p:cNvSpPr/>
          <p:nvPr/>
        </p:nvSpPr>
        <p:spPr>
          <a:xfrm>
            <a:off x="200891" y="0"/>
            <a:ext cx="1198793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FFC000"/>
                </a:solidFill>
                <a:latin typeface="Merriweather"/>
                <a:ea typeface="Merriweather"/>
                <a:cs typeface="Merriweather"/>
                <a:sym typeface="Merriweather"/>
              </a:rPr>
              <a:t>Features of Cloud Computing – 10 Major Characteristics of Cloud Computing</a:t>
            </a:r>
            <a:endParaRPr b="0" i="0" sz="2400" u="none" cap="none" strike="noStrike">
              <a:solidFill>
                <a:srgbClr val="FFC000"/>
              </a:solidFill>
              <a:latin typeface="Merriweather"/>
              <a:ea typeface="Merriweather"/>
              <a:cs typeface="Merriweather"/>
              <a:sym typeface="Merriweather"/>
            </a:endParaRPr>
          </a:p>
        </p:txBody>
      </p:sp>
      <p:sp>
        <p:nvSpPr>
          <p:cNvPr id="1163" name="Google Shape;1163;p34"/>
          <p:cNvSpPr/>
          <p:nvPr/>
        </p:nvSpPr>
        <p:spPr>
          <a:xfrm>
            <a:off x="290945" y="914398"/>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u="none" cap="none" strike="noStrike">
                <a:solidFill>
                  <a:schemeClr val="lt1"/>
                </a:solidFill>
                <a:latin typeface="Merriweather"/>
                <a:ea typeface="Merriweather"/>
                <a:cs typeface="Merriweather"/>
                <a:sym typeface="Merriweather"/>
              </a:rPr>
              <a:t>1. Resources Pooling</a:t>
            </a:r>
            <a:endParaRPr b="0" i="0" u="none" cap="none" strike="noStrike">
              <a:solidFill>
                <a:schemeClr val="lt1"/>
              </a:solidFill>
              <a:latin typeface="Merriweather"/>
              <a:ea typeface="Merriweather"/>
              <a:cs typeface="Merriweather"/>
              <a:sym typeface="Merriweather"/>
            </a:endParaRPr>
          </a:p>
        </p:txBody>
      </p:sp>
      <p:sp>
        <p:nvSpPr>
          <p:cNvPr id="1164" name="Google Shape;1164;p34"/>
          <p:cNvSpPr/>
          <p:nvPr/>
        </p:nvSpPr>
        <p:spPr>
          <a:xfrm>
            <a:off x="2628900" y="914400"/>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000" u="none" cap="none" strike="noStrike">
                <a:solidFill>
                  <a:schemeClr val="lt1"/>
                </a:solidFill>
                <a:latin typeface="Merriweather"/>
                <a:ea typeface="Merriweather"/>
                <a:cs typeface="Merriweather"/>
                <a:sym typeface="Merriweather"/>
              </a:rPr>
              <a:t>2. On-Demand Self-Service</a:t>
            </a:r>
            <a:endParaRPr b="0" i="0" sz="1000" u="none" cap="none" strike="noStrike">
              <a:solidFill>
                <a:schemeClr val="lt1"/>
              </a:solidFill>
              <a:latin typeface="Merriweather"/>
              <a:ea typeface="Merriweather"/>
              <a:cs typeface="Merriweather"/>
              <a:sym typeface="Merriweather"/>
            </a:endParaRPr>
          </a:p>
        </p:txBody>
      </p:sp>
      <p:sp>
        <p:nvSpPr>
          <p:cNvPr id="1165" name="Google Shape;1165;p34"/>
          <p:cNvSpPr/>
          <p:nvPr/>
        </p:nvSpPr>
        <p:spPr>
          <a:xfrm>
            <a:off x="4987637" y="914400"/>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3.Easy Maintenance</a:t>
            </a:r>
            <a:endParaRPr b="0" i="0" sz="1400" u="none" cap="none" strike="noStrike">
              <a:solidFill>
                <a:schemeClr val="lt1"/>
              </a:solidFill>
              <a:latin typeface="Merriweather"/>
              <a:ea typeface="Merriweather"/>
              <a:cs typeface="Merriweather"/>
              <a:sym typeface="Merriweather"/>
            </a:endParaRPr>
          </a:p>
        </p:txBody>
      </p:sp>
      <p:sp>
        <p:nvSpPr>
          <p:cNvPr id="1166" name="Google Shape;1166;p34"/>
          <p:cNvSpPr/>
          <p:nvPr/>
        </p:nvSpPr>
        <p:spPr>
          <a:xfrm>
            <a:off x="7346374" y="914399"/>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200" u="none" cap="none" strike="noStrike">
                <a:solidFill>
                  <a:schemeClr val="lt1"/>
                </a:solidFill>
                <a:latin typeface="Merriweather"/>
                <a:ea typeface="Merriweather"/>
                <a:cs typeface="Merriweather"/>
                <a:sym typeface="Merriweather"/>
              </a:rPr>
              <a:t>4. Large Network Access</a:t>
            </a:r>
            <a:endParaRPr b="0" i="0" sz="1200" u="none" cap="none" strike="noStrike">
              <a:solidFill>
                <a:schemeClr val="lt1"/>
              </a:solidFill>
              <a:latin typeface="Merriweather"/>
              <a:ea typeface="Merriweather"/>
              <a:cs typeface="Merriweather"/>
              <a:sym typeface="Merriweather"/>
            </a:endParaRPr>
          </a:p>
        </p:txBody>
      </p:sp>
      <p:sp>
        <p:nvSpPr>
          <p:cNvPr id="1167" name="Google Shape;1167;p34"/>
          <p:cNvSpPr/>
          <p:nvPr/>
        </p:nvSpPr>
        <p:spPr>
          <a:xfrm>
            <a:off x="9836726" y="914398"/>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5. Availability</a:t>
            </a:r>
            <a:endParaRPr b="0" i="0" sz="1400" u="none" cap="none" strike="noStrike">
              <a:solidFill>
                <a:schemeClr val="lt1"/>
              </a:solidFill>
              <a:latin typeface="Merriweather"/>
              <a:ea typeface="Merriweather"/>
              <a:cs typeface="Merriweather"/>
              <a:sym typeface="Merriweather"/>
            </a:endParaRPr>
          </a:p>
        </p:txBody>
      </p:sp>
      <p:sp>
        <p:nvSpPr>
          <p:cNvPr id="1168" name="Google Shape;1168;p34"/>
          <p:cNvSpPr/>
          <p:nvPr/>
        </p:nvSpPr>
        <p:spPr>
          <a:xfrm>
            <a:off x="290945" y="1752387"/>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6. Automatic System</a:t>
            </a:r>
            <a:endParaRPr b="0" i="0" sz="1400" u="none" cap="none" strike="noStrike">
              <a:solidFill>
                <a:schemeClr val="lt1"/>
              </a:solidFill>
              <a:latin typeface="Merriweather"/>
              <a:ea typeface="Merriweather"/>
              <a:cs typeface="Merriweather"/>
              <a:sym typeface="Merriweather"/>
            </a:endParaRPr>
          </a:p>
        </p:txBody>
      </p:sp>
      <p:sp>
        <p:nvSpPr>
          <p:cNvPr id="1169" name="Google Shape;1169;p34"/>
          <p:cNvSpPr/>
          <p:nvPr/>
        </p:nvSpPr>
        <p:spPr>
          <a:xfrm>
            <a:off x="2628900" y="1752387"/>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7. Economical</a:t>
            </a:r>
            <a:endParaRPr b="0" i="0" sz="1400" u="none" cap="none" strike="noStrike">
              <a:solidFill>
                <a:schemeClr val="lt1"/>
              </a:solidFill>
              <a:latin typeface="Merriweather"/>
              <a:ea typeface="Merriweather"/>
              <a:cs typeface="Merriweather"/>
              <a:sym typeface="Merriweather"/>
            </a:endParaRPr>
          </a:p>
        </p:txBody>
      </p:sp>
      <p:sp>
        <p:nvSpPr>
          <p:cNvPr id="1170" name="Google Shape;1170;p34"/>
          <p:cNvSpPr/>
          <p:nvPr/>
        </p:nvSpPr>
        <p:spPr>
          <a:xfrm>
            <a:off x="4987637" y="1752387"/>
            <a:ext cx="2098964" cy="446809"/>
          </a:xfrm>
          <a:prstGeom prst="roundRect">
            <a:avLst>
              <a:gd fmla="val 16667"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8. Security</a:t>
            </a:r>
            <a:endParaRPr b="0" i="0" sz="1400" u="none" cap="none" strike="noStrike">
              <a:solidFill>
                <a:schemeClr val="lt1"/>
              </a:solidFill>
              <a:latin typeface="Merriweather"/>
              <a:ea typeface="Merriweather"/>
              <a:cs typeface="Merriweather"/>
              <a:sym typeface="Merriweather"/>
            </a:endParaRPr>
          </a:p>
        </p:txBody>
      </p:sp>
      <p:sp>
        <p:nvSpPr>
          <p:cNvPr id="1171" name="Google Shape;1171;p34"/>
          <p:cNvSpPr/>
          <p:nvPr/>
        </p:nvSpPr>
        <p:spPr>
          <a:xfrm>
            <a:off x="7346374" y="1752386"/>
            <a:ext cx="2098964" cy="446809"/>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9. Pay as you go</a:t>
            </a:r>
            <a:endParaRPr b="0" i="0" sz="1400" u="none" cap="none" strike="noStrike">
              <a:solidFill>
                <a:schemeClr val="lt1"/>
              </a:solidFill>
              <a:latin typeface="Merriweather"/>
              <a:ea typeface="Merriweather"/>
              <a:cs typeface="Merriweather"/>
              <a:sym typeface="Merriweather"/>
            </a:endParaRPr>
          </a:p>
        </p:txBody>
      </p:sp>
      <p:sp>
        <p:nvSpPr>
          <p:cNvPr id="1172" name="Google Shape;1172;p34"/>
          <p:cNvSpPr/>
          <p:nvPr/>
        </p:nvSpPr>
        <p:spPr>
          <a:xfrm>
            <a:off x="9836726" y="1752385"/>
            <a:ext cx="2098964" cy="446809"/>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Merriweather"/>
                <a:ea typeface="Merriweather"/>
                <a:cs typeface="Merriweather"/>
                <a:sym typeface="Merriweather"/>
              </a:rPr>
              <a:t>10. Measured Service</a:t>
            </a:r>
            <a:endParaRPr b="0" i="0" sz="1400" u="none" cap="none" strike="noStrike">
              <a:solidFill>
                <a:schemeClr val="lt1"/>
              </a:solidFill>
              <a:latin typeface="Merriweather"/>
              <a:ea typeface="Merriweather"/>
              <a:cs typeface="Merriweather"/>
              <a:sym typeface="Merriweather"/>
            </a:endParaRPr>
          </a:p>
        </p:txBody>
      </p:sp>
      <p:sp>
        <p:nvSpPr>
          <p:cNvPr id="1173" name="Google Shape;1173;p34"/>
          <p:cNvSpPr/>
          <p:nvPr/>
        </p:nvSpPr>
        <p:spPr>
          <a:xfrm>
            <a:off x="290950" y="2292775"/>
            <a:ext cx="5673300" cy="4494300"/>
          </a:xfrm>
          <a:prstGeom prst="roundRect">
            <a:avLst>
              <a:gd fmla="val 16667" name="adj"/>
            </a:avLst>
          </a:prstGeom>
          <a:solidFill>
            <a:srgbClr val="87943A"/>
          </a:solidFill>
          <a:ln cap="flat" cmpd="sng" w="25400">
            <a:solidFill>
              <a:srgbClr val="7E89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6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t/>
            </a:r>
            <a:endParaRPr b="0" i="0" sz="16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1600" u="none" cap="none" strike="noStrike">
                <a:solidFill>
                  <a:schemeClr val="lt1"/>
                </a:solidFill>
                <a:latin typeface="Merriweather"/>
                <a:ea typeface="Merriweather"/>
                <a:cs typeface="Merriweather"/>
                <a:sym typeface="Merriweather"/>
              </a:rPr>
              <a:t>9. Pay as you go</a:t>
            </a:r>
            <a:endParaRPr b="0" i="0" sz="16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1600" u="none" cap="none" strike="noStrike">
                <a:solidFill>
                  <a:schemeClr val="lt1"/>
                </a:solidFill>
                <a:latin typeface="Merriweather"/>
                <a:ea typeface="Merriweather"/>
                <a:cs typeface="Merriweather"/>
                <a:sym typeface="Merriweather"/>
              </a:rPr>
              <a:t>In cloud computing, the user has to pay only for the service or the space they have utilized. There is no hidden or extra charge which is to be paid. The service is economical and most of the time some space is allotted for free.</a:t>
            </a:r>
            <a:endParaRPr/>
          </a:p>
          <a:p>
            <a:pPr indent="0" lvl="0" marL="0" marR="0" rtl="0" algn="l">
              <a:lnSpc>
                <a:spcPct val="100000"/>
              </a:lnSpc>
              <a:spcBef>
                <a:spcPts val="0"/>
              </a:spcBef>
              <a:spcAft>
                <a:spcPts val="0"/>
              </a:spcAft>
              <a:buNone/>
            </a:pPr>
            <a:r>
              <a:t/>
            </a:r>
            <a:endParaRPr b="0" i="0" sz="16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1600" u="none" cap="none" strike="noStrike">
                <a:solidFill>
                  <a:schemeClr val="lt1"/>
                </a:solidFill>
                <a:latin typeface="Merriweather"/>
                <a:ea typeface="Merriweather"/>
                <a:cs typeface="Merriweather"/>
                <a:sym typeface="Merriweather"/>
              </a:rPr>
              <a:t>10. Measured Service</a:t>
            </a:r>
            <a:endParaRPr b="0" i="0" sz="16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r>
              <a:rPr b="0" i="0" lang="en-US" sz="1600" u="none" cap="none" strike="noStrike">
                <a:solidFill>
                  <a:schemeClr val="lt1"/>
                </a:solidFill>
                <a:latin typeface="Merriweather"/>
                <a:ea typeface="Merriweather"/>
                <a:cs typeface="Merriweather"/>
                <a:sym typeface="Merriweather"/>
              </a:rPr>
              <a:t>Cloud Computing resources used to monitor and the company uses it for recording. This resource utilization is analyzed by supporting charge-per-use capabilities. This means that the resource usages which can be either virtual server instances that are running in the cloud are getting monitored measured and reported by the service provider. The model pay as you go is variable based on actual consumption of the manufacturing organization.</a:t>
            </a:r>
            <a:endParaRPr b="0" i="0" sz="1600" u="none" cap="none" strike="noStrike">
              <a:solidFill>
                <a:schemeClr val="lt1"/>
              </a:solidFill>
              <a:latin typeface="Merriweather"/>
              <a:ea typeface="Merriweather"/>
              <a:cs typeface="Merriweather"/>
              <a:sym typeface="Merriweather"/>
            </a:endParaRPr>
          </a:p>
          <a:p>
            <a:pPr indent="0" lvl="0" marL="0" marR="0" rtl="0" algn="l">
              <a:lnSpc>
                <a:spcPct val="100000"/>
              </a:lnSpc>
              <a:spcBef>
                <a:spcPts val="0"/>
              </a:spcBef>
              <a:spcAft>
                <a:spcPts val="0"/>
              </a:spcAft>
              <a:buNone/>
            </a:pPr>
            <a:br>
              <a:rPr b="0" i="0" lang="en-US" sz="1600" u="none" cap="none" strike="noStrike">
                <a:solidFill>
                  <a:schemeClr val="lt1"/>
                </a:solidFill>
                <a:latin typeface="Arial"/>
                <a:ea typeface="Arial"/>
                <a:cs typeface="Arial"/>
                <a:sym typeface="Arial"/>
              </a:rPr>
            </a:br>
            <a:endParaRPr b="0" i="0" sz="1600" u="none" cap="none" strike="noStrike">
              <a:solidFill>
                <a:schemeClr val="lt1"/>
              </a:solidFill>
              <a:latin typeface="Merriweather"/>
              <a:ea typeface="Merriweather"/>
              <a:cs typeface="Merriweather"/>
              <a:sym typeface="Merriweather"/>
            </a:endParaRPr>
          </a:p>
        </p:txBody>
      </p:sp>
      <p:pic>
        <p:nvPicPr>
          <p:cNvPr descr="https://lh6.googleusercontent.com/xImE4d-I9_vjGmexDI_r5UhzVAIvlLchJqRFrsQdmXLFBC2xFgp5c-FiHQPLrJuLg0nm2Kj83PFO3wiHetmko5UU3kNVanbNmqtr8mISGvxMRX911s4R-sJB2hu0GgiC" id="1174" name="Google Shape;1174;p34"/>
          <p:cNvPicPr preferRelativeResize="0"/>
          <p:nvPr/>
        </p:nvPicPr>
        <p:blipFill rotWithShape="1">
          <a:blip r:embed="rId3">
            <a:alphaModFix/>
          </a:blip>
          <a:srcRect b="0" l="0" r="0" t="0"/>
          <a:stretch/>
        </p:blipFill>
        <p:spPr>
          <a:xfrm>
            <a:off x="6323366" y="2846468"/>
            <a:ext cx="5612324" cy="351948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11"/>
          <p:cNvSpPr txBox="1"/>
          <p:nvPr>
            <p:ph type="title"/>
          </p:nvPr>
        </p:nvSpPr>
        <p:spPr>
          <a:xfrm>
            <a:off x="3284235" y="113867"/>
            <a:ext cx="4332301" cy="623887"/>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SzPts val="4400"/>
              <a:buNone/>
            </a:pPr>
            <a:r>
              <a:rPr lang="en-US" sz="4000">
                <a:solidFill>
                  <a:srgbClr val="FFC000"/>
                </a:solidFill>
                <a:latin typeface="Merriweather"/>
                <a:ea typeface="Merriweather"/>
                <a:cs typeface="Merriweather"/>
                <a:sym typeface="Merriweather"/>
              </a:rPr>
              <a:t>Service Models</a:t>
            </a:r>
            <a:endParaRPr sz="4000">
              <a:solidFill>
                <a:srgbClr val="FFC000"/>
              </a:solidFill>
              <a:latin typeface="Merriweather"/>
              <a:ea typeface="Merriweather"/>
              <a:cs typeface="Merriweather"/>
              <a:sym typeface="Merriweather"/>
            </a:endParaRPr>
          </a:p>
        </p:txBody>
      </p:sp>
      <p:sp>
        <p:nvSpPr>
          <p:cNvPr id="1180" name="Google Shape;1180;p11"/>
          <p:cNvSpPr/>
          <p:nvPr/>
        </p:nvSpPr>
        <p:spPr>
          <a:xfrm>
            <a:off x="0" y="1142249"/>
            <a:ext cx="7211400" cy="548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FFC000"/>
                </a:solidFill>
                <a:latin typeface="Merriweather"/>
                <a:ea typeface="Merriweather"/>
                <a:cs typeface="Merriweather"/>
                <a:sym typeface="Merriweather"/>
              </a:rPr>
              <a:t>Infrastructure as a Service (IaaS) </a:t>
            </a:r>
            <a:endParaRPr/>
          </a:p>
          <a:p>
            <a:pPr indent="0" lvl="0" marL="0" marR="0" rtl="0" algn="l">
              <a:lnSpc>
                <a:spcPct val="100000"/>
              </a:lnSpc>
              <a:spcBef>
                <a:spcPts val="800"/>
              </a:spcBef>
              <a:spcAft>
                <a:spcPts val="0"/>
              </a:spcAft>
              <a:buNone/>
            </a:pPr>
            <a:r>
              <a:rPr b="0" i="0" lang="en-US" sz="1100" u="none" cap="none" strike="noStrike">
                <a:solidFill>
                  <a:srgbClr val="FFC000"/>
                </a:solidFill>
                <a:latin typeface="Merriweather"/>
                <a:ea typeface="Merriweather"/>
                <a:cs typeface="Merriweather"/>
                <a:sym typeface="Merriweather"/>
              </a:rPr>
              <a:t> </a:t>
            </a:r>
            <a:r>
              <a:rPr b="0" i="0" lang="en-US" sz="1100" u="none" cap="none" strike="noStrike">
                <a:solidFill>
                  <a:srgbClr val="87943A"/>
                </a:solidFill>
                <a:latin typeface="Merriweather"/>
                <a:ea typeface="Merriweather"/>
                <a:cs typeface="Merriweather"/>
                <a:sym typeface="Merriweather"/>
              </a:rPr>
              <a:t>Infrastructure as a Service (IaaS) contains the basic building blocks for cloud IT and typically provides access to networking features, computers (virtual or on dedicated hardware), and data storage space. IaaS provides you with the highest level of flexibility and management control over your IT resources and is most similar to existing IT resources that many IT departments and developers are familiar with today.</a:t>
            </a:r>
            <a:endParaRPr b="0" i="0" sz="2400" u="none" cap="none" strike="noStrike">
              <a:solidFill>
                <a:srgbClr val="87943A"/>
              </a:solidFill>
              <a:latin typeface="Merriweather"/>
              <a:ea typeface="Merriweather"/>
              <a:cs typeface="Merriweather"/>
              <a:sym typeface="Merriweather"/>
            </a:endParaRPr>
          </a:p>
          <a:p>
            <a:pPr indent="0" lvl="0" marL="0" marR="0" rtl="0" algn="l">
              <a:lnSpc>
                <a:spcPct val="100000"/>
              </a:lnSpc>
              <a:spcBef>
                <a:spcPts val="1200"/>
              </a:spcBef>
              <a:spcAft>
                <a:spcPts val="0"/>
              </a:spcAft>
              <a:buNone/>
            </a:pPr>
            <a:r>
              <a:rPr b="0" i="0" lang="en-US" sz="2400" u="none" cap="none" strike="noStrike">
                <a:solidFill>
                  <a:srgbClr val="FFC000"/>
                </a:solidFill>
                <a:latin typeface="Merriweather"/>
                <a:ea typeface="Merriweather"/>
                <a:cs typeface="Merriweather"/>
                <a:sym typeface="Merriweather"/>
              </a:rPr>
              <a:t>Platform as a Service (PaaS) </a:t>
            </a:r>
            <a:r>
              <a:rPr b="0" i="0" lang="en-US" sz="1100" u="none" cap="none" strike="noStrike">
                <a:solidFill>
                  <a:srgbClr val="FFC000"/>
                </a:solidFill>
                <a:latin typeface="Merriweather"/>
                <a:ea typeface="Merriweather"/>
                <a:cs typeface="Merriweather"/>
                <a:sym typeface="Merriweather"/>
              </a:rPr>
              <a:t> </a:t>
            </a:r>
            <a:endParaRPr/>
          </a:p>
          <a:p>
            <a:pPr indent="0" lvl="0" marL="0" marR="0" rtl="0" algn="l">
              <a:lnSpc>
                <a:spcPct val="100000"/>
              </a:lnSpc>
              <a:spcBef>
                <a:spcPts val="2400"/>
              </a:spcBef>
              <a:spcAft>
                <a:spcPts val="0"/>
              </a:spcAft>
              <a:buNone/>
            </a:pPr>
            <a:r>
              <a:rPr b="0" i="0" lang="en-US" sz="1100" u="none" cap="none" strike="noStrike">
                <a:solidFill>
                  <a:srgbClr val="87943A"/>
                </a:solidFill>
                <a:latin typeface="Merriweather"/>
                <a:ea typeface="Merriweather"/>
                <a:cs typeface="Merriweather"/>
                <a:sym typeface="Merriweather"/>
              </a:rPr>
              <a:t>Platform as a Service (PaaS) removes the need for your organization to manage the underlying infrastructure (usually hardware and operating systems) and allows you to focus on the deployment and management of your applications. This helps you be more efficient as you don’t need to worry about resource procurement, capacity planning, software </a:t>
            </a:r>
            <a:r>
              <a:rPr b="0" i="0" lang="en-US" sz="1050" u="none" cap="none" strike="noStrike">
                <a:solidFill>
                  <a:srgbClr val="87943A"/>
                </a:solidFill>
                <a:latin typeface="Merriweather"/>
                <a:ea typeface="Merriweather"/>
                <a:cs typeface="Merriweather"/>
                <a:sym typeface="Merriweather"/>
              </a:rPr>
              <a:t>maintenance, patching, or any of the other undifferentiated heavy lifting involved in running your application.</a:t>
            </a:r>
            <a:r>
              <a:rPr b="0" i="0" lang="en-US" sz="2400" u="none" cap="none" strike="noStrike">
                <a:solidFill>
                  <a:srgbClr val="87943A"/>
                </a:solidFill>
                <a:latin typeface="Merriweather"/>
                <a:ea typeface="Merriweather"/>
                <a:cs typeface="Merriweather"/>
                <a:sym typeface="Merriweather"/>
              </a:rPr>
              <a:t> </a:t>
            </a:r>
            <a:endParaRPr b="0" i="0" sz="1050" u="none" cap="none" strike="noStrike">
              <a:solidFill>
                <a:srgbClr val="87943A"/>
              </a:solidFill>
              <a:latin typeface="Merriweather"/>
              <a:ea typeface="Merriweather"/>
              <a:cs typeface="Merriweather"/>
              <a:sym typeface="Merriweather"/>
            </a:endParaRPr>
          </a:p>
          <a:p>
            <a:pPr indent="0" lvl="0" marL="0" marR="0" rtl="0" algn="l">
              <a:lnSpc>
                <a:spcPct val="100000"/>
              </a:lnSpc>
              <a:spcBef>
                <a:spcPts val="2400"/>
              </a:spcBef>
              <a:spcAft>
                <a:spcPts val="0"/>
              </a:spcAft>
              <a:buNone/>
            </a:pPr>
            <a:r>
              <a:rPr b="0" i="0" lang="en-US" sz="2400" u="none" cap="none" strike="noStrike">
                <a:solidFill>
                  <a:srgbClr val="FFC000"/>
                </a:solidFill>
                <a:latin typeface="Merriweather"/>
                <a:ea typeface="Merriweather"/>
                <a:cs typeface="Merriweather"/>
                <a:sym typeface="Merriweather"/>
              </a:rPr>
              <a:t>Software as a Service (SaaS) </a:t>
            </a:r>
            <a:endParaRPr/>
          </a:p>
          <a:p>
            <a:pPr indent="0" lvl="0" marL="0" marR="0" rtl="0" algn="l">
              <a:lnSpc>
                <a:spcPct val="100000"/>
              </a:lnSpc>
              <a:spcBef>
                <a:spcPts val="2400"/>
              </a:spcBef>
              <a:spcAft>
                <a:spcPts val="0"/>
              </a:spcAft>
              <a:buNone/>
            </a:pPr>
            <a:r>
              <a:rPr b="0" i="0" lang="en-US" sz="1100" u="none" cap="none" strike="noStrike">
                <a:solidFill>
                  <a:srgbClr val="87943A"/>
                </a:solidFill>
                <a:latin typeface="Merriweather"/>
                <a:ea typeface="Merriweather"/>
                <a:cs typeface="Merriweather"/>
                <a:sym typeface="Merriweather"/>
              </a:rPr>
              <a:t>Software as a Service (SaaS) provides you with a completed product that is run and managed by the service provider. In most cases, people referring to Software as a Service are referring to end-user applications. With a SaaS offering you do not have to think about how the service is maintained or how the underlying infrastructure is managed; you only need to think about how you will use that particular piece of software. A common example of a SaaS application is web-based email which you can use to send and receive email without having to manage feature additions to the email product or maintain the servers and operating systems that the email program is running on.</a:t>
            </a:r>
            <a:endParaRPr b="0" i="0" sz="1100" u="none" cap="none" strike="noStrike">
              <a:solidFill>
                <a:srgbClr val="87943A"/>
              </a:solidFill>
              <a:latin typeface="Merriweather"/>
              <a:ea typeface="Merriweather"/>
              <a:cs typeface="Merriweather"/>
              <a:sym typeface="Merriweather"/>
            </a:endParaRPr>
          </a:p>
        </p:txBody>
      </p:sp>
      <p:pic>
        <p:nvPicPr>
          <p:cNvPr descr="https://lh3.googleusercontent.com/-D06puTLH7bAwSTy0iVzCfP0CkE0mJtGK2CHtOkTFeoLZCKEZ17eYcFVpa6zQT4tuc4IhP6njSxtDhFILE1SuXmOIgachDptoCTEourvIAudgmzgA1Ogc0ETs53Vt2pf" id="1181" name="Google Shape;1181;p11"/>
          <p:cNvPicPr preferRelativeResize="0"/>
          <p:nvPr/>
        </p:nvPicPr>
        <p:blipFill rotWithShape="1">
          <a:blip r:embed="rId3">
            <a:alphaModFix/>
          </a:blip>
          <a:srcRect b="0" l="0" r="0" t="0"/>
          <a:stretch/>
        </p:blipFill>
        <p:spPr>
          <a:xfrm>
            <a:off x="7495685" y="1871213"/>
            <a:ext cx="4567431" cy="3553693"/>
          </a:xfrm>
          <a:prstGeom prst="rect">
            <a:avLst/>
          </a:prstGeom>
          <a:noFill/>
          <a:ln>
            <a:noFill/>
          </a:ln>
        </p:spPr>
      </p:pic>
    </p:spTree>
  </p:cSld>
  <p:clrMapOvr>
    <a:masterClrMapping/>
  </p:clrMapOvr>
  <mc:AlternateContent>
    <mc:Choice Requires="p14">
      <p:transition spd="slow" p14:dur="26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35"/>
          <p:cNvSpPr txBox="1"/>
          <p:nvPr>
            <p:ph type="title"/>
          </p:nvPr>
        </p:nvSpPr>
        <p:spPr>
          <a:xfrm>
            <a:off x="2943402" y="175923"/>
            <a:ext cx="5792578" cy="623887"/>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SzPts val="4400"/>
              <a:buNone/>
            </a:pPr>
            <a:r>
              <a:rPr lang="en-US" sz="4000">
                <a:solidFill>
                  <a:srgbClr val="FFC000"/>
                </a:solidFill>
                <a:latin typeface="Merriweather"/>
                <a:ea typeface="Merriweather"/>
                <a:cs typeface="Merriweather"/>
                <a:sym typeface="Merriweather"/>
              </a:rPr>
              <a:t>Deployment Models</a:t>
            </a:r>
            <a:endParaRPr sz="4000">
              <a:solidFill>
                <a:srgbClr val="FFC000"/>
              </a:solidFill>
              <a:latin typeface="Merriweather"/>
              <a:ea typeface="Merriweather"/>
              <a:cs typeface="Merriweather"/>
              <a:sym typeface="Merriweather"/>
            </a:endParaRPr>
          </a:p>
        </p:txBody>
      </p:sp>
      <p:sp>
        <p:nvSpPr>
          <p:cNvPr id="1187" name="Google Shape;1187;p35"/>
          <p:cNvSpPr/>
          <p:nvPr/>
        </p:nvSpPr>
        <p:spPr>
          <a:xfrm>
            <a:off x="157596" y="1235938"/>
            <a:ext cx="6243203" cy="51013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FFC000"/>
                </a:solidFill>
                <a:latin typeface="Merriweather"/>
                <a:ea typeface="Merriweather"/>
                <a:cs typeface="Merriweather"/>
                <a:sym typeface="Merriweather"/>
              </a:rPr>
              <a:t>Cloud</a:t>
            </a:r>
            <a:endParaRPr b="0" i="0" sz="800" u="none" cap="none" strike="noStrike">
              <a:solidFill>
                <a:srgbClr val="FFC000"/>
              </a:solidFill>
              <a:latin typeface="Merriweather"/>
              <a:ea typeface="Merriweather"/>
              <a:cs typeface="Merriweather"/>
              <a:sym typeface="Merriweather"/>
            </a:endParaRPr>
          </a:p>
          <a:p>
            <a:pPr indent="0" lvl="0" marL="0" marR="0" rtl="0" algn="l">
              <a:lnSpc>
                <a:spcPct val="100000"/>
              </a:lnSpc>
              <a:spcBef>
                <a:spcPts val="1200"/>
              </a:spcBef>
              <a:spcAft>
                <a:spcPts val="0"/>
              </a:spcAft>
              <a:buNone/>
            </a:pPr>
            <a:r>
              <a:rPr b="0" i="0" lang="en-US" sz="1050" u="none" cap="none" strike="noStrike">
                <a:solidFill>
                  <a:srgbClr val="87943A"/>
                </a:solidFill>
                <a:latin typeface="Merriweather"/>
                <a:ea typeface="Merriweather"/>
                <a:cs typeface="Merriweather"/>
                <a:sym typeface="Merriweather"/>
              </a:rPr>
              <a:t>A cloud-based application is fully deployed in the cloud and all parts of the application run in the cloud. Applications in the cloud have either been created in the cloud or have been migrated from an existing infrastructure to take advantage of the benefits of cloud computing. Cloud-based applications can be built on low-level infrastructure pieces or can use higher level services that provide abstraction from the management, architecting, and scaling requirements of core infrastructure.</a:t>
            </a:r>
            <a:endParaRPr/>
          </a:p>
          <a:p>
            <a:pPr indent="0" lvl="0" marL="0" marR="0" rtl="0" algn="l">
              <a:lnSpc>
                <a:spcPct val="100000"/>
              </a:lnSpc>
              <a:spcBef>
                <a:spcPts val="2400"/>
              </a:spcBef>
              <a:spcAft>
                <a:spcPts val="0"/>
              </a:spcAft>
              <a:buNone/>
            </a:pPr>
            <a:r>
              <a:rPr b="0" i="0" lang="en-US" sz="1800" u="none" cap="none" strike="noStrike">
                <a:solidFill>
                  <a:srgbClr val="FFC000"/>
                </a:solidFill>
                <a:latin typeface="Merriweather"/>
                <a:ea typeface="Merriweather"/>
                <a:cs typeface="Merriweather"/>
                <a:sym typeface="Merriweather"/>
              </a:rPr>
              <a:t>Hybrid</a:t>
            </a:r>
            <a:endParaRPr b="0" i="0" sz="800" u="none" cap="none" strike="noStrike">
              <a:solidFill>
                <a:srgbClr val="FFC000"/>
              </a:solidFill>
              <a:latin typeface="Merriweather"/>
              <a:ea typeface="Merriweather"/>
              <a:cs typeface="Merriweather"/>
              <a:sym typeface="Merriweather"/>
            </a:endParaRPr>
          </a:p>
          <a:p>
            <a:pPr indent="0" lvl="0" marL="0" marR="0" rtl="0" algn="l">
              <a:lnSpc>
                <a:spcPct val="100000"/>
              </a:lnSpc>
              <a:spcBef>
                <a:spcPts val="2400"/>
              </a:spcBef>
              <a:spcAft>
                <a:spcPts val="0"/>
              </a:spcAft>
              <a:buNone/>
            </a:pPr>
            <a:r>
              <a:rPr b="0" i="0" lang="en-US" sz="1100" u="none" cap="none" strike="noStrike">
                <a:solidFill>
                  <a:srgbClr val="87943A"/>
                </a:solidFill>
                <a:latin typeface="Merriweather"/>
                <a:ea typeface="Merriweather"/>
                <a:cs typeface="Merriweather"/>
                <a:sym typeface="Merriweather"/>
              </a:rPr>
              <a:t>A hybrid deployment is a way to connect infrastructure and applications between cloud-based resources and existing resources that are not located in the cloud. The most common method of hybrid deployment is between the cloud and existing on-premises infrastructure to extend, and grow, an organization's infrastructure into the cloud while connecting cloud resources to the internal system. For more information on how AWS can help you with your hybrid deployment, visit our Hybrid Cloud with AWS page.</a:t>
            </a:r>
            <a:endParaRPr/>
          </a:p>
          <a:p>
            <a:pPr indent="0" lvl="0" marL="0" marR="0" rtl="0" algn="l">
              <a:lnSpc>
                <a:spcPct val="100000"/>
              </a:lnSpc>
              <a:spcBef>
                <a:spcPts val="2400"/>
              </a:spcBef>
              <a:spcAft>
                <a:spcPts val="0"/>
              </a:spcAft>
              <a:buNone/>
            </a:pPr>
            <a:r>
              <a:rPr b="0" i="0" lang="en-US" sz="1800" u="none" cap="none" strike="noStrike">
                <a:solidFill>
                  <a:srgbClr val="FFC000"/>
                </a:solidFill>
                <a:latin typeface="Merriweather"/>
                <a:ea typeface="Merriweather"/>
                <a:cs typeface="Merriweather"/>
                <a:sym typeface="Merriweather"/>
              </a:rPr>
              <a:t>On-premises</a:t>
            </a:r>
            <a:r>
              <a:rPr b="0" i="0" lang="en-US" sz="1000" u="none" cap="none" strike="noStrike">
                <a:solidFill>
                  <a:srgbClr val="FFC000"/>
                </a:solidFill>
                <a:latin typeface="Merriweather"/>
                <a:ea typeface="Merriweather"/>
                <a:cs typeface="Merriweather"/>
                <a:sym typeface="Merriweather"/>
              </a:rPr>
              <a:t> </a:t>
            </a:r>
            <a:endParaRPr b="0" i="0" sz="800" u="none" cap="none" strike="noStrike">
              <a:solidFill>
                <a:srgbClr val="FFC000"/>
              </a:solidFill>
              <a:latin typeface="Merriweather"/>
              <a:ea typeface="Merriweather"/>
              <a:cs typeface="Merriweather"/>
              <a:sym typeface="Merriweather"/>
            </a:endParaRPr>
          </a:p>
          <a:p>
            <a:pPr indent="0" lvl="0" marL="0" marR="0" rtl="0" algn="l">
              <a:lnSpc>
                <a:spcPct val="100000"/>
              </a:lnSpc>
              <a:spcBef>
                <a:spcPts val="2400"/>
              </a:spcBef>
              <a:spcAft>
                <a:spcPts val="0"/>
              </a:spcAft>
              <a:buNone/>
            </a:pPr>
            <a:r>
              <a:rPr b="0" i="0" lang="en-US" sz="1100" u="none" cap="none" strike="noStrike">
                <a:solidFill>
                  <a:srgbClr val="87943A"/>
                </a:solidFill>
                <a:latin typeface="Merriweather"/>
                <a:ea typeface="Merriweather"/>
                <a:cs typeface="Merriweather"/>
                <a:sym typeface="Merriweather"/>
              </a:rPr>
              <a:t>The deployment of resources on-premises, using virtualization and resource management tools, is sometimes called the “private cloud.” On-premises deployment doesn’t provide many of the benefits of cloud computing but is sometimes sought for its ability to provide dedicated resources. In most cases this deployment model is the same as legacy IT infrastructure while using application management and virtualization technologies to try and increase resource utilization. For more information on how AWS can help, see Use case: Cloud services on-premises.</a:t>
            </a:r>
            <a:endParaRPr/>
          </a:p>
        </p:txBody>
      </p:sp>
      <p:pic>
        <p:nvPicPr>
          <p:cNvPr descr="https://lh4.googleusercontent.com/50kUmZeEVaDsnCdDmDqTf0wbMCf3uUA5GHB3wqR0c1o5ctj_Up_XqyMaRaSmQG6YQ-NGNqp1wrchR4nfsTYF8m9zDYdZIQoHRGlOhs6CK5LhkSShKVRx6ytNVu_1avFr" id="1188" name="Google Shape;1188;p35"/>
          <p:cNvPicPr preferRelativeResize="0"/>
          <p:nvPr/>
        </p:nvPicPr>
        <p:blipFill rotWithShape="1">
          <a:blip r:embed="rId3">
            <a:alphaModFix/>
          </a:blip>
          <a:srcRect b="0" l="0" r="0" t="0"/>
          <a:stretch/>
        </p:blipFill>
        <p:spPr>
          <a:xfrm>
            <a:off x="6813262" y="1744830"/>
            <a:ext cx="5105400" cy="408361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36"/>
          <p:cNvSpPr txBox="1"/>
          <p:nvPr>
            <p:ph type="title"/>
          </p:nvPr>
        </p:nvSpPr>
        <p:spPr>
          <a:xfrm>
            <a:off x="103908" y="136503"/>
            <a:ext cx="11918373" cy="623887"/>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SzPts val="4400"/>
              <a:buNone/>
            </a:pPr>
            <a:r>
              <a:rPr lang="en-US" sz="4000">
                <a:solidFill>
                  <a:srgbClr val="FFC000"/>
                </a:solidFill>
                <a:latin typeface="Merriweather"/>
                <a:ea typeface="Merriweather"/>
                <a:cs typeface="Merriweather"/>
                <a:sym typeface="Merriweather"/>
              </a:rPr>
              <a:t>AWS Common Services Fast Overview</a:t>
            </a:r>
            <a:endParaRPr sz="4000">
              <a:solidFill>
                <a:srgbClr val="FFC000"/>
              </a:solidFill>
              <a:latin typeface="Merriweather"/>
              <a:ea typeface="Merriweather"/>
              <a:cs typeface="Merriweather"/>
              <a:sym typeface="Merriweather"/>
            </a:endParaRPr>
          </a:p>
        </p:txBody>
      </p:sp>
      <p:sp>
        <p:nvSpPr>
          <p:cNvPr id="1194" name="Google Shape;1194;p36"/>
          <p:cNvSpPr/>
          <p:nvPr/>
        </p:nvSpPr>
        <p:spPr>
          <a:xfrm>
            <a:off x="266857" y="760402"/>
            <a:ext cx="11655000" cy="353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87943A"/>
                </a:solidFill>
                <a:latin typeface="Merriweather"/>
                <a:ea typeface="Merriweather"/>
                <a:cs typeface="Merriweather"/>
                <a:sym typeface="Merriweather"/>
              </a:rPr>
              <a:t>The AWS Cloud infrastructure is built around AWS Regions and Availability Zones. An AWS Region is a physical location in the world where we have multiple Availability Zones. Availability Zones consist of one or more discrete data centers, each with redundant power, networking, and connectivity, housed in separate facilities. These Availability Zones offer you the ability to operate production applications and databases that are more highly available, fault tolerant, and scalable than would be possible from a single data center. The AWS Cloud operates in 80 Availability Zones within 25 geographic Regions around the world, with announced plans for more Availability Zones and Regions. For more information on the AWS Cloud Availability Zones and AWS Regions, see AWS Global Infrastructure.</a:t>
            </a:r>
            <a:endParaRPr/>
          </a:p>
          <a:p>
            <a:pPr indent="0" lvl="0" marL="0" marR="0" rtl="0" algn="l">
              <a:lnSpc>
                <a:spcPct val="100000"/>
              </a:lnSpc>
              <a:spcBef>
                <a:spcPts val="0"/>
              </a:spcBef>
              <a:spcAft>
                <a:spcPts val="0"/>
              </a:spcAft>
              <a:buNone/>
            </a:pPr>
            <a:r>
              <a:rPr b="0" i="0" lang="en-US" sz="1400" u="none" cap="none" strike="noStrike">
                <a:solidFill>
                  <a:srgbClr val="87943A"/>
                </a:solidFill>
                <a:latin typeface="Merriweather"/>
                <a:ea typeface="Merriweather"/>
                <a:cs typeface="Merriweather"/>
                <a:sym typeface="Merriweather"/>
              </a:rPr>
              <a:t>Each Amazon Region is designed to be completely isolated from the other Amazon Regions. This achieves the greatest possible fault tolerance and stability. Each Availability Zone is isolated, but the Availability Zones in a Region are connected through low-latency links. AWS provides you with the flexibility to place instances and store data within multiple geographic regions as well as across multiple Availability Zones within each AWS Region. Each Availability Zone is designed as an independent failure zone. This means that Availability Zones are physically separated within a typical metropolitan region and are located in lower risk flood plains (specific flood zone categorization varies by AWS Region). In addition to discrete uninterruptible power supply (UPS) and onsite backup generation facilities, data centers located in different Availability Zones are designed to be supplied by independent substations to reduce the risk of an event on the power grid impacting more than one Availability Zone. Availability Zones are all redundantly connected to multiple tier-1 transit providers.</a:t>
            </a:r>
            <a:endParaRPr/>
          </a:p>
          <a:p>
            <a:pPr indent="0" lvl="0" marL="0" marR="0" rtl="0" algn="l">
              <a:lnSpc>
                <a:spcPct val="100000"/>
              </a:lnSpc>
              <a:spcBef>
                <a:spcPts val="0"/>
              </a:spcBef>
              <a:spcAft>
                <a:spcPts val="0"/>
              </a:spcAft>
              <a:buNone/>
            </a:pP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pic>
        <p:nvPicPr>
          <p:cNvPr descr="https://lh3.googleusercontent.com/JWtKvT0sUoyg5eRd4SvFnLSg66mueChnxsX-8v-_3xqAyXhVnpVGkCyYj0at_HqitG_L-9bOajR8zmevRPb0Cj4cdy4ez95N5ZmNKLFf_vtFMh_kabiaVUpTmsjkzTOE" id="1195" name="Google Shape;1195;p36"/>
          <p:cNvPicPr preferRelativeResize="0"/>
          <p:nvPr/>
        </p:nvPicPr>
        <p:blipFill rotWithShape="1">
          <a:blip r:embed="rId3">
            <a:alphaModFix/>
          </a:blip>
          <a:srcRect b="0" l="0" r="0" t="0"/>
          <a:stretch/>
        </p:blipFill>
        <p:spPr>
          <a:xfrm>
            <a:off x="4214250" y="4299801"/>
            <a:ext cx="4337975" cy="24430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37"/>
          <p:cNvSpPr txBox="1"/>
          <p:nvPr>
            <p:ph type="title"/>
          </p:nvPr>
        </p:nvSpPr>
        <p:spPr>
          <a:xfrm>
            <a:off x="103908" y="136503"/>
            <a:ext cx="11918373" cy="623887"/>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SzPts val="4400"/>
              <a:buNone/>
            </a:pPr>
            <a:r>
              <a:rPr lang="en-US" sz="4000">
                <a:solidFill>
                  <a:srgbClr val="FFC000"/>
                </a:solidFill>
                <a:latin typeface="Merriweather"/>
                <a:ea typeface="Merriweather"/>
                <a:cs typeface="Merriweather"/>
                <a:sym typeface="Merriweather"/>
              </a:rPr>
              <a:t>AWS Common Services Fast Overview</a:t>
            </a:r>
            <a:endParaRPr sz="4000">
              <a:solidFill>
                <a:srgbClr val="FFC000"/>
              </a:solidFill>
              <a:latin typeface="Merriweather"/>
              <a:ea typeface="Merriweather"/>
              <a:cs typeface="Merriweather"/>
              <a:sym typeface="Merriweather"/>
            </a:endParaRPr>
          </a:p>
        </p:txBody>
      </p:sp>
      <p:sp>
        <p:nvSpPr>
          <p:cNvPr id="1201" name="Google Shape;1201;p37"/>
          <p:cNvSpPr/>
          <p:nvPr/>
        </p:nvSpPr>
        <p:spPr>
          <a:xfrm>
            <a:off x="266857" y="760402"/>
            <a:ext cx="11655000" cy="350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87943A"/>
                </a:solidFill>
                <a:latin typeface="Merriweather"/>
                <a:ea typeface="Merriweather"/>
                <a:cs typeface="Merriweather"/>
                <a:sym typeface="Merriweather"/>
              </a:rPr>
              <a:t>Amazon Route 53 is a highly available and scalable cloud Domain Name System (DNS) web service. It is designed to give developers and businesses an extremely reliable and cost-effective way to route end. Users to Internet applications by translating human readable names, such as www.example.com, into the numeric IP addresses, such as 192.0.2.1, that computers use to connect to each other. Amazon Route 53 is fully compliant with IPv6 as well. Amazon Route 53 effectively connects user requests to infrastructure running in AWS—such as EC2 instances, Elastic Load Balancing load balancers, or Amazon S3 buckets—and can also be used to route users to infrastructure outside of AWS. You can use Amazon Route 53 to configure DNS health checks to route traffic to healthy endpoints or to independently monitor the health of your application and its endpoints. Amazon Route 53 traffic flow makes it easy for you to manage traffic globally through a variety of routing types, including latency-based routing, Geo DNS, and weighted round robin—all of which can be combined with DNS Failover in order to enable a variety of low-latency, fault-tolerant architectures. Using Amazon Route 53 traffic flow’s simple visual editor, you can easily manage how your end users are routed to your application’s endpoints—whether in a single AWS Region or distributed around the globe. Amazon Route 53 also offers Domain Name Registration—you can purchase and manage domain names such as example.com and Amazon Route 53 will automatically configure DNS settings for your domains.</a:t>
            </a: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pic>
        <p:nvPicPr>
          <p:cNvPr descr="https://lh5.googleusercontent.com/abH3hYO0FLMvP6bUFuP9mdx01y5lIy4SRTJBPNA7kfqHH9iX3Fy-icsPz2_j9v6oXqIOMeq6cUf2V8gi6D-ZYauD5Ce7xe36QAHMbMRUoBTLiBvYKLye61jArkbHX2xt" id="1202" name="Google Shape;1202;p37"/>
          <p:cNvPicPr preferRelativeResize="0"/>
          <p:nvPr/>
        </p:nvPicPr>
        <p:blipFill rotWithShape="1">
          <a:blip r:embed="rId3">
            <a:alphaModFix/>
          </a:blip>
          <a:srcRect b="0" l="0" r="0" t="0"/>
          <a:stretch/>
        </p:blipFill>
        <p:spPr>
          <a:xfrm>
            <a:off x="3848900" y="4269200"/>
            <a:ext cx="5474325" cy="2348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id="1207" name="Google Shape;1207;p38"/>
          <p:cNvSpPr txBox="1"/>
          <p:nvPr>
            <p:ph type="title"/>
          </p:nvPr>
        </p:nvSpPr>
        <p:spPr>
          <a:xfrm>
            <a:off x="103908" y="136503"/>
            <a:ext cx="11918373" cy="623887"/>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SzPts val="4400"/>
              <a:buNone/>
            </a:pPr>
            <a:r>
              <a:rPr lang="en-US" sz="4000">
                <a:solidFill>
                  <a:srgbClr val="FFC000"/>
                </a:solidFill>
                <a:latin typeface="Merriweather"/>
                <a:ea typeface="Merriweather"/>
                <a:cs typeface="Merriweather"/>
                <a:sym typeface="Merriweather"/>
              </a:rPr>
              <a:t>AWS Common Services Fast Overview</a:t>
            </a:r>
            <a:endParaRPr sz="4000">
              <a:solidFill>
                <a:srgbClr val="FFC000"/>
              </a:solidFill>
              <a:latin typeface="Merriweather"/>
              <a:ea typeface="Merriweather"/>
              <a:cs typeface="Merriweather"/>
              <a:sym typeface="Merriweather"/>
            </a:endParaRPr>
          </a:p>
        </p:txBody>
      </p:sp>
      <p:sp>
        <p:nvSpPr>
          <p:cNvPr id="1208" name="Google Shape;1208;p38"/>
          <p:cNvSpPr/>
          <p:nvPr/>
        </p:nvSpPr>
        <p:spPr>
          <a:xfrm>
            <a:off x="200890" y="1549978"/>
            <a:ext cx="4506192" cy="42473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87943A"/>
                </a:solidFill>
                <a:latin typeface="Merriweather"/>
                <a:ea typeface="Merriweather"/>
                <a:cs typeface="Merriweather"/>
                <a:sym typeface="Merriweather"/>
              </a:rPr>
              <a:t>Amazon EC2 Auto Scaling helps you maintain application availability and allows you to automatically add or remove EC2 instances according to conditions you define. You can use the fleet management features of Amazon EC2 Auto Scaling to maintain the health and availability of your fleet. You can also use the dynamic and predictive scaling features of Amazon EC2 Auto Scaling to add or remove EC2 instances. Dynamic scaling responds to changing demand and predictive scaling automatically schedules the right number of EC2 instances based on predicted demand. Dynamic scaling and predictive scaling can be used together to scale faster.</a:t>
            </a:r>
            <a:endParaRPr b="0" i="0" sz="1600" u="none" cap="none" strike="noStrike">
              <a:solidFill>
                <a:srgbClr val="000000"/>
              </a:solidFill>
              <a:latin typeface="Arial"/>
              <a:ea typeface="Arial"/>
              <a:cs typeface="Arial"/>
              <a:sym typeface="Arial"/>
            </a:endParaRPr>
          </a:p>
        </p:txBody>
      </p:sp>
      <p:pic>
        <p:nvPicPr>
          <p:cNvPr descr="https://lh5.googleusercontent.com/8lEExlAFuqSeX0bgrIdU_JRql-5mO77krbvOqqTD2jOn4Q20i_EwQ5uMLI6K-7mBNPgEcvxYj8NB1IkgvA5iM5FJyATf90YihOBNYGhgzn64e7mz9sRRVl-A8xVcBHX0" id="1209" name="Google Shape;1209;p38"/>
          <p:cNvPicPr preferRelativeResize="0"/>
          <p:nvPr/>
        </p:nvPicPr>
        <p:blipFill rotWithShape="1">
          <a:blip r:embed="rId3">
            <a:alphaModFix/>
          </a:blip>
          <a:srcRect b="0" l="0" r="0" t="0"/>
          <a:stretch/>
        </p:blipFill>
        <p:spPr>
          <a:xfrm>
            <a:off x="5018521" y="1886238"/>
            <a:ext cx="6692034" cy="391105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halkboard 16x9">
  <a:themeElements>
    <a:clrScheme name="Chalkboard_16x9">
      <a:dk1>
        <a:srgbClr val="000000"/>
      </a:dk1>
      <a:lt1>
        <a:srgbClr val="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halkboard_16x9">
      <a:dk1>
        <a:srgbClr val="000000"/>
      </a:dk1>
      <a:lt1>
        <a:srgbClr val="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2021-08-28T09:33:05Z</dcterms:created>
  <dc:creator>Bagrat Harutyunyan</dc:creator>
</cp:coreProperties>
</file>