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12188825"/>
  <p:notesSz cx="6858000" cy="9144000"/>
  <p:embeddedFontLst>
    <p:embeddedFont>
      <p:font typeface="Corbel"/>
      <p:regular r:id="rId25"/>
      <p:bold r:id="rId26"/>
      <p:italic r:id="rId27"/>
      <p:boldItalic r:id="rId28"/>
    </p:embeddedFont>
    <p:embeddedFont>
      <p:font typeface="Merriweather"/>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839">
          <p15:clr>
            <a:srgbClr val="A4A3A4"/>
          </p15:clr>
        </p15:guide>
        <p15:guide id="2" orient="horz" pos="2160">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 uri="http://customooxmlschemas.google.com/">
      <go:slidesCustomData xmlns:go="http://customooxmlschemas.google.com/" r:id="rId33" roundtripDataSignature="AMtx7miygYZikHQZq8Z2JcPIF3v+uYMr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39"/>
        <p:guide pos="2160" orient="horz"/>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Corbel-bold.fntdata"/><Relationship Id="rId25" Type="http://schemas.openxmlformats.org/officeDocument/2006/relationships/font" Target="fonts/Corbel-regular.fntdata"/><Relationship Id="rId28" Type="http://schemas.openxmlformats.org/officeDocument/2006/relationships/font" Target="fonts/Corbel-boldItalic.fntdata"/><Relationship Id="rId27" Type="http://schemas.openxmlformats.org/officeDocument/2006/relationships/font" Target="fonts/Corbel-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erriweather-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erriweather-italic.fntdata"/><Relationship Id="rId30" Type="http://schemas.openxmlformats.org/officeDocument/2006/relationships/font" Target="fonts/Merriweather-bold.fntdata"/><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Merriweather-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5" name="Google Shape;5;n"/>
          <p:cNvSpPr/>
          <p:nvPr>
            <p:ph idx="3"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orbel"/>
                <a:ea typeface="Corbel"/>
                <a:cs typeface="Corbel"/>
                <a:sym typeface="Corbe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orbel"/>
                <a:ea typeface="Corbel"/>
                <a:cs typeface="Corbel"/>
                <a:sym typeface="Corbe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orbel"/>
                <a:ea typeface="Corbel"/>
                <a:cs typeface="Corbel"/>
                <a:sym typeface="Corbe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orbel"/>
                <a:ea typeface="Corbel"/>
                <a:cs typeface="Corbel"/>
                <a:sym typeface="Corbe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orbel"/>
                <a:ea typeface="Corbel"/>
                <a:cs typeface="Corbel"/>
                <a:sym typeface="Corbe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orbel"/>
                <a:ea typeface="Corbel"/>
                <a:cs typeface="Corbel"/>
                <a:sym typeface="Corbe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orbel"/>
                <a:ea typeface="Corbel"/>
                <a:cs typeface="Corbel"/>
                <a:sym typeface="Corbe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orbel"/>
                <a:ea typeface="Corbel"/>
                <a:cs typeface="Corbel"/>
                <a:sym typeface="Corbe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orbel"/>
                <a:ea typeface="Corbel"/>
                <a:cs typeface="Corbel"/>
                <a:sym typeface="Corbel"/>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orbel"/>
                <a:ea typeface="Corbel"/>
                <a:cs typeface="Corbel"/>
                <a:sym typeface="Corbel"/>
              </a:rPr>
              <a:t>‹#›</a:t>
            </a:fld>
            <a:endParaRPr b="0" i="0" sz="1200" u="none" cap="none" strike="noStrike">
              <a:solidFill>
                <a:schemeClr val="dk1"/>
              </a:solidFill>
              <a:latin typeface="Corbel"/>
              <a:ea typeface="Corbel"/>
              <a:cs typeface="Corbel"/>
              <a:sym typeface="Corbe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6" name="Google Shape;1136;p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1" name="Google Shape;1141;p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5" name="Shape 1145"/>
        <p:cNvGrpSpPr/>
        <p:nvPr/>
      </p:nvGrpSpPr>
      <p:grpSpPr>
        <a:xfrm>
          <a:off x="0" y="0"/>
          <a:ext cx="0" cy="0"/>
          <a:chOff x="0" y="0"/>
          <a:chExt cx="0" cy="0"/>
        </a:xfrm>
      </p:grpSpPr>
      <p:sp>
        <p:nvSpPr>
          <p:cNvPr id="1146" name="Google Shape;1146;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7" name="Google Shape;1147;p25: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3" name="Google Shape;1153;p1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9" name="Google Shape;1159;p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1" name="Google Shape;1171;p26: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1" name="Shape 1181"/>
        <p:cNvGrpSpPr/>
        <p:nvPr/>
      </p:nvGrpSpPr>
      <p:grpSpPr>
        <a:xfrm>
          <a:off x="0" y="0"/>
          <a:ext cx="0" cy="0"/>
          <a:chOff x="0" y="0"/>
          <a:chExt cx="0" cy="0"/>
        </a:xfrm>
      </p:grpSpPr>
      <p:sp>
        <p:nvSpPr>
          <p:cNvPr id="1182" name="Google Shape;1182;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3" name="Google Shape;1183;p2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3" name="Shape 1193"/>
        <p:cNvGrpSpPr/>
        <p:nvPr/>
      </p:nvGrpSpPr>
      <p:grpSpPr>
        <a:xfrm>
          <a:off x="0" y="0"/>
          <a:ext cx="0" cy="0"/>
          <a:chOff x="0" y="0"/>
          <a:chExt cx="0" cy="0"/>
        </a:xfrm>
      </p:grpSpPr>
      <p:sp>
        <p:nvSpPr>
          <p:cNvPr id="1194" name="Google Shape;1194;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5" name="Google Shape;1195;p2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5" name="Shape 1205"/>
        <p:cNvGrpSpPr/>
        <p:nvPr/>
      </p:nvGrpSpPr>
      <p:grpSpPr>
        <a:xfrm>
          <a:off x="0" y="0"/>
          <a:ext cx="0" cy="0"/>
          <a:chOff x="0" y="0"/>
          <a:chExt cx="0" cy="0"/>
        </a:xfrm>
      </p:grpSpPr>
      <p:sp>
        <p:nvSpPr>
          <p:cNvPr id="1206" name="Google Shape;1206;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7" name="Google Shape;1207;p29: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9" name="Google Shape;1219;p30: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5" name="Google Shape;1225;p3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6" name="Shape 1236"/>
        <p:cNvGrpSpPr/>
        <p:nvPr/>
      </p:nvGrpSpPr>
      <p:grpSpPr>
        <a:xfrm>
          <a:off x="0" y="0"/>
          <a:ext cx="0" cy="0"/>
          <a:chOff x="0" y="0"/>
          <a:chExt cx="0" cy="0"/>
        </a:xfrm>
      </p:grpSpPr>
      <p:sp>
        <p:nvSpPr>
          <p:cNvPr id="1237" name="Google Shape;1237;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8" name="Google Shape;1238;p32: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9" name="Shape 1249"/>
        <p:cNvGrpSpPr/>
        <p:nvPr/>
      </p:nvGrpSpPr>
      <p:grpSpPr>
        <a:xfrm>
          <a:off x="0" y="0"/>
          <a:ext cx="0" cy="0"/>
          <a:chOff x="0" y="0"/>
          <a:chExt cx="0" cy="0"/>
        </a:xfrm>
      </p:grpSpPr>
      <p:sp>
        <p:nvSpPr>
          <p:cNvPr id="1250" name="Google Shape;1250;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1" name="Google Shape;1251;p33: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0" name="Shape 1260"/>
        <p:cNvGrpSpPr/>
        <p:nvPr/>
      </p:nvGrpSpPr>
      <p:grpSpPr>
        <a:xfrm>
          <a:off x="0" y="0"/>
          <a:ext cx="0" cy="0"/>
          <a:chOff x="0" y="0"/>
          <a:chExt cx="0" cy="0"/>
        </a:xfrm>
      </p:grpSpPr>
      <p:sp>
        <p:nvSpPr>
          <p:cNvPr id="1261" name="Google Shape;1261;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2" name="Google Shape;1262;p34: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3" name="Shape 1273"/>
        <p:cNvGrpSpPr/>
        <p:nvPr/>
      </p:nvGrpSpPr>
      <p:grpSpPr>
        <a:xfrm>
          <a:off x="0" y="0"/>
          <a:ext cx="0" cy="0"/>
          <a:chOff x="0" y="0"/>
          <a:chExt cx="0" cy="0"/>
        </a:xfrm>
      </p:grpSpPr>
      <p:sp>
        <p:nvSpPr>
          <p:cNvPr id="1274" name="Google Shape;1274;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5" name="Google Shape;1275;p35: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6" name="Shape 1286"/>
        <p:cNvGrpSpPr/>
        <p:nvPr/>
      </p:nvGrpSpPr>
      <p:grpSpPr>
        <a:xfrm>
          <a:off x="0" y="0"/>
          <a:ext cx="0" cy="0"/>
          <a:chOff x="0" y="0"/>
          <a:chExt cx="0" cy="0"/>
        </a:xfrm>
      </p:grpSpPr>
      <p:sp>
        <p:nvSpPr>
          <p:cNvPr id="1287" name="Google Shape;1287;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8" name="Google Shape;1288;p36: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1" name="Shape 1291"/>
        <p:cNvGrpSpPr/>
        <p:nvPr/>
      </p:nvGrpSpPr>
      <p:grpSpPr>
        <a:xfrm>
          <a:off x="0" y="0"/>
          <a:ext cx="0" cy="0"/>
          <a:chOff x="0" y="0"/>
          <a:chExt cx="0" cy="0"/>
        </a:xfrm>
      </p:grpSpPr>
      <p:sp>
        <p:nvSpPr>
          <p:cNvPr id="1292" name="Google Shape;1292;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3" name="Google Shape;1293;p3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7" name="Shape 1297"/>
        <p:cNvGrpSpPr/>
        <p:nvPr/>
      </p:nvGrpSpPr>
      <p:grpSpPr>
        <a:xfrm>
          <a:off x="0" y="0"/>
          <a:ext cx="0" cy="0"/>
          <a:chOff x="0" y="0"/>
          <a:chExt cx="0" cy="0"/>
        </a:xfrm>
      </p:grpSpPr>
      <p:sp>
        <p:nvSpPr>
          <p:cNvPr id="1298" name="Google Shape;1298;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9" name="Google Shape;1299;p3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3" name="Shape 1303"/>
        <p:cNvGrpSpPr/>
        <p:nvPr/>
      </p:nvGrpSpPr>
      <p:grpSpPr>
        <a:xfrm>
          <a:off x="0" y="0"/>
          <a:ext cx="0" cy="0"/>
          <a:chOff x="0" y="0"/>
          <a:chExt cx="0" cy="0"/>
        </a:xfrm>
      </p:grpSpPr>
      <p:sp>
        <p:nvSpPr>
          <p:cNvPr id="1304" name="Google Shape;1304;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5" name="Google Shape;1305;p39: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4"/>
          <p:cNvSpPr txBox="1"/>
          <p:nvPr>
            <p:ph type="ctrTitle"/>
          </p:nvPr>
        </p:nvSpPr>
        <p:spPr>
          <a:xfrm>
            <a:off x="1522413" y="1905000"/>
            <a:ext cx="9144000" cy="26670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5400"/>
              <a:buFont typeface="Consolas"/>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grpSp>
        <p:nvGrpSpPr>
          <p:cNvPr descr="Line graphic" id="17" name="Google Shape;17;p14"/>
          <p:cNvGrpSpPr/>
          <p:nvPr/>
        </p:nvGrpSpPr>
        <p:grpSpPr>
          <a:xfrm>
            <a:off x="1584896" y="4724400"/>
            <a:ext cx="8631936" cy="64008"/>
            <a:chOff x="-4110038" y="2703513"/>
            <a:chExt cx="17394239" cy="160336"/>
          </a:xfrm>
        </p:grpSpPr>
        <p:sp>
          <p:nvSpPr>
            <p:cNvPr id="18" name="Google Shape;18;p14"/>
            <p:cNvSpPr/>
            <p:nvPr/>
          </p:nvSpPr>
          <p:spPr>
            <a:xfrm>
              <a:off x="12815888" y="2768600"/>
              <a:ext cx="468313" cy="19050"/>
            </a:xfrm>
            <a:custGeom>
              <a:rect b="b" l="l" r="r" t="t"/>
              <a:pathLst>
                <a:path extrusionOk="0" h="8" w="244">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9" name="Google Shape;19;p14"/>
            <p:cNvSpPr/>
            <p:nvPr/>
          </p:nvSpPr>
          <p:spPr>
            <a:xfrm>
              <a:off x="12380913" y="2755900"/>
              <a:ext cx="461963" cy="26987"/>
            </a:xfrm>
            <a:custGeom>
              <a:rect b="b" l="l" r="r" t="t"/>
              <a:pathLst>
                <a:path extrusionOk="0" h="12" w="241">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0" name="Google Shape;20;p14"/>
            <p:cNvSpPr/>
            <p:nvPr/>
          </p:nvSpPr>
          <p:spPr>
            <a:xfrm>
              <a:off x="12814300" y="2779713"/>
              <a:ext cx="1588" cy="0"/>
            </a:xfrm>
            <a:custGeom>
              <a:rect b="b" l="l" r="r" t="t"/>
              <a:pathLst>
                <a:path extrusionOk="0" h="120000" w="1">
                  <a:moveTo>
                    <a:pt x="0" y="0"/>
                  </a:moveTo>
                  <a:lnTo>
                    <a:pt x="0" y="0"/>
                  </a:lnTo>
                  <a:lnTo>
                    <a:pt x="1"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1" name="Google Shape;21;p14"/>
            <p:cNvSpPr/>
            <p:nvPr/>
          </p:nvSpPr>
          <p:spPr>
            <a:xfrm>
              <a:off x="2738437" y="2795588"/>
              <a:ext cx="425450" cy="15875"/>
            </a:xfrm>
            <a:custGeom>
              <a:rect b="b" l="l" r="r" t="t"/>
              <a:pathLst>
                <a:path extrusionOk="0" h="7" w="222">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2" name="Google Shape;22;p14"/>
            <p:cNvSpPr/>
            <p:nvPr/>
          </p:nvSpPr>
          <p:spPr>
            <a:xfrm>
              <a:off x="-3646488" y="2800350"/>
              <a:ext cx="46038" cy="3175"/>
            </a:xfrm>
            <a:custGeom>
              <a:rect b="b" l="l" r="r" t="t"/>
              <a:pathLst>
                <a:path extrusionOk="0" h="1" w="24">
                  <a:moveTo>
                    <a:pt x="0" y="1"/>
                  </a:moveTo>
                  <a:lnTo>
                    <a:pt x="0" y="1"/>
                  </a:lnTo>
                  <a:cubicBezTo>
                    <a:pt x="21" y="0"/>
                    <a:pt x="24" y="0"/>
                    <a:pt x="21" y="0"/>
                  </a:cubicBezTo>
                  <a:lnTo>
                    <a:pt x="0"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3" name="Google Shape;23;p14"/>
            <p:cNvSpPr/>
            <p:nvPr/>
          </p:nvSpPr>
          <p:spPr>
            <a:xfrm>
              <a:off x="2627312" y="2816225"/>
              <a:ext cx="63500" cy="4762"/>
            </a:xfrm>
            <a:custGeom>
              <a:rect b="b" l="l" r="r" t="t"/>
              <a:pathLst>
                <a:path extrusionOk="0" h="2" w="33">
                  <a:moveTo>
                    <a:pt x="33" y="0"/>
                  </a:moveTo>
                  <a:lnTo>
                    <a:pt x="33" y="0"/>
                  </a:lnTo>
                  <a:lnTo>
                    <a:pt x="0" y="2"/>
                  </a:lnTo>
                  <a:cubicBezTo>
                    <a:pt x="14" y="1"/>
                    <a:pt x="25" y="1"/>
                    <a:pt x="3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4" name="Google Shape;24;p14"/>
            <p:cNvSpPr/>
            <p:nvPr/>
          </p:nvSpPr>
          <p:spPr>
            <a:xfrm>
              <a:off x="3103562" y="2741613"/>
              <a:ext cx="28575" cy="3175"/>
            </a:xfrm>
            <a:custGeom>
              <a:rect b="b" l="l" r="r" t="t"/>
              <a:pathLst>
                <a:path extrusionOk="0" h="1" w="15">
                  <a:moveTo>
                    <a:pt x="15" y="0"/>
                  </a:moveTo>
                  <a:lnTo>
                    <a:pt x="15" y="0"/>
                  </a:lnTo>
                  <a:cubicBezTo>
                    <a:pt x="15" y="0"/>
                    <a:pt x="15" y="0"/>
                    <a:pt x="15" y="0"/>
                  </a:cubicBezTo>
                  <a:lnTo>
                    <a:pt x="0" y="1"/>
                  </a:lnTo>
                  <a:lnTo>
                    <a:pt x="0" y="1"/>
                  </a:lnTo>
                  <a:lnTo>
                    <a:pt x="15"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5" name="Google Shape;25;p14"/>
            <p:cNvSpPr/>
            <p:nvPr/>
          </p:nvSpPr>
          <p:spPr>
            <a:xfrm>
              <a:off x="1227137" y="2836863"/>
              <a:ext cx="20638" cy="0"/>
            </a:xfrm>
            <a:custGeom>
              <a:rect b="b" l="l" r="r" t="t"/>
              <a:pathLst>
                <a:path extrusionOk="0" h="120000" w="11">
                  <a:moveTo>
                    <a:pt x="11" y="0"/>
                  </a:moveTo>
                  <a:lnTo>
                    <a:pt x="11" y="0"/>
                  </a:lnTo>
                  <a:lnTo>
                    <a:pt x="0" y="0"/>
                  </a:lnTo>
                  <a:lnTo>
                    <a:pt x="1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6" name="Google Shape;26;p14"/>
            <p:cNvSpPr/>
            <p:nvPr/>
          </p:nvSpPr>
          <p:spPr>
            <a:xfrm>
              <a:off x="3660775" y="2713038"/>
              <a:ext cx="331788" cy="20637"/>
            </a:xfrm>
            <a:custGeom>
              <a:rect b="b" l="l" r="r" t="t"/>
              <a:pathLst>
                <a:path extrusionOk="0" h="9" w="173">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7" name="Google Shape;27;p14"/>
            <p:cNvSpPr/>
            <p:nvPr/>
          </p:nvSpPr>
          <p:spPr>
            <a:xfrm>
              <a:off x="-1674813" y="2768600"/>
              <a:ext cx="1588" cy="0"/>
            </a:xfrm>
            <a:custGeom>
              <a:rect b="b" l="l" r="r" t="t"/>
              <a:pathLst>
                <a:path extrusionOk="0" h="120000" w="1">
                  <a:moveTo>
                    <a:pt x="0" y="0"/>
                  </a:moveTo>
                  <a:lnTo>
                    <a:pt x="0" y="0"/>
                  </a:lnTo>
                  <a:lnTo>
                    <a:pt x="1" y="0"/>
                  </a:lnTo>
                  <a:cubicBezTo>
                    <a:pt x="0" y="0"/>
                    <a:pt x="0" y="0"/>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8" name="Google Shape;28;p14"/>
            <p:cNvSpPr/>
            <p:nvPr/>
          </p:nvSpPr>
          <p:spPr>
            <a:xfrm>
              <a:off x="-1673225" y="2767013"/>
              <a:ext cx="36513" cy="1587"/>
            </a:xfrm>
            <a:custGeom>
              <a:rect b="b" l="l" r="r" t="t"/>
              <a:pathLst>
                <a:path extrusionOk="0" h="1" w="19">
                  <a:moveTo>
                    <a:pt x="3" y="0"/>
                  </a:moveTo>
                  <a:lnTo>
                    <a:pt x="3" y="0"/>
                  </a:lnTo>
                  <a:lnTo>
                    <a:pt x="0" y="1"/>
                  </a:lnTo>
                  <a:cubicBezTo>
                    <a:pt x="4" y="0"/>
                    <a:pt x="19" y="0"/>
                    <a:pt x="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9" name="Google Shape;29;p14"/>
            <p:cNvSpPr/>
            <p:nvPr/>
          </p:nvSpPr>
          <p:spPr>
            <a:xfrm>
              <a:off x="2690812" y="2811463"/>
              <a:ext cx="47625" cy="4762"/>
            </a:xfrm>
            <a:custGeom>
              <a:rect b="b" l="l" r="r" t="t"/>
              <a:pathLst>
                <a:path extrusionOk="0" h="2" w="25">
                  <a:moveTo>
                    <a:pt x="13" y="0"/>
                  </a:moveTo>
                  <a:lnTo>
                    <a:pt x="13" y="0"/>
                  </a:lnTo>
                  <a:cubicBezTo>
                    <a:pt x="12" y="0"/>
                    <a:pt x="7" y="1"/>
                    <a:pt x="0" y="2"/>
                  </a:cubicBezTo>
                  <a:lnTo>
                    <a:pt x="25" y="0"/>
                  </a:lnTo>
                  <a:lnTo>
                    <a:pt x="1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0" name="Google Shape;30;p14"/>
            <p:cNvSpPr/>
            <p:nvPr/>
          </p:nvSpPr>
          <p:spPr>
            <a:xfrm>
              <a:off x="2822575" y="2794000"/>
              <a:ext cx="163513" cy="4762"/>
            </a:xfrm>
            <a:custGeom>
              <a:rect b="b" l="l" r="r" t="t"/>
              <a:pathLst>
                <a:path extrusionOk="0" h="2" w="85">
                  <a:moveTo>
                    <a:pt x="0" y="2"/>
                  </a:moveTo>
                  <a:lnTo>
                    <a:pt x="0" y="2"/>
                  </a:lnTo>
                  <a:lnTo>
                    <a:pt x="62" y="1"/>
                  </a:lnTo>
                  <a:lnTo>
                    <a:pt x="85" y="0"/>
                  </a:lnTo>
                  <a:lnTo>
                    <a:pt x="0"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1" name="Google Shape;31;p14"/>
            <p:cNvSpPr/>
            <p:nvPr/>
          </p:nvSpPr>
          <p:spPr>
            <a:xfrm>
              <a:off x="715962" y="2809875"/>
              <a:ext cx="1911350" cy="50800"/>
            </a:xfrm>
            <a:custGeom>
              <a:rect b="b" l="l" r="r" t="t"/>
              <a:pathLst>
                <a:path extrusionOk="0" h="23" w="996">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2" name="Google Shape;32;p14"/>
            <p:cNvSpPr/>
            <p:nvPr/>
          </p:nvSpPr>
          <p:spPr>
            <a:xfrm>
              <a:off x="1995487" y="2822575"/>
              <a:ext cx="20638" cy="0"/>
            </a:xfrm>
            <a:custGeom>
              <a:rect b="b" l="l" r="r" t="t"/>
              <a:pathLst>
                <a:path extrusionOk="0" h="120000" w="10">
                  <a:moveTo>
                    <a:pt x="10" y="0"/>
                  </a:moveTo>
                  <a:lnTo>
                    <a:pt x="10" y="0"/>
                  </a:lnTo>
                  <a:lnTo>
                    <a:pt x="0" y="0"/>
                  </a:lnTo>
                  <a:cubicBezTo>
                    <a:pt x="1" y="0"/>
                    <a:pt x="4" y="0"/>
                    <a:pt x="1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3" name="Google Shape;33;p14"/>
            <p:cNvSpPr/>
            <p:nvPr/>
          </p:nvSpPr>
          <p:spPr>
            <a:xfrm>
              <a:off x="1630362" y="2830513"/>
              <a:ext cx="22225" cy="0"/>
            </a:xfrm>
            <a:custGeom>
              <a:rect b="b" l="l" r="r" t="t"/>
              <a:pathLst>
                <a:path extrusionOk="0" h="120000" w="12">
                  <a:moveTo>
                    <a:pt x="11" y="0"/>
                  </a:moveTo>
                  <a:lnTo>
                    <a:pt x="11" y="0"/>
                  </a:lnTo>
                  <a:cubicBezTo>
                    <a:pt x="12" y="0"/>
                    <a:pt x="11" y="0"/>
                    <a:pt x="12" y="0"/>
                  </a:cubicBezTo>
                  <a:lnTo>
                    <a:pt x="0" y="0"/>
                  </a:lnTo>
                  <a:lnTo>
                    <a:pt x="1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4" name="Google Shape;34;p14"/>
            <p:cNvSpPr/>
            <p:nvPr/>
          </p:nvSpPr>
          <p:spPr>
            <a:xfrm>
              <a:off x="2651125" y="2798763"/>
              <a:ext cx="46038" cy="1587"/>
            </a:xfrm>
            <a:custGeom>
              <a:rect b="b" l="l" r="r" t="t"/>
              <a:pathLst>
                <a:path extrusionOk="0" h="1" w="24">
                  <a:moveTo>
                    <a:pt x="3" y="1"/>
                  </a:moveTo>
                  <a:lnTo>
                    <a:pt x="3" y="1"/>
                  </a:lnTo>
                  <a:lnTo>
                    <a:pt x="24" y="0"/>
                  </a:lnTo>
                  <a:lnTo>
                    <a:pt x="8" y="1"/>
                  </a:lnTo>
                  <a:cubicBezTo>
                    <a:pt x="2" y="1"/>
                    <a:pt x="0" y="1"/>
                    <a:pt x="3"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5" name="Google Shape;35;p14"/>
            <p:cNvSpPr/>
            <p:nvPr/>
          </p:nvSpPr>
          <p:spPr>
            <a:xfrm>
              <a:off x="2698750" y="2809875"/>
              <a:ext cx="19050" cy="1587"/>
            </a:xfrm>
            <a:custGeom>
              <a:rect b="b" l="l" r="r" t="t"/>
              <a:pathLst>
                <a:path extrusionOk="0" h="1" w="10">
                  <a:moveTo>
                    <a:pt x="4" y="0"/>
                  </a:moveTo>
                  <a:lnTo>
                    <a:pt x="4" y="0"/>
                  </a:lnTo>
                  <a:lnTo>
                    <a:pt x="0" y="1"/>
                  </a:lnTo>
                  <a:lnTo>
                    <a:pt x="9" y="1"/>
                  </a:lnTo>
                  <a:cubicBezTo>
                    <a:pt x="10" y="0"/>
                    <a:pt x="9" y="0"/>
                    <a:pt x="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6" name="Google Shape;36;p14"/>
            <p:cNvSpPr/>
            <p:nvPr/>
          </p:nvSpPr>
          <p:spPr>
            <a:xfrm>
              <a:off x="469900" y="2800350"/>
              <a:ext cx="23813" cy="3175"/>
            </a:xfrm>
            <a:custGeom>
              <a:rect b="b" l="l" r="r" t="t"/>
              <a:pathLst>
                <a:path extrusionOk="0" h="1" w="13">
                  <a:moveTo>
                    <a:pt x="13" y="0"/>
                  </a:moveTo>
                  <a:lnTo>
                    <a:pt x="13" y="0"/>
                  </a:lnTo>
                  <a:lnTo>
                    <a:pt x="0" y="1"/>
                  </a:lnTo>
                  <a:cubicBezTo>
                    <a:pt x="8" y="1"/>
                    <a:pt x="11" y="1"/>
                    <a:pt x="1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7" name="Google Shape;37;p14"/>
            <p:cNvSpPr/>
            <p:nvPr/>
          </p:nvSpPr>
          <p:spPr>
            <a:xfrm>
              <a:off x="998537" y="2811463"/>
              <a:ext cx="1076325" cy="20637"/>
            </a:xfrm>
            <a:custGeom>
              <a:rect b="b" l="l" r="r" t="t"/>
              <a:pathLst>
                <a:path extrusionOk="0" h="9" w="561">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8" name="Google Shape;38;p14"/>
            <p:cNvSpPr/>
            <p:nvPr/>
          </p:nvSpPr>
          <p:spPr>
            <a:xfrm>
              <a:off x="2495550" y="2803525"/>
              <a:ext cx="17463" cy="0"/>
            </a:xfrm>
            <a:custGeom>
              <a:rect b="b" l="l" r="r" t="t"/>
              <a:pathLst>
                <a:path extrusionOk="0" h="120000" w="9">
                  <a:moveTo>
                    <a:pt x="9" y="0"/>
                  </a:moveTo>
                  <a:lnTo>
                    <a:pt x="9" y="0"/>
                  </a:lnTo>
                  <a:lnTo>
                    <a:pt x="0" y="0"/>
                  </a:lnTo>
                  <a:lnTo>
                    <a:pt x="9"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9" name="Google Shape;39;p14"/>
            <p:cNvSpPr/>
            <p:nvPr/>
          </p:nvSpPr>
          <p:spPr>
            <a:xfrm>
              <a:off x="2538412" y="2816225"/>
              <a:ext cx="1057275" cy="31750"/>
            </a:xfrm>
            <a:custGeom>
              <a:rect b="b" l="l" r="r" t="t"/>
              <a:pathLst>
                <a:path extrusionOk="0" h="14" w="551">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0" name="Google Shape;40;p14"/>
            <p:cNvSpPr/>
            <p:nvPr/>
          </p:nvSpPr>
          <p:spPr>
            <a:xfrm>
              <a:off x="11777663" y="2757488"/>
              <a:ext cx="19050" cy="3175"/>
            </a:xfrm>
            <a:custGeom>
              <a:rect b="b" l="l" r="r" t="t"/>
              <a:pathLst>
                <a:path extrusionOk="0" h="1" w="10">
                  <a:moveTo>
                    <a:pt x="0" y="0"/>
                  </a:moveTo>
                  <a:lnTo>
                    <a:pt x="0" y="0"/>
                  </a:lnTo>
                  <a:lnTo>
                    <a:pt x="10" y="1"/>
                  </a:lnTo>
                  <a:cubicBezTo>
                    <a:pt x="8" y="1"/>
                    <a:pt x="4" y="1"/>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1" name="Google Shape;41;p14"/>
            <p:cNvSpPr/>
            <p:nvPr/>
          </p:nvSpPr>
          <p:spPr>
            <a:xfrm>
              <a:off x="5983288" y="2741613"/>
              <a:ext cx="38100" cy="0"/>
            </a:xfrm>
            <a:custGeom>
              <a:rect b="b" l="l" r="r" t="t"/>
              <a:pathLst>
                <a:path extrusionOk="0" h="120000" w="20">
                  <a:moveTo>
                    <a:pt x="0" y="0"/>
                  </a:moveTo>
                  <a:lnTo>
                    <a:pt x="0" y="0"/>
                  </a:lnTo>
                  <a:lnTo>
                    <a:pt x="20"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2" name="Google Shape;42;p14"/>
            <p:cNvSpPr/>
            <p:nvPr/>
          </p:nvSpPr>
          <p:spPr>
            <a:xfrm>
              <a:off x="6832600" y="2713038"/>
              <a:ext cx="53975" cy="1587"/>
            </a:xfrm>
            <a:custGeom>
              <a:rect b="b" l="l" r="r" t="t"/>
              <a:pathLst>
                <a:path extrusionOk="0" h="1" w="28">
                  <a:moveTo>
                    <a:pt x="0" y="1"/>
                  </a:moveTo>
                  <a:lnTo>
                    <a:pt x="0" y="1"/>
                  </a:lnTo>
                  <a:lnTo>
                    <a:pt x="28" y="0"/>
                  </a:lnTo>
                  <a:cubicBezTo>
                    <a:pt x="17" y="0"/>
                    <a:pt x="8" y="1"/>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3" name="Google Shape;43;p14"/>
            <p:cNvSpPr/>
            <p:nvPr/>
          </p:nvSpPr>
          <p:spPr>
            <a:xfrm>
              <a:off x="11317288" y="2755900"/>
              <a:ext cx="9525" cy="0"/>
            </a:xfrm>
            <a:custGeom>
              <a:rect b="b" l="l" r="r" t="t"/>
              <a:pathLst>
                <a:path extrusionOk="0" h="120000" w="5">
                  <a:moveTo>
                    <a:pt x="5" y="0"/>
                  </a:moveTo>
                  <a:lnTo>
                    <a:pt x="5" y="0"/>
                  </a:lnTo>
                  <a:lnTo>
                    <a:pt x="4" y="0"/>
                  </a:lnTo>
                  <a:lnTo>
                    <a:pt x="0" y="0"/>
                  </a:lnTo>
                  <a:lnTo>
                    <a:pt x="5"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4" name="Google Shape;44;p14"/>
            <p:cNvSpPr/>
            <p:nvPr/>
          </p:nvSpPr>
          <p:spPr>
            <a:xfrm>
              <a:off x="8534400" y="2735263"/>
              <a:ext cx="30163" cy="0"/>
            </a:xfrm>
            <a:custGeom>
              <a:rect b="b" l="l" r="r" t="t"/>
              <a:pathLst>
                <a:path extrusionOk="0" h="120000" w="16">
                  <a:moveTo>
                    <a:pt x="0" y="0"/>
                  </a:moveTo>
                  <a:lnTo>
                    <a:pt x="0" y="0"/>
                  </a:lnTo>
                  <a:cubicBezTo>
                    <a:pt x="4" y="0"/>
                    <a:pt x="9" y="0"/>
                    <a:pt x="16" y="0"/>
                  </a:cubicBezTo>
                  <a:cubicBezTo>
                    <a:pt x="15" y="0"/>
                    <a:pt x="9" y="0"/>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5" name="Google Shape;45;p14"/>
            <p:cNvSpPr/>
            <p:nvPr/>
          </p:nvSpPr>
          <p:spPr>
            <a:xfrm>
              <a:off x="6821488" y="2714625"/>
              <a:ext cx="9525" cy="0"/>
            </a:xfrm>
            <a:custGeom>
              <a:rect b="b" l="l" r="r" t="t"/>
              <a:pathLst>
                <a:path extrusionOk="0" h="120000" w="5">
                  <a:moveTo>
                    <a:pt x="0" y="0"/>
                  </a:moveTo>
                  <a:lnTo>
                    <a:pt x="0" y="0"/>
                  </a:lnTo>
                  <a:lnTo>
                    <a:pt x="2" y="0"/>
                  </a:lnTo>
                  <a:lnTo>
                    <a:pt x="5"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6" name="Google Shape;46;p14"/>
            <p:cNvSpPr/>
            <p:nvPr/>
          </p:nvSpPr>
          <p:spPr>
            <a:xfrm>
              <a:off x="5583238" y="2719388"/>
              <a:ext cx="25400" cy="0"/>
            </a:xfrm>
            <a:custGeom>
              <a:rect b="b" l="l" r="r" t="t"/>
              <a:pathLst>
                <a:path extrusionOk="0" h="120000" w="13">
                  <a:moveTo>
                    <a:pt x="13" y="0"/>
                  </a:moveTo>
                  <a:lnTo>
                    <a:pt x="13" y="0"/>
                  </a:lnTo>
                  <a:lnTo>
                    <a:pt x="0" y="0"/>
                  </a:lnTo>
                  <a:lnTo>
                    <a:pt x="1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7" name="Google Shape;47;p14"/>
            <p:cNvSpPr/>
            <p:nvPr/>
          </p:nvSpPr>
          <p:spPr>
            <a:xfrm>
              <a:off x="5638800" y="2740025"/>
              <a:ext cx="23813" cy="1587"/>
            </a:xfrm>
            <a:custGeom>
              <a:rect b="b" l="l" r="r" t="t"/>
              <a:pathLst>
                <a:path extrusionOk="0" h="1" w="12">
                  <a:moveTo>
                    <a:pt x="12" y="0"/>
                  </a:moveTo>
                  <a:lnTo>
                    <a:pt x="12" y="0"/>
                  </a:lnTo>
                  <a:lnTo>
                    <a:pt x="0" y="1"/>
                  </a:lnTo>
                  <a:lnTo>
                    <a:pt x="12"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8" name="Google Shape;48;p14"/>
            <p:cNvSpPr/>
            <p:nvPr/>
          </p:nvSpPr>
          <p:spPr>
            <a:xfrm>
              <a:off x="4303712" y="2728913"/>
              <a:ext cx="50800" cy="0"/>
            </a:xfrm>
            <a:custGeom>
              <a:rect b="b" l="l" r="r" t="t"/>
              <a:pathLst>
                <a:path extrusionOk="0" h="120000" w="26">
                  <a:moveTo>
                    <a:pt x="26" y="0"/>
                  </a:moveTo>
                  <a:lnTo>
                    <a:pt x="26" y="0"/>
                  </a:lnTo>
                  <a:lnTo>
                    <a:pt x="0" y="0"/>
                  </a:lnTo>
                  <a:cubicBezTo>
                    <a:pt x="13" y="0"/>
                    <a:pt x="20" y="0"/>
                    <a:pt x="26"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9" name="Google Shape;49;p14"/>
            <p:cNvSpPr/>
            <p:nvPr/>
          </p:nvSpPr>
          <p:spPr>
            <a:xfrm>
              <a:off x="5519738" y="2735263"/>
              <a:ext cx="9525" cy="3175"/>
            </a:xfrm>
            <a:custGeom>
              <a:rect b="b" l="l" r="r" t="t"/>
              <a:pathLst>
                <a:path extrusionOk="0" h="1" w="5">
                  <a:moveTo>
                    <a:pt x="4" y="0"/>
                  </a:moveTo>
                  <a:lnTo>
                    <a:pt x="4" y="0"/>
                  </a:lnTo>
                  <a:lnTo>
                    <a:pt x="0" y="1"/>
                  </a:lnTo>
                  <a:cubicBezTo>
                    <a:pt x="3" y="1"/>
                    <a:pt x="5" y="1"/>
                    <a:pt x="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0" name="Google Shape;50;p14"/>
            <p:cNvSpPr/>
            <p:nvPr/>
          </p:nvSpPr>
          <p:spPr>
            <a:xfrm>
              <a:off x="12096750" y="2784475"/>
              <a:ext cx="6350" cy="0"/>
            </a:xfrm>
            <a:custGeom>
              <a:rect b="b" l="l" r="r" t="t"/>
              <a:pathLst>
                <a:path extrusionOk="0" h="120000" w="3">
                  <a:moveTo>
                    <a:pt x="3" y="0"/>
                  </a:moveTo>
                  <a:lnTo>
                    <a:pt x="3" y="0"/>
                  </a:lnTo>
                  <a:lnTo>
                    <a:pt x="1" y="0"/>
                  </a:lnTo>
                  <a:lnTo>
                    <a:pt x="0" y="0"/>
                  </a:lnTo>
                  <a:lnTo>
                    <a:pt x="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1" name="Google Shape;51;p14"/>
            <p:cNvSpPr/>
            <p:nvPr/>
          </p:nvSpPr>
          <p:spPr>
            <a:xfrm>
              <a:off x="12225338" y="2773363"/>
              <a:ext cx="46038" cy="0"/>
            </a:xfrm>
            <a:custGeom>
              <a:rect b="b" l="l" r="r" t="t"/>
              <a:pathLst>
                <a:path extrusionOk="0" h="120000" w="24">
                  <a:moveTo>
                    <a:pt x="0" y="0"/>
                  </a:moveTo>
                  <a:lnTo>
                    <a:pt x="0" y="0"/>
                  </a:lnTo>
                  <a:lnTo>
                    <a:pt x="24" y="0"/>
                  </a:lnTo>
                  <a:cubicBezTo>
                    <a:pt x="15" y="0"/>
                    <a:pt x="6" y="0"/>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2" name="Google Shape;52;p14"/>
            <p:cNvSpPr/>
            <p:nvPr/>
          </p:nvSpPr>
          <p:spPr>
            <a:xfrm>
              <a:off x="9274175" y="2746375"/>
              <a:ext cx="55563" cy="4762"/>
            </a:xfrm>
            <a:custGeom>
              <a:rect b="b" l="l" r="r" t="t"/>
              <a:pathLst>
                <a:path extrusionOk="0" h="2" w="29">
                  <a:moveTo>
                    <a:pt x="0" y="1"/>
                  </a:moveTo>
                  <a:lnTo>
                    <a:pt x="0" y="1"/>
                  </a:lnTo>
                  <a:cubicBezTo>
                    <a:pt x="7" y="1"/>
                    <a:pt x="23" y="2"/>
                    <a:pt x="15" y="2"/>
                  </a:cubicBezTo>
                  <a:cubicBezTo>
                    <a:pt x="29" y="2"/>
                    <a:pt x="28"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3" name="Google Shape;53;p14"/>
            <p:cNvSpPr/>
            <p:nvPr/>
          </p:nvSpPr>
          <p:spPr>
            <a:xfrm>
              <a:off x="11847513" y="2827338"/>
              <a:ext cx="34925" cy="3175"/>
            </a:xfrm>
            <a:custGeom>
              <a:rect b="b" l="l" r="r" t="t"/>
              <a:pathLst>
                <a:path extrusionOk="0" h="1" w="18">
                  <a:moveTo>
                    <a:pt x="3" y="1"/>
                  </a:moveTo>
                  <a:lnTo>
                    <a:pt x="3" y="1"/>
                  </a:lnTo>
                  <a:cubicBezTo>
                    <a:pt x="7" y="1"/>
                    <a:pt x="13" y="0"/>
                    <a:pt x="18" y="0"/>
                  </a:cubicBezTo>
                  <a:cubicBezTo>
                    <a:pt x="8" y="0"/>
                    <a:pt x="0" y="1"/>
                    <a:pt x="3"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4" name="Google Shape;54;p14"/>
            <p:cNvSpPr/>
            <p:nvPr/>
          </p:nvSpPr>
          <p:spPr>
            <a:xfrm>
              <a:off x="11882438" y="2825750"/>
              <a:ext cx="25400" cy="1587"/>
            </a:xfrm>
            <a:custGeom>
              <a:rect b="b" l="l" r="r" t="t"/>
              <a:pathLst>
                <a:path extrusionOk="0" h="1" w="14">
                  <a:moveTo>
                    <a:pt x="0" y="1"/>
                  </a:moveTo>
                  <a:lnTo>
                    <a:pt x="0" y="1"/>
                  </a:lnTo>
                  <a:lnTo>
                    <a:pt x="14" y="0"/>
                  </a:lnTo>
                  <a:lnTo>
                    <a:pt x="0"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5" name="Google Shape;55;p14"/>
            <p:cNvSpPr/>
            <p:nvPr/>
          </p:nvSpPr>
          <p:spPr>
            <a:xfrm>
              <a:off x="8915400" y="2809875"/>
              <a:ext cx="15875" cy="1587"/>
            </a:xfrm>
            <a:custGeom>
              <a:rect b="b" l="l" r="r" t="t"/>
              <a:pathLst>
                <a:path extrusionOk="0" h="1" w="8">
                  <a:moveTo>
                    <a:pt x="8" y="1"/>
                  </a:moveTo>
                  <a:lnTo>
                    <a:pt x="8" y="1"/>
                  </a:lnTo>
                  <a:cubicBezTo>
                    <a:pt x="6" y="0"/>
                    <a:pt x="3" y="0"/>
                    <a:pt x="0" y="0"/>
                  </a:cubicBezTo>
                  <a:cubicBezTo>
                    <a:pt x="1" y="0"/>
                    <a:pt x="4" y="1"/>
                    <a:pt x="8"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6" name="Google Shape;56;p14"/>
            <p:cNvSpPr/>
            <p:nvPr/>
          </p:nvSpPr>
          <p:spPr>
            <a:xfrm>
              <a:off x="12109450" y="2752725"/>
              <a:ext cx="454025" cy="23812"/>
            </a:xfrm>
            <a:custGeom>
              <a:rect b="b" l="l" r="r" t="t"/>
              <a:pathLst>
                <a:path extrusionOk="0" h="10" w="236">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7" name="Google Shape;57;p14"/>
            <p:cNvSpPr/>
            <p:nvPr/>
          </p:nvSpPr>
          <p:spPr>
            <a:xfrm>
              <a:off x="12182475" y="2816225"/>
              <a:ext cx="9525" cy="0"/>
            </a:xfrm>
            <a:custGeom>
              <a:rect b="b" l="l" r="r" t="t"/>
              <a:pathLst>
                <a:path extrusionOk="0" h="120000" w="5">
                  <a:moveTo>
                    <a:pt x="0" y="0"/>
                  </a:moveTo>
                  <a:lnTo>
                    <a:pt x="0" y="0"/>
                  </a:lnTo>
                  <a:lnTo>
                    <a:pt x="1" y="0"/>
                  </a:lnTo>
                  <a:lnTo>
                    <a:pt x="5"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8" name="Google Shape;58;p14"/>
            <p:cNvSpPr/>
            <p:nvPr/>
          </p:nvSpPr>
          <p:spPr>
            <a:xfrm>
              <a:off x="4348162" y="2827338"/>
              <a:ext cx="17463" cy="3175"/>
            </a:xfrm>
            <a:custGeom>
              <a:rect b="b" l="l" r="r" t="t"/>
              <a:pathLst>
                <a:path extrusionOk="0" h="1" w="9">
                  <a:moveTo>
                    <a:pt x="8" y="0"/>
                  </a:moveTo>
                  <a:lnTo>
                    <a:pt x="8" y="0"/>
                  </a:lnTo>
                  <a:lnTo>
                    <a:pt x="0" y="1"/>
                  </a:lnTo>
                  <a:cubicBezTo>
                    <a:pt x="7" y="0"/>
                    <a:pt x="9" y="0"/>
                    <a:pt x="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9" name="Google Shape;59;p14"/>
            <p:cNvSpPr/>
            <p:nvPr/>
          </p:nvSpPr>
          <p:spPr>
            <a:xfrm>
              <a:off x="12071350" y="2790825"/>
              <a:ext cx="0" cy="0"/>
            </a:xfrm>
            <a:custGeom>
              <a:rect b="b" l="l" r="r" t="t"/>
              <a:pathLst>
                <a:path extrusionOk="0" h="120000" w="120000">
                  <a:moveTo>
                    <a:pt x="0" y="0"/>
                  </a:moveTo>
                  <a:lnTo>
                    <a:pt x="0" y="0"/>
                  </a:lnTo>
                  <a:lnTo>
                    <a:pt x="0" y="0"/>
                  </a:lnTo>
                  <a:cubicBezTo>
                    <a:pt x="0" y="0"/>
                    <a:pt x="0" y="0"/>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0" name="Google Shape;60;p14"/>
            <p:cNvSpPr/>
            <p:nvPr/>
          </p:nvSpPr>
          <p:spPr>
            <a:xfrm>
              <a:off x="4754563" y="2827338"/>
              <a:ext cx="4763" cy="0"/>
            </a:xfrm>
            <a:custGeom>
              <a:rect b="b" l="l" r="r" t="t"/>
              <a:pathLst>
                <a:path extrusionOk="0" h="120000" w="2">
                  <a:moveTo>
                    <a:pt x="2" y="0"/>
                  </a:moveTo>
                  <a:lnTo>
                    <a:pt x="2" y="0"/>
                  </a:lnTo>
                  <a:lnTo>
                    <a:pt x="0" y="0"/>
                  </a:lnTo>
                  <a:cubicBezTo>
                    <a:pt x="1" y="0"/>
                    <a:pt x="1" y="0"/>
                    <a:pt x="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1" name="Google Shape;61;p14"/>
            <p:cNvSpPr/>
            <p:nvPr/>
          </p:nvSpPr>
          <p:spPr>
            <a:xfrm>
              <a:off x="4852988" y="2719388"/>
              <a:ext cx="9525" cy="3175"/>
            </a:xfrm>
            <a:custGeom>
              <a:rect b="b" l="l" r="r" t="t"/>
              <a:pathLst>
                <a:path extrusionOk="0" h="1" w="5">
                  <a:moveTo>
                    <a:pt x="5" y="1"/>
                  </a:moveTo>
                  <a:lnTo>
                    <a:pt x="5" y="1"/>
                  </a:lnTo>
                  <a:cubicBezTo>
                    <a:pt x="5" y="1"/>
                    <a:pt x="5" y="1"/>
                    <a:pt x="4" y="0"/>
                  </a:cubicBezTo>
                  <a:cubicBezTo>
                    <a:pt x="0" y="1"/>
                    <a:pt x="2" y="1"/>
                    <a:pt x="5"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2" name="Google Shape;62;p14"/>
            <p:cNvSpPr/>
            <p:nvPr/>
          </p:nvSpPr>
          <p:spPr>
            <a:xfrm>
              <a:off x="4759325" y="2827338"/>
              <a:ext cx="0" cy="0"/>
            </a:xfrm>
            <a:custGeom>
              <a:rect b="b" l="l" r="r" t="t"/>
              <a:pathLst>
                <a:path extrusionOk="0" h="120000" w="120000">
                  <a:moveTo>
                    <a:pt x="0" y="0"/>
                  </a:moveTo>
                  <a:lnTo>
                    <a:pt x="0" y="0"/>
                  </a:lnTo>
                  <a:cubicBezTo>
                    <a:pt x="0" y="0"/>
                    <a:pt x="0" y="0"/>
                    <a:pt x="0" y="0"/>
                  </a:cubicBezTo>
                  <a:cubicBezTo>
                    <a:pt x="0" y="0"/>
                    <a:pt x="0" y="0"/>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3" name="Google Shape;63;p14"/>
            <p:cNvSpPr/>
            <p:nvPr/>
          </p:nvSpPr>
          <p:spPr>
            <a:xfrm>
              <a:off x="6654800" y="2805113"/>
              <a:ext cx="19050" cy="1587"/>
            </a:xfrm>
            <a:custGeom>
              <a:rect b="b" l="l" r="r" t="t"/>
              <a:pathLst>
                <a:path extrusionOk="0" h="1" w="10">
                  <a:moveTo>
                    <a:pt x="10" y="1"/>
                  </a:moveTo>
                  <a:lnTo>
                    <a:pt x="10" y="1"/>
                  </a:lnTo>
                  <a:lnTo>
                    <a:pt x="2" y="0"/>
                  </a:lnTo>
                  <a:cubicBezTo>
                    <a:pt x="0" y="0"/>
                    <a:pt x="2" y="0"/>
                    <a:pt x="1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4" name="Google Shape;64;p14"/>
            <p:cNvSpPr/>
            <p:nvPr/>
          </p:nvSpPr>
          <p:spPr>
            <a:xfrm>
              <a:off x="6289675" y="2798763"/>
              <a:ext cx="6350" cy="0"/>
            </a:xfrm>
            <a:custGeom>
              <a:rect b="b" l="l" r="r" t="t"/>
              <a:pathLst>
                <a:path extrusionOk="0" h="120000" w="3">
                  <a:moveTo>
                    <a:pt x="3" y="0"/>
                  </a:moveTo>
                  <a:lnTo>
                    <a:pt x="3" y="0"/>
                  </a:lnTo>
                  <a:lnTo>
                    <a:pt x="0" y="0"/>
                  </a:lnTo>
                  <a:lnTo>
                    <a:pt x="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5" name="Google Shape;65;p14"/>
            <p:cNvSpPr/>
            <p:nvPr/>
          </p:nvSpPr>
          <p:spPr>
            <a:xfrm>
              <a:off x="9140825" y="2725738"/>
              <a:ext cx="44450" cy="0"/>
            </a:xfrm>
            <a:custGeom>
              <a:rect b="b" l="l" r="r" t="t"/>
              <a:pathLst>
                <a:path extrusionOk="0" h="120000" w="23">
                  <a:moveTo>
                    <a:pt x="23" y="0"/>
                  </a:moveTo>
                  <a:lnTo>
                    <a:pt x="23" y="0"/>
                  </a:lnTo>
                  <a:lnTo>
                    <a:pt x="0" y="0"/>
                  </a:lnTo>
                  <a:lnTo>
                    <a:pt x="2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6" name="Google Shape;66;p14"/>
            <p:cNvSpPr/>
            <p:nvPr/>
          </p:nvSpPr>
          <p:spPr>
            <a:xfrm>
              <a:off x="4737100" y="2827338"/>
              <a:ext cx="17463" cy="3175"/>
            </a:xfrm>
            <a:custGeom>
              <a:rect b="b" l="l" r="r" t="t"/>
              <a:pathLst>
                <a:path extrusionOk="0" h="1" w="9">
                  <a:moveTo>
                    <a:pt x="9" y="0"/>
                  </a:moveTo>
                  <a:lnTo>
                    <a:pt x="9" y="0"/>
                  </a:lnTo>
                  <a:lnTo>
                    <a:pt x="0" y="1"/>
                  </a:lnTo>
                  <a:cubicBezTo>
                    <a:pt x="5" y="0"/>
                    <a:pt x="8" y="0"/>
                    <a:pt x="9"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7" name="Google Shape;67;p14"/>
            <p:cNvSpPr/>
            <p:nvPr/>
          </p:nvSpPr>
          <p:spPr>
            <a:xfrm>
              <a:off x="7239000" y="2779713"/>
              <a:ext cx="11113" cy="3175"/>
            </a:xfrm>
            <a:custGeom>
              <a:rect b="b" l="l" r="r" t="t"/>
              <a:pathLst>
                <a:path extrusionOk="0" h="1" w="6">
                  <a:moveTo>
                    <a:pt x="6" y="0"/>
                  </a:moveTo>
                  <a:lnTo>
                    <a:pt x="6" y="0"/>
                  </a:lnTo>
                  <a:lnTo>
                    <a:pt x="0" y="1"/>
                  </a:lnTo>
                  <a:lnTo>
                    <a:pt x="4" y="1"/>
                  </a:lnTo>
                  <a:lnTo>
                    <a:pt x="6"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8" name="Google Shape;68;p14"/>
            <p:cNvSpPr/>
            <p:nvPr/>
          </p:nvSpPr>
          <p:spPr>
            <a:xfrm>
              <a:off x="7181850" y="2773363"/>
              <a:ext cx="468313" cy="15875"/>
            </a:xfrm>
            <a:custGeom>
              <a:rect b="b" l="l" r="r" t="t"/>
              <a:pathLst>
                <a:path extrusionOk="0" h="7" w="244">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9" name="Google Shape;69;p14"/>
            <p:cNvSpPr/>
            <p:nvPr/>
          </p:nvSpPr>
          <p:spPr>
            <a:xfrm>
              <a:off x="7407275" y="2787650"/>
              <a:ext cx="26988" cy="0"/>
            </a:xfrm>
            <a:custGeom>
              <a:rect b="b" l="l" r="r" t="t"/>
              <a:pathLst>
                <a:path extrusionOk="0" h="120000" w="14">
                  <a:moveTo>
                    <a:pt x="14" y="0"/>
                  </a:moveTo>
                  <a:lnTo>
                    <a:pt x="14" y="0"/>
                  </a:lnTo>
                  <a:lnTo>
                    <a:pt x="0" y="0"/>
                  </a:lnTo>
                  <a:cubicBezTo>
                    <a:pt x="8" y="0"/>
                    <a:pt x="11" y="0"/>
                    <a:pt x="1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0" name="Google Shape;70;p14"/>
            <p:cNvSpPr/>
            <p:nvPr/>
          </p:nvSpPr>
          <p:spPr>
            <a:xfrm>
              <a:off x="8123238" y="2794000"/>
              <a:ext cx="31750" cy="1587"/>
            </a:xfrm>
            <a:custGeom>
              <a:rect b="b" l="l" r="r" t="t"/>
              <a:pathLst>
                <a:path extrusionOk="0" h="1" w="16">
                  <a:moveTo>
                    <a:pt x="0" y="1"/>
                  </a:moveTo>
                  <a:lnTo>
                    <a:pt x="0" y="1"/>
                  </a:lnTo>
                  <a:lnTo>
                    <a:pt x="16" y="0"/>
                  </a:lnTo>
                  <a:lnTo>
                    <a:pt x="0"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1" name="Google Shape;71;p14"/>
            <p:cNvSpPr/>
            <p:nvPr/>
          </p:nvSpPr>
          <p:spPr>
            <a:xfrm>
              <a:off x="3070225" y="2794000"/>
              <a:ext cx="101600" cy="4762"/>
            </a:xfrm>
            <a:custGeom>
              <a:rect b="b" l="l" r="r" t="t"/>
              <a:pathLst>
                <a:path extrusionOk="0" h="2" w="53">
                  <a:moveTo>
                    <a:pt x="0" y="0"/>
                  </a:moveTo>
                  <a:lnTo>
                    <a:pt x="0" y="0"/>
                  </a:lnTo>
                  <a:cubicBezTo>
                    <a:pt x="2" y="1"/>
                    <a:pt x="53" y="2"/>
                    <a:pt x="52" y="0"/>
                  </a:cubicBezTo>
                  <a:lnTo>
                    <a:pt x="6"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2" name="Google Shape;72;p14"/>
            <p:cNvSpPr/>
            <p:nvPr/>
          </p:nvSpPr>
          <p:spPr>
            <a:xfrm>
              <a:off x="9963150" y="2778125"/>
              <a:ext cx="41275" cy="0"/>
            </a:xfrm>
            <a:custGeom>
              <a:rect b="b" l="l" r="r" t="t"/>
              <a:pathLst>
                <a:path extrusionOk="0" h="120000" w="21">
                  <a:moveTo>
                    <a:pt x="21" y="0"/>
                  </a:moveTo>
                  <a:lnTo>
                    <a:pt x="21" y="0"/>
                  </a:lnTo>
                  <a:lnTo>
                    <a:pt x="3" y="0"/>
                  </a:lnTo>
                  <a:lnTo>
                    <a:pt x="0" y="0"/>
                  </a:lnTo>
                  <a:cubicBezTo>
                    <a:pt x="4" y="0"/>
                    <a:pt x="15" y="0"/>
                    <a:pt x="2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3" name="Google Shape;73;p14"/>
            <p:cNvSpPr/>
            <p:nvPr/>
          </p:nvSpPr>
          <p:spPr>
            <a:xfrm>
              <a:off x="7523163" y="2773363"/>
              <a:ext cx="30163" cy="3175"/>
            </a:xfrm>
            <a:custGeom>
              <a:rect b="b" l="l" r="r" t="t"/>
              <a:pathLst>
                <a:path extrusionOk="0" h="1" w="16">
                  <a:moveTo>
                    <a:pt x="16" y="0"/>
                  </a:moveTo>
                  <a:lnTo>
                    <a:pt x="16" y="0"/>
                  </a:lnTo>
                  <a:cubicBezTo>
                    <a:pt x="6" y="0"/>
                    <a:pt x="2" y="1"/>
                    <a:pt x="0" y="1"/>
                  </a:cubicBezTo>
                  <a:cubicBezTo>
                    <a:pt x="6" y="1"/>
                    <a:pt x="12" y="1"/>
                    <a:pt x="16"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4" name="Google Shape;74;p14"/>
            <p:cNvSpPr/>
            <p:nvPr/>
          </p:nvSpPr>
          <p:spPr>
            <a:xfrm>
              <a:off x="10009188" y="2787650"/>
              <a:ext cx="115888" cy="3175"/>
            </a:xfrm>
            <a:custGeom>
              <a:rect b="b" l="l" r="r" t="t"/>
              <a:pathLst>
                <a:path extrusionOk="0" h="2" w="60">
                  <a:moveTo>
                    <a:pt x="0" y="0"/>
                  </a:moveTo>
                  <a:lnTo>
                    <a:pt x="0" y="0"/>
                  </a:lnTo>
                  <a:cubicBezTo>
                    <a:pt x="7" y="0"/>
                    <a:pt x="18" y="1"/>
                    <a:pt x="19" y="2"/>
                  </a:cubicBezTo>
                  <a:cubicBezTo>
                    <a:pt x="34" y="2"/>
                    <a:pt x="45" y="1"/>
                    <a:pt x="60" y="1"/>
                  </a:cubicBezTo>
                  <a:cubicBezTo>
                    <a:pt x="43" y="1"/>
                    <a:pt x="23" y="1"/>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5" name="Google Shape;75;p14"/>
            <p:cNvSpPr/>
            <p:nvPr/>
          </p:nvSpPr>
          <p:spPr>
            <a:xfrm>
              <a:off x="10125075" y="2789238"/>
              <a:ext cx="1588" cy="0"/>
            </a:xfrm>
            <a:custGeom>
              <a:rect b="b" l="l" r="r" t="t"/>
              <a:pathLst>
                <a:path extrusionOk="0" h="120000" w="1">
                  <a:moveTo>
                    <a:pt x="1" y="0"/>
                  </a:moveTo>
                  <a:lnTo>
                    <a:pt x="1" y="0"/>
                  </a:lnTo>
                  <a:lnTo>
                    <a:pt x="0" y="0"/>
                  </a:lnTo>
                  <a:lnTo>
                    <a:pt x="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6" name="Google Shape;76;p14"/>
            <p:cNvSpPr/>
            <p:nvPr/>
          </p:nvSpPr>
          <p:spPr>
            <a:xfrm>
              <a:off x="-4110038" y="2703513"/>
              <a:ext cx="16486189" cy="134937"/>
            </a:xfrm>
            <a:custGeom>
              <a:rect b="b" l="l" r="r" t="t"/>
              <a:pathLst>
                <a:path extrusionOk="0" h="60" w="8594">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7" name="Google Shape;77;p14"/>
            <p:cNvSpPr/>
            <p:nvPr/>
          </p:nvSpPr>
          <p:spPr>
            <a:xfrm>
              <a:off x="12117388" y="2779713"/>
              <a:ext cx="127000" cy="4762"/>
            </a:xfrm>
            <a:custGeom>
              <a:rect b="b" l="l" r="r" t="t"/>
              <a:pathLst>
                <a:path extrusionOk="0" h="2" w="66">
                  <a:moveTo>
                    <a:pt x="19" y="2"/>
                  </a:moveTo>
                  <a:lnTo>
                    <a:pt x="19" y="2"/>
                  </a:lnTo>
                  <a:cubicBezTo>
                    <a:pt x="33" y="2"/>
                    <a:pt x="66" y="2"/>
                    <a:pt x="60" y="0"/>
                  </a:cubicBezTo>
                  <a:cubicBezTo>
                    <a:pt x="60" y="2"/>
                    <a:pt x="0" y="0"/>
                    <a:pt x="19"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8" name="Google Shape;78;p14"/>
            <p:cNvSpPr/>
            <p:nvPr/>
          </p:nvSpPr>
          <p:spPr>
            <a:xfrm>
              <a:off x="12182475" y="2787650"/>
              <a:ext cx="79375" cy="1587"/>
            </a:xfrm>
            <a:custGeom>
              <a:rect b="b" l="l" r="r" t="t"/>
              <a:pathLst>
                <a:path extrusionOk="0" h="1" w="41">
                  <a:moveTo>
                    <a:pt x="25" y="1"/>
                  </a:moveTo>
                  <a:lnTo>
                    <a:pt x="25" y="1"/>
                  </a:lnTo>
                  <a:cubicBezTo>
                    <a:pt x="27" y="1"/>
                    <a:pt x="26" y="0"/>
                    <a:pt x="41" y="0"/>
                  </a:cubicBezTo>
                  <a:lnTo>
                    <a:pt x="0" y="0"/>
                  </a:lnTo>
                  <a:lnTo>
                    <a:pt x="25"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9" name="Google Shape;79;p14"/>
            <p:cNvSpPr/>
            <p:nvPr/>
          </p:nvSpPr>
          <p:spPr>
            <a:xfrm>
              <a:off x="12307888" y="2809875"/>
              <a:ext cx="249238" cy="15875"/>
            </a:xfrm>
            <a:custGeom>
              <a:rect b="b" l="l" r="r" t="t"/>
              <a:pathLst>
                <a:path extrusionOk="0" h="7" w="130">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0" name="Google Shape;80;p14"/>
            <p:cNvSpPr/>
            <p:nvPr/>
          </p:nvSpPr>
          <p:spPr>
            <a:xfrm>
              <a:off x="12252325" y="2825750"/>
              <a:ext cx="73025" cy="1587"/>
            </a:xfrm>
            <a:custGeom>
              <a:rect b="b" l="l" r="r" t="t"/>
              <a:pathLst>
                <a:path extrusionOk="0" h="1" w="38">
                  <a:moveTo>
                    <a:pt x="4" y="1"/>
                  </a:moveTo>
                  <a:lnTo>
                    <a:pt x="4" y="1"/>
                  </a:lnTo>
                  <a:lnTo>
                    <a:pt x="38" y="0"/>
                  </a:lnTo>
                  <a:lnTo>
                    <a:pt x="34" y="0"/>
                  </a:lnTo>
                  <a:lnTo>
                    <a:pt x="0" y="1"/>
                  </a:lnTo>
                  <a:lnTo>
                    <a:pt x="4"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1" name="Google Shape;81;p14"/>
            <p:cNvSpPr/>
            <p:nvPr/>
          </p:nvSpPr>
          <p:spPr>
            <a:xfrm>
              <a:off x="10779125" y="2733675"/>
              <a:ext cx="66675" cy="4762"/>
            </a:xfrm>
            <a:custGeom>
              <a:rect b="b" l="l" r="r" t="t"/>
              <a:pathLst>
                <a:path extrusionOk="0" h="2" w="35">
                  <a:moveTo>
                    <a:pt x="35" y="2"/>
                  </a:moveTo>
                  <a:lnTo>
                    <a:pt x="35" y="2"/>
                  </a:lnTo>
                  <a:cubicBezTo>
                    <a:pt x="32" y="0"/>
                    <a:pt x="11" y="1"/>
                    <a:pt x="0" y="2"/>
                  </a:cubicBezTo>
                  <a:cubicBezTo>
                    <a:pt x="9" y="2"/>
                    <a:pt x="22" y="2"/>
                    <a:pt x="35"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2" name="Google Shape;82;p14"/>
            <p:cNvSpPr/>
            <p:nvPr/>
          </p:nvSpPr>
          <p:spPr>
            <a:xfrm>
              <a:off x="-2471738" y="2738438"/>
              <a:ext cx="496888" cy="1587"/>
            </a:xfrm>
            <a:custGeom>
              <a:rect b="b" l="l" r="r" t="t"/>
              <a:pathLst>
                <a:path extrusionOk="0" h="1" w="259">
                  <a:moveTo>
                    <a:pt x="259" y="0"/>
                  </a:moveTo>
                  <a:lnTo>
                    <a:pt x="259" y="0"/>
                  </a:lnTo>
                  <a:lnTo>
                    <a:pt x="0" y="1"/>
                  </a:lnTo>
                  <a:lnTo>
                    <a:pt x="259"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3" name="Google Shape;83;p14"/>
            <p:cNvSpPr/>
            <p:nvPr/>
          </p:nvSpPr>
          <p:spPr>
            <a:xfrm>
              <a:off x="9136063" y="2735263"/>
              <a:ext cx="387350" cy="14287"/>
            </a:xfrm>
            <a:custGeom>
              <a:rect b="b" l="l" r="r" t="t"/>
              <a:pathLst>
                <a:path extrusionOk="0" h="6" w="202">
                  <a:moveTo>
                    <a:pt x="30" y="6"/>
                  </a:moveTo>
                  <a:lnTo>
                    <a:pt x="30" y="6"/>
                  </a:lnTo>
                  <a:cubicBezTo>
                    <a:pt x="100" y="5"/>
                    <a:pt x="131" y="3"/>
                    <a:pt x="202" y="3"/>
                  </a:cubicBezTo>
                  <a:cubicBezTo>
                    <a:pt x="109" y="0"/>
                    <a:pt x="79" y="6"/>
                    <a:pt x="0" y="3"/>
                  </a:cubicBezTo>
                  <a:lnTo>
                    <a:pt x="30"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4" name="Google Shape;84;p14"/>
            <p:cNvSpPr/>
            <p:nvPr/>
          </p:nvSpPr>
          <p:spPr>
            <a:xfrm>
              <a:off x="9139238" y="2725738"/>
              <a:ext cx="142875" cy="9525"/>
            </a:xfrm>
            <a:custGeom>
              <a:rect b="b" l="l" r="r" t="t"/>
              <a:pathLst>
                <a:path extrusionOk="0" h="4" w="75">
                  <a:moveTo>
                    <a:pt x="54" y="0"/>
                  </a:moveTo>
                  <a:lnTo>
                    <a:pt x="54" y="0"/>
                  </a:lnTo>
                  <a:cubicBezTo>
                    <a:pt x="65" y="2"/>
                    <a:pt x="0" y="3"/>
                    <a:pt x="10" y="4"/>
                  </a:cubicBezTo>
                  <a:cubicBezTo>
                    <a:pt x="57" y="4"/>
                    <a:pt x="32" y="2"/>
                    <a:pt x="75" y="2"/>
                  </a:cubicBezTo>
                  <a:lnTo>
                    <a:pt x="5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5" name="Google Shape;85;p14"/>
            <p:cNvSpPr/>
            <p:nvPr/>
          </p:nvSpPr>
          <p:spPr>
            <a:xfrm>
              <a:off x="9805988" y="2817813"/>
              <a:ext cx="39688" cy="3175"/>
            </a:xfrm>
            <a:custGeom>
              <a:rect b="b" l="l" r="r" t="t"/>
              <a:pathLst>
                <a:path extrusionOk="0" h="1" w="21">
                  <a:moveTo>
                    <a:pt x="21" y="0"/>
                  </a:moveTo>
                  <a:lnTo>
                    <a:pt x="21" y="0"/>
                  </a:lnTo>
                  <a:lnTo>
                    <a:pt x="0" y="1"/>
                  </a:lnTo>
                  <a:lnTo>
                    <a:pt x="17" y="1"/>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6" name="Google Shape;86;p14"/>
            <p:cNvSpPr/>
            <p:nvPr/>
          </p:nvSpPr>
          <p:spPr>
            <a:xfrm>
              <a:off x="8580438" y="2725738"/>
              <a:ext cx="66675" cy="3175"/>
            </a:xfrm>
            <a:custGeom>
              <a:rect b="b" l="l" r="r" t="t"/>
              <a:pathLst>
                <a:path extrusionOk="0" h="1" w="35">
                  <a:moveTo>
                    <a:pt x="27" y="1"/>
                  </a:moveTo>
                  <a:lnTo>
                    <a:pt x="27" y="1"/>
                  </a:lnTo>
                  <a:lnTo>
                    <a:pt x="35" y="1"/>
                  </a:lnTo>
                  <a:lnTo>
                    <a:pt x="0" y="0"/>
                  </a:lnTo>
                  <a:lnTo>
                    <a:pt x="27"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7" name="Google Shape;87;p14"/>
            <p:cNvSpPr/>
            <p:nvPr/>
          </p:nvSpPr>
          <p:spPr>
            <a:xfrm>
              <a:off x="8647113" y="2725738"/>
              <a:ext cx="15875" cy="3175"/>
            </a:xfrm>
            <a:custGeom>
              <a:rect b="b" l="l" r="r" t="t"/>
              <a:pathLst>
                <a:path extrusionOk="0" h="1" w="8">
                  <a:moveTo>
                    <a:pt x="8" y="0"/>
                  </a:moveTo>
                  <a:lnTo>
                    <a:pt x="8" y="0"/>
                  </a:lnTo>
                  <a:lnTo>
                    <a:pt x="0" y="1"/>
                  </a:lnTo>
                  <a:lnTo>
                    <a:pt x="8"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8" name="Google Shape;88;p14"/>
            <p:cNvSpPr/>
            <p:nvPr/>
          </p:nvSpPr>
          <p:spPr>
            <a:xfrm>
              <a:off x="9794875" y="2830513"/>
              <a:ext cx="90488" cy="1587"/>
            </a:xfrm>
            <a:custGeom>
              <a:rect b="b" l="l" r="r" t="t"/>
              <a:pathLst>
                <a:path extrusionOk="0" h="1" w="47">
                  <a:moveTo>
                    <a:pt x="0" y="0"/>
                  </a:moveTo>
                  <a:lnTo>
                    <a:pt x="0" y="0"/>
                  </a:lnTo>
                  <a:lnTo>
                    <a:pt x="32" y="1"/>
                  </a:lnTo>
                  <a:lnTo>
                    <a:pt x="47"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9" name="Google Shape;89;p14"/>
            <p:cNvSpPr/>
            <p:nvPr/>
          </p:nvSpPr>
          <p:spPr>
            <a:xfrm>
              <a:off x="9232900" y="2795588"/>
              <a:ext cx="84138" cy="3175"/>
            </a:xfrm>
            <a:custGeom>
              <a:rect b="b" l="l" r="r" t="t"/>
              <a:pathLst>
                <a:path extrusionOk="0" h="1" w="44">
                  <a:moveTo>
                    <a:pt x="16" y="1"/>
                  </a:moveTo>
                  <a:lnTo>
                    <a:pt x="16" y="1"/>
                  </a:lnTo>
                  <a:lnTo>
                    <a:pt x="44" y="1"/>
                  </a:lnTo>
                  <a:cubicBezTo>
                    <a:pt x="39" y="1"/>
                    <a:pt x="0" y="0"/>
                    <a:pt x="16"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0" name="Google Shape;90;p14"/>
            <p:cNvSpPr/>
            <p:nvPr/>
          </p:nvSpPr>
          <p:spPr>
            <a:xfrm>
              <a:off x="8158163" y="2725738"/>
              <a:ext cx="71438" cy="3175"/>
            </a:xfrm>
            <a:custGeom>
              <a:rect b="b" l="l" r="r" t="t"/>
              <a:pathLst>
                <a:path extrusionOk="0" h="1" w="37">
                  <a:moveTo>
                    <a:pt x="34" y="0"/>
                  </a:moveTo>
                  <a:lnTo>
                    <a:pt x="34" y="0"/>
                  </a:lnTo>
                  <a:lnTo>
                    <a:pt x="0" y="1"/>
                  </a:lnTo>
                  <a:lnTo>
                    <a:pt x="3" y="1"/>
                  </a:lnTo>
                  <a:lnTo>
                    <a:pt x="37" y="0"/>
                  </a:lnTo>
                  <a:lnTo>
                    <a:pt x="3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1" name="Google Shape;91;p14"/>
            <p:cNvSpPr/>
            <p:nvPr/>
          </p:nvSpPr>
          <p:spPr>
            <a:xfrm>
              <a:off x="8734425" y="2814638"/>
              <a:ext cx="144463" cy="3175"/>
            </a:xfrm>
            <a:custGeom>
              <a:rect b="b" l="l" r="r" t="t"/>
              <a:pathLst>
                <a:path extrusionOk="0" h="2" w="76">
                  <a:moveTo>
                    <a:pt x="56" y="0"/>
                  </a:moveTo>
                  <a:lnTo>
                    <a:pt x="56" y="0"/>
                  </a:lnTo>
                  <a:cubicBezTo>
                    <a:pt x="76" y="2"/>
                    <a:pt x="0" y="0"/>
                    <a:pt x="40" y="2"/>
                  </a:cubicBezTo>
                  <a:cubicBezTo>
                    <a:pt x="76" y="2"/>
                    <a:pt x="61" y="1"/>
                    <a:pt x="56"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2" name="Google Shape;92;p14"/>
            <p:cNvSpPr/>
            <p:nvPr/>
          </p:nvSpPr>
          <p:spPr>
            <a:xfrm>
              <a:off x="8023225" y="2782888"/>
              <a:ext cx="26988" cy="1587"/>
            </a:xfrm>
            <a:custGeom>
              <a:rect b="b" l="l" r="r" t="t"/>
              <a:pathLst>
                <a:path extrusionOk="0" h="1" w="14">
                  <a:moveTo>
                    <a:pt x="14" y="0"/>
                  </a:moveTo>
                  <a:lnTo>
                    <a:pt x="14" y="0"/>
                  </a:lnTo>
                  <a:cubicBezTo>
                    <a:pt x="9" y="0"/>
                    <a:pt x="5" y="0"/>
                    <a:pt x="0" y="1"/>
                  </a:cubicBezTo>
                  <a:lnTo>
                    <a:pt x="1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3" name="Google Shape;93;p14"/>
            <p:cNvSpPr/>
            <p:nvPr/>
          </p:nvSpPr>
          <p:spPr>
            <a:xfrm>
              <a:off x="8050213" y="2782888"/>
              <a:ext cx="77788" cy="1587"/>
            </a:xfrm>
            <a:custGeom>
              <a:rect b="b" l="l" r="r" t="t"/>
              <a:pathLst>
                <a:path extrusionOk="0" h="1" w="40">
                  <a:moveTo>
                    <a:pt x="0" y="0"/>
                  </a:moveTo>
                  <a:lnTo>
                    <a:pt x="0" y="0"/>
                  </a:lnTo>
                  <a:cubicBezTo>
                    <a:pt x="15" y="0"/>
                    <a:pt x="30" y="1"/>
                    <a:pt x="40" y="1"/>
                  </a:cubicBezTo>
                  <a:cubicBezTo>
                    <a:pt x="21" y="0"/>
                    <a:pt x="15" y="0"/>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4" name="Google Shape;94;p14"/>
            <p:cNvSpPr/>
            <p:nvPr/>
          </p:nvSpPr>
          <p:spPr>
            <a:xfrm>
              <a:off x="7715250" y="2779713"/>
              <a:ext cx="90488" cy="7937"/>
            </a:xfrm>
            <a:custGeom>
              <a:rect b="b" l="l" r="r" t="t"/>
              <a:pathLst>
                <a:path extrusionOk="0" h="3" w="47">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5" name="Google Shape;95;p14"/>
            <p:cNvSpPr/>
            <p:nvPr/>
          </p:nvSpPr>
          <p:spPr>
            <a:xfrm>
              <a:off x="6508750" y="2713038"/>
              <a:ext cx="247650" cy="6350"/>
            </a:xfrm>
            <a:custGeom>
              <a:rect b="b" l="l" r="r" t="t"/>
              <a:pathLst>
                <a:path extrusionOk="0" h="3" w="129">
                  <a:moveTo>
                    <a:pt x="0" y="0"/>
                  </a:moveTo>
                  <a:lnTo>
                    <a:pt x="0" y="0"/>
                  </a:lnTo>
                  <a:cubicBezTo>
                    <a:pt x="50" y="1"/>
                    <a:pt x="63" y="1"/>
                    <a:pt x="60" y="2"/>
                  </a:cubicBezTo>
                  <a:cubicBezTo>
                    <a:pt x="108" y="3"/>
                    <a:pt x="100" y="0"/>
                    <a:pt x="129"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6" name="Google Shape;96;p14"/>
            <p:cNvSpPr/>
            <p:nvPr/>
          </p:nvSpPr>
          <p:spPr>
            <a:xfrm>
              <a:off x="6756400" y="2713038"/>
              <a:ext cx="33338" cy="0"/>
            </a:xfrm>
            <a:custGeom>
              <a:rect b="b" l="l" r="r" t="t"/>
              <a:pathLst>
                <a:path extrusionOk="0" h="120000" w="18">
                  <a:moveTo>
                    <a:pt x="0" y="0"/>
                  </a:moveTo>
                  <a:lnTo>
                    <a:pt x="0" y="0"/>
                  </a:lnTo>
                  <a:lnTo>
                    <a:pt x="18"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7" name="Google Shape;97;p14"/>
            <p:cNvSpPr/>
            <p:nvPr/>
          </p:nvSpPr>
          <p:spPr>
            <a:xfrm>
              <a:off x="8047038" y="2820988"/>
              <a:ext cx="58738" cy="4762"/>
            </a:xfrm>
            <a:custGeom>
              <a:rect b="b" l="l" r="r" t="t"/>
              <a:pathLst>
                <a:path extrusionOk="0" h="2" w="31">
                  <a:moveTo>
                    <a:pt x="31" y="0"/>
                  </a:moveTo>
                  <a:lnTo>
                    <a:pt x="31" y="0"/>
                  </a:lnTo>
                  <a:lnTo>
                    <a:pt x="0" y="2"/>
                  </a:lnTo>
                  <a:lnTo>
                    <a:pt x="11" y="2"/>
                  </a:lnTo>
                  <a:lnTo>
                    <a:pt x="3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8" name="Google Shape;98;p14"/>
            <p:cNvSpPr/>
            <p:nvPr/>
          </p:nvSpPr>
          <p:spPr>
            <a:xfrm>
              <a:off x="6348413" y="2711451"/>
              <a:ext cx="82550" cy="1587"/>
            </a:xfrm>
            <a:custGeom>
              <a:rect b="b" l="l" r="r" t="t"/>
              <a:pathLst>
                <a:path extrusionOk="0" h="1" w="43">
                  <a:moveTo>
                    <a:pt x="9" y="1"/>
                  </a:moveTo>
                  <a:lnTo>
                    <a:pt x="9" y="1"/>
                  </a:lnTo>
                  <a:cubicBezTo>
                    <a:pt x="18" y="1"/>
                    <a:pt x="33" y="1"/>
                    <a:pt x="41" y="1"/>
                  </a:cubicBezTo>
                  <a:cubicBezTo>
                    <a:pt x="43" y="0"/>
                    <a:pt x="0" y="1"/>
                    <a:pt x="9"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9" name="Google Shape;99;p14"/>
            <p:cNvSpPr/>
            <p:nvPr/>
          </p:nvSpPr>
          <p:spPr>
            <a:xfrm>
              <a:off x="6734175" y="2771775"/>
              <a:ext cx="96838" cy="6350"/>
            </a:xfrm>
            <a:custGeom>
              <a:rect b="b" l="l" r="r" t="t"/>
              <a:pathLst>
                <a:path extrusionOk="0" h="3" w="50">
                  <a:moveTo>
                    <a:pt x="0" y="2"/>
                  </a:moveTo>
                  <a:lnTo>
                    <a:pt x="0" y="2"/>
                  </a:lnTo>
                  <a:cubicBezTo>
                    <a:pt x="6" y="3"/>
                    <a:pt x="37" y="2"/>
                    <a:pt x="50" y="3"/>
                  </a:cubicBezTo>
                  <a:cubicBezTo>
                    <a:pt x="32" y="2"/>
                    <a:pt x="17" y="0"/>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0" name="Google Shape;100;p14"/>
            <p:cNvSpPr/>
            <p:nvPr/>
          </p:nvSpPr>
          <p:spPr>
            <a:xfrm>
              <a:off x="6091238" y="2722563"/>
              <a:ext cx="95250" cy="7937"/>
            </a:xfrm>
            <a:custGeom>
              <a:rect b="b" l="l" r="r" t="t"/>
              <a:pathLst>
                <a:path extrusionOk="0" h="4" w="49">
                  <a:moveTo>
                    <a:pt x="0" y="1"/>
                  </a:moveTo>
                  <a:lnTo>
                    <a:pt x="0" y="1"/>
                  </a:lnTo>
                  <a:cubicBezTo>
                    <a:pt x="10" y="2"/>
                    <a:pt x="24" y="2"/>
                    <a:pt x="18" y="4"/>
                  </a:cubicBezTo>
                  <a:cubicBezTo>
                    <a:pt x="31" y="3"/>
                    <a:pt x="49"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1" name="Google Shape;101;p14"/>
            <p:cNvSpPr/>
            <p:nvPr/>
          </p:nvSpPr>
          <p:spPr>
            <a:xfrm>
              <a:off x="6559550" y="2773363"/>
              <a:ext cx="80963" cy="3175"/>
            </a:xfrm>
            <a:custGeom>
              <a:rect b="b" l="l" r="r" t="t"/>
              <a:pathLst>
                <a:path extrusionOk="0" h="1" w="42">
                  <a:moveTo>
                    <a:pt x="0" y="1"/>
                  </a:moveTo>
                  <a:lnTo>
                    <a:pt x="0" y="1"/>
                  </a:lnTo>
                  <a:lnTo>
                    <a:pt x="8" y="1"/>
                  </a:lnTo>
                  <a:lnTo>
                    <a:pt x="42" y="0"/>
                  </a:lnTo>
                  <a:lnTo>
                    <a:pt x="0"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2" name="Google Shape;102;p14"/>
            <p:cNvSpPr/>
            <p:nvPr/>
          </p:nvSpPr>
          <p:spPr>
            <a:xfrm>
              <a:off x="6640513" y="2806700"/>
              <a:ext cx="227013" cy="15875"/>
            </a:xfrm>
            <a:custGeom>
              <a:rect b="b" l="l" r="r" t="t"/>
              <a:pathLst>
                <a:path extrusionOk="0" h="7" w="118">
                  <a:moveTo>
                    <a:pt x="80" y="7"/>
                  </a:moveTo>
                  <a:lnTo>
                    <a:pt x="80" y="7"/>
                  </a:lnTo>
                  <a:cubicBezTo>
                    <a:pt x="118" y="5"/>
                    <a:pt x="19" y="3"/>
                    <a:pt x="85" y="1"/>
                  </a:cubicBezTo>
                  <a:cubicBezTo>
                    <a:pt x="0" y="0"/>
                    <a:pt x="92" y="4"/>
                    <a:pt x="29" y="4"/>
                  </a:cubicBezTo>
                  <a:cubicBezTo>
                    <a:pt x="66" y="4"/>
                    <a:pt x="84" y="6"/>
                    <a:pt x="80" y="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3" name="Google Shape;103;p14"/>
            <p:cNvSpPr/>
            <p:nvPr/>
          </p:nvSpPr>
          <p:spPr>
            <a:xfrm>
              <a:off x="6661150" y="2814638"/>
              <a:ext cx="34925" cy="1587"/>
            </a:xfrm>
            <a:custGeom>
              <a:rect b="b" l="l" r="r" t="t"/>
              <a:pathLst>
                <a:path extrusionOk="0" h="1" w="18">
                  <a:moveTo>
                    <a:pt x="18" y="1"/>
                  </a:moveTo>
                  <a:lnTo>
                    <a:pt x="18" y="1"/>
                  </a:lnTo>
                  <a:lnTo>
                    <a:pt x="0" y="0"/>
                  </a:lnTo>
                  <a:lnTo>
                    <a:pt x="18"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4" name="Google Shape;104;p14"/>
            <p:cNvSpPr/>
            <p:nvPr/>
          </p:nvSpPr>
          <p:spPr>
            <a:xfrm>
              <a:off x="5661025" y="2789238"/>
              <a:ext cx="23813" cy="1587"/>
            </a:xfrm>
            <a:custGeom>
              <a:rect b="b" l="l" r="r" t="t"/>
              <a:pathLst>
                <a:path extrusionOk="0" h="1" w="13">
                  <a:moveTo>
                    <a:pt x="0" y="1"/>
                  </a:moveTo>
                  <a:lnTo>
                    <a:pt x="0" y="1"/>
                  </a:lnTo>
                  <a:lnTo>
                    <a:pt x="13" y="0"/>
                  </a:lnTo>
                  <a:lnTo>
                    <a:pt x="0"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5" name="Google Shape;105;p14"/>
            <p:cNvSpPr/>
            <p:nvPr/>
          </p:nvSpPr>
          <p:spPr>
            <a:xfrm>
              <a:off x="6162675" y="2814638"/>
              <a:ext cx="258763" cy="7937"/>
            </a:xfrm>
            <a:custGeom>
              <a:rect b="b" l="l" r="r" t="t"/>
              <a:pathLst>
                <a:path extrusionOk="0" h="4" w="135">
                  <a:moveTo>
                    <a:pt x="77" y="2"/>
                  </a:moveTo>
                  <a:lnTo>
                    <a:pt x="77" y="2"/>
                  </a:lnTo>
                  <a:lnTo>
                    <a:pt x="135" y="0"/>
                  </a:lnTo>
                  <a:cubicBezTo>
                    <a:pt x="96" y="1"/>
                    <a:pt x="0" y="1"/>
                    <a:pt x="6" y="4"/>
                  </a:cubicBezTo>
                  <a:cubicBezTo>
                    <a:pt x="37" y="4"/>
                    <a:pt x="75" y="4"/>
                    <a:pt x="90" y="3"/>
                  </a:cubicBezTo>
                  <a:lnTo>
                    <a:pt x="77"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6" name="Google Shape;106;p14"/>
            <p:cNvSpPr/>
            <p:nvPr/>
          </p:nvSpPr>
          <p:spPr>
            <a:xfrm>
              <a:off x="5019675" y="2713038"/>
              <a:ext cx="73025" cy="4762"/>
            </a:xfrm>
            <a:custGeom>
              <a:rect b="b" l="l" r="r" t="t"/>
              <a:pathLst>
                <a:path extrusionOk="0" h="2" w="38">
                  <a:moveTo>
                    <a:pt x="13" y="1"/>
                  </a:moveTo>
                  <a:lnTo>
                    <a:pt x="13" y="1"/>
                  </a:lnTo>
                  <a:lnTo>
                    <a:pt x="38" y="0"/>
                  </a:lnTo>
                  <a:lnTo>
                    <a:pt x="7" y="0"/>
                  </a:lnTo>
                  <a:cubicBezTo>
                    <a:pt x="16" y="0"/>
                    <a:pt x="0" y="2"/>
                    <a:pt x="13"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7" name="Google Shape;107;p14"/>
            <p:cNvSpPr/>
            <p:nvPr/>
          </p:nvSpPr>
          <p:spPr>
            <a:xfrm>
              <a:off x="5021263" y="2713038"/>
              <a:ext cx="11113" cy="0"/>
            </a:xfrm>
            <a:custGeom>
              <a:rect b="b" l="l" r="r" t="t"/>
              <a:pathLst>
                <a:path extrusionOk="0" h="120000" w="6">
                  <a:moveTo>
                    <a:pt x="0" y="0"/>
                  </a:moveTo>
                  <a:lnTo>
                    <a:pt x="0" y="0"/>
                  </a:lnTo>
                  <a:lnTo>
                    <a:pt x="6"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8" name="Google Shape;108;p14"/>
            <p:cNvSpPr/>
            <p:nvPr/>
          </p:nvSpPr>
          <p:spPr>
            <a:xfrm>
              <a:off x="5864225" y="2784475"/>
              <a:ext cx="101600" cy="4762"/>
            </a:xfrm>
            <a:custGeom>
              <a:rect b="b" l="l" r="r" t="t"/>
              <a:pathLst>
                <a:path extrusionOk="0" h="2" w="53">
                  <a:moveTo>
                    <a:pt x="3" y="2"/>
                  </a:moveTo>
                  <a:lnTo>
                    <a:pt x="3" y="2"/>
                  </a:lnTo>
                  <a:cubicBezTo>
                    <a:pt x="21" y="2"/>
                    <a:pt x="36" y="2"/>
                    <a:pt x="53" y="1"/>
                  </a:cubicBezTo>
                  <a:cubicBezTo>
                    <a:pt x="46" y="1"/>
                    <a:pt x="0" y="0"/>
                    <a:pt x="3"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9" name="Google Shape;109;p14"/>
            <p:cNvSpPr/>
            <p:nvPr/>
          </p:nvSpPr>
          <p:spPr>
            <a:xfrm>
              <a:off x="4703763" y="2722563"/>
              <a:ext cx="84138" cy="1587"/>
            </a:xfrm>
            <a:custGeom>
              <a:rect b="b" l="l" r="r" t="t"/>
              <a:pathLst>
                <a:path extrusionOk="0" h="1" w="44">
                  <a:moveTo>
                    <a:pt x="3" y="1"/>
                  </a:moveTo>
                  <a:lnTo>
                    <a:pt x="3" y="1"/>
                  </a:lnTo>
                  <a:lnTo>
                    <a:pt x="44" y="0"/>
                  </a:lnTo>
                  <a:lnTo>
                    <a:pt x="0" y="0"/>
                  </a:lnTo>
                  <a:lnTo>
                    <a:pt x="3"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0" name="Google Shape;110;p14"/>
            <p:cNvSpPr/>
            <p:nvPr/>
          </p:nvSpPr>
          <p:spPr>
            <a:xfrm>
              <a:off x="4264025" y="2713038"/>
              <a:ext cx="77788" cy="4762"/>
            </a:xfrm>
            <a:custGeom>
              <a:rect b="b" l="l" r="r" t="t"/>
              <a:pathLst>
                <a:path extrusionOk="0" h="2" w="41">
                  <a:moveTo>
                    <a:pt x="41" y="1"/>
                  </a:moveTo>
                  <a:lnTo>
                    <a:pt x="41" y="1"/>
                  </a:lnTo>
                  <a:lnTo>
                    <a:pt x="34" y="0"/>
                  </a:lnTo>
                  <a:lnTo>
                    <a:pt x="0" y="1"/>
                  </a:lnTo>
                  <a:lnTo>
                    <a:pt x="7" y="2"/>
                  </a:lnTo>
                  <a:lnTo>
                    <a:pt x="41"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1" name="Google Shape;111;p14"/>
            <p:cNvSpPr/>
            <p:nvPr/>
          </p:nvSpPr>
          <p:spPr>
            <a:xfrm>
              <a:off x="4800600" y="2822575"/>
              <a:ext cx="117475" cy="7937"/>
            </a:xfrm>
            <a:custGeom>
              <a:rect b="b" l="l" r="r" t="t"/>
              <a:pathLst>
                <a:path extrusionOk="0" h="3" w="61">
                  <a:moveTo>
                    <a:pt x="11" y="2"/>
                  </a:moveTo>
                  <a:lnTo>
                    <a:pt x="11" y="2"/>
                  </a:lnTo>
                  <a:cubicBezTo>
                    <a:pt x="39" y="3"/>
                    <a:pt x="61" y="0"/>
                    <a:pt x="54" y="0"/>
                  </a:cubicBezTo>
                  <a:lnTo>
                    <a:pt x="0" y="0"/>
                  </a:lnTo>
                  <a:cubicBezTo>
                    <a:pt x="13" y="2"/>
                    <a:pt x="15" y="0"/>
                    <a:pt x="46" y="0"/>
                  </a:cubicBezTo>
                  <a:lnTo>
                    <a:pt x="11"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2" name="Google Shape;112;p14"/>
            <p:cNvSpPr/>
            <p:nvPr/>
          </p:nvSpPr>
          <p:spPr>
            <a:xfrm>
              <a:off x="187325" y="2714625"/>
              <a:ext cx="1925638" cy="31750"/>
            </a:xfrm>
            <a:custGeom>
              <a:rect b="b" l="l" r="r" t="t"/>
              <a:pathLst>
                <a:path extrusionOk="0" h="14" w="100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3" name="Google Shape;113;p14"/>
            <p:cNvSpPr/>
            <p:nvPr/>
          </p:nvSpPr>
          <p:spPr>
            <a:xfrm>
              <a:off x="1947862" y="2735263"/>
              <a:ext cx="47625" cy="0"/>
            </a:xfrm>
            <a:custGeom>
              <a:rect b="b" l="l" r="r" t="t"/>
              <a:pathLst>
                <a:path extrusionOk="0" h="120000" w="25">
                  <a:moveTo>
                    <a:pt x="0" y="0"/>
                  </a:moveTo>
                  <a:lnTo>
                    <a:pt x="0" y="0"/>
                  </a:lnTo>
                  <a:lnTo>
                    <a:pt x="25"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4" name="Google Shape;114;p14"/>
            <p:cNvSpPr/>
            <p:nvPr/>
          </p:nvSpPr>
          <p:spPr>
            <a:xfrm>
              <a:off x="112712" y="2724150"/>
              <a:ext cx="74613" cy="0"/>
            </a:xfrm>
            <a:custGeom>
              <a:rect b="b" l="l" r="r" t="t"/>
              <a:pathLst>
                <a:path extrusionOk="0" h="120000" w="39">
                  <a:moveTo>
                    <a:pt x="0" y="0"/>
                  </a:moveTo>
                  <a:lnTo>
                    <a:pt x="0" y="0"/>
                  </a:lnTo>
                  <a:lnTo>
                    <a:pt x="39" y="0"/>
                  </a:lnTo>
                  <a:cubicBezTo>
                    <a:pt x="27" y="0"/>
                    <a:pt x="14" y="0"/>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5" name="Google Shape;115;p14"/>
            <p:cNvSpPr/>
            <p:nvPr/>
          </p:nvSpPr>
          <p:spPr>
            <a:xfrm>
              <a:off x="2187575" y="2717800"/>
              <a:ext cx="176213" cy="6350"/>
            </a:xfrm>
            <a:custGeom>
              <a:rect b="b" l="l" r="r" t="t"/>
              <a:pathLst>
                <a:path extrusionOk="0" h="3" w="92">
                  <a:moveTo>
                    <a:pt x="71" y="3"/>
                  </a:moveTo>
                  <a:lnTo>
                    <a:pt x="71" y="3"/>
                  </a:lnTo>
                  <a:cubicBezTo>
                    <a:pt x="47" y="2"/>
                    <a:pt x="88" y="1"/>
                    <a:pt x="92" y="0"/>
                  </a:cubicBezTo>
                  <a:lnTo>
                    <a:pt x="8" y="1"/>
                  </a:lnTo>
                  <a:cubicBezTo>
                    <a:pt x="8" y="1"/>
                    <a:pt x="0" y="2"/>
                    <a:pt x="2" y="3"/>
                  </a:cubicBezTo>
                  <a:lnTo>
                    <a:pt x="71"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6" name="Google Shape;116;p14"/>
            <p:cNvSpPr/>
            <p:nvPr/>
          </p:nvSpPr>
          <p:spPr>
            <a:xfrm>
              <a:off x="2112962" y="2714625"/>
              <a:ext cx="90488" cy="4762"/>
            </a:xfrm>
            <a:custGeom>
              <a:rect b="b" l="l" r="r" t="t"/>
              <a:pathLst>
                <a:path extrusionOk="0" h="2" w="47">
                  <a:moveTo>
                    <a:pt x="22" y="0"/>
                  </a:moveTo>
                  <a:lnTo>
                    <a:pt x="22" y="0"/>
                  </a:lnTo>
                  <a:cubicBezTo>
                    <a:pt x="19" y="1"/>
                    <a:pt x="11" y="1"/>
                    <a:pt x="0" y="2"/>
                  </a:cubicBezTo>
                  <a:lnTo>
                    <a:pt x="47" y="2"/>
                  </a:lnTo>
                  <a:cubicBezTo>
                    <a:pt x="47" y="1"/>
                    <a:pt x="41" y="0"/>
                    <a:pt x="2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7" name="Google Shape;117;p14"/>
            <p:cNvSpPr/>
            <p:nvPr/>
          </p:nvSpPr>
          <p:spPr>
            <a:xfrm>
              <a:off x="2101850" y="2811463"/>
              <a:ext cx="71438" cy="3175"/>
            </a:xfrm>
            <a:custGeom>
              <a:rect b="b" l="l" r="r" t="t"/>
              <a:pathLst>
                <a:path extrusionOk="0" h="1" w="37">
                  <a:moveTo>
                    <a:pt x="37" y="0"/>
                  </a:moveTo>
                  <a:lnTo>
                    <a:pt x="37" y="0"/>
                  </a:lnTo>
                  <a:lnTo>
                    <a:pt x="22" y="1"/>
                  </a:lnTo>
                  <a:lnTo>
                    <a:pt x="0" y="1"/>
                  </a:lnTo>
                  <a:lnTo>
                    <a:pt x="37"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8" name="Google Shape;118;p14"/>
            <p:cNvSpPr/>
            <p:nvPr/>
          </p:nvSpPr>
          <p:spPr>
            <a:xfrm>
              <a:off x="1724025" y="2805113"/>
              <a:ext cx="120650" cy="4762"/>
            </a:xfrm>
            <a:custGeom>
              <a:rect b="b" l="l" r="r" t="t"/>
              <a:pathLst>
                <a:path extrusionOk="0" h="2" w="63">
                  <a:moveTo>
                    <a:pt x="0" y="0"/>
                  </a:moveTo>
                  <a:lnTo>
                    <a:pt x="0" y="0"/>
                  </a:lnTo>
                  <a:cubicBezTo>
                    <a:pt x="18" y="2"/>
                    <a:pt x="52" y="1"/>
                    <a:pt x="63" y="0"/>
                  </a:cubicBezTo>
                  <a:cubicBezTo>
                    <a:pt x="24" y="0"/>
                    <a:pt x="41" y="0"/>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9" name="Google Shape;119;p14"/>
            <p:cNvSpPr/>
            <p:nvPr/>
          </p:nvSpPr>
          <p:spPr>
            <a:xfrm>
              <a:off x="1744662" y="2833688"/>
              <a:ext cx="73025" cy="3175"/>
            </a:xfrm>
            <a:custGeom>
              <a:rect b="b" l="l" r="r" t="t"/>
              <a:pathLst>
                <a:path extrusionOk="0" h="1" w="38">
                  <a:moveTo>
                    <a:pt x="38" y="0"/>
                  </a:moveTo>
                  <a:lnTo>
                    <a:pt x="38" y="0"/>
                  </a:lnTo>
                  <a:lnTo>
                    <a:pt x="0" y="1"/>
                  </a:lnTo>
                  <a:lnTo>
                    <a:pt x="3" y="1"/>
                  </a:lnTo>
                  <a:lnTo>
                    <a:pt x="38"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20" name="Google Shape;120;p14"/>
            <p:cNvSpPr/>
            <p:nvPr/>
          </p:nvSpPr>
          <p:spPr>
            <a:xfrm>
              <a:off x="-474663" y="2741613"/>
              <a:ext cx="34925" cy="0"/>
            </a:xfrm>
            <a:custGeom>
              <a:rect b="b" l="l" r="r" t="t"/>
              <a:pathLst>
                <a:path extrusionOk="0" h="120000" w="18">
                  <a:moveTo>
                    <a:pt x="18" y="0"/>
                  </a:moveTo>
                  <a:lnTo>
                    <a:pt x="18" y="0"/>
                  </a:lnTo>
                  <a:lnTo>
                    <a:pt x="0" y="0"/>
                  </a:lnTo>
                  <a:lnTo>
                    <a:pt x="18"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21" name="Google Shape;121;p14"/>
            <p:cNvSpPr/>
            <p:nvPr/>
          </p:nvSpPr>
          <p:spPr>
            <a:xfrm>
              <a:off x="-947738" y="2725738"/>
              <a:ext cx="1239838" cy="19050"/>
            </a:xfrm>
            <a:custGeom>
              <a:rect b="b" l="l" r="r" t="t"/>
              <a:pathLst>
                <a:path extrusionOk="0" h="8" w="647">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22" name="Google Shape;122;p14"/>
            <p:cNvSpPr/>
            <p:nvPr/>
          </p:nvSpPr>
          <p:spPr>
            <a:xfrm>
              <a:off x="-1944688" y="2741613"/>
              <a:ext cx="4763" cy="0"/>
            </a:xfrm>
            <a:custGeom>
              <a:rect b="b" l="l" r="r" t="t"/>
              <a:pathLst>
                <a:path extrusionOk="0" h="120000" w="2">
                  <a:moveTo>
                    <a:pt x="1" y="0"/>
                  </a:moveTo>
                  <a:lnTo>
                    <a:pt x="1" y="0"/>
                  </a:lnTo>
                  <a:lnTo>
                    <a:pt x="2" y="0"/>
                  </a:lnTo>
                  <a:cubicBezTo>
                    <a:pt x="0" y="0"/>
                    <a:pt x="0" y="0"/>
                    <a:pt x="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23" name="Google Shape;123;p14"/>
            <p:cNvSpPr/>
            <p:nvPr/>
          </p:nvSpPr>
          <p:spPr>
            <a:xfrm>
              <a:off x="-1939925" y="2735263"/>
              <a:ext cx="173038" cy="6350"/>
            </a:xfrm>
            <a:custGeom>
              <a:rect b="b" l="l" r="r" t="t"/>
              <a:pathLst>
                <a:path extrusionOk="0" h="3" w="90">
                  <a:moveTo>
                    <a:pt x="36" y="3"/>
                  </a:moveTo>
                  <a:lnTo>
                    <a:pt x="36" y="3"/>
                  </a:lnTo>
                  <a:lnTo>
                    <a:pt x="90" y="0"/>
                  </a:lnTo>
                  <a:lnTo>
                    <a:pt x="6" y="1"/>
                  </a:lnTo>
                  <a:lnTo>
                    <a:pt x="0" y="3"/>
                  </a:lnTo>
                  <a:cubicBezTo>
                    <a:pt x="8" y="2"/>
                    <a:pt x="37" y="1"/>
                    <a:pt x="48" y="2"/>
                  </a:cubicBezTo>
                  <a:lnTo>
                    <a:pt x="36"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24" name="Google Shape;124;p14"/>
            <p:cNvSpPr/>
            <p:nvPr/>
          </p:nvSpPr>
          <p:spPr>
            <a:xfrm>
              <a:off x="-1773238" y="2733675"/>
              <a:ext cx="123825" cy="12700"/>
            </a:xfrm>
            <a:custGeom>
              <a:rect b="b" l="l" r="r" t="t"/>
              <a:pathLst>
                <a:path extrusionOk="0" h="6" w="65">
                  <a:moveTo>
                    <a:pt x="65" y="0"/>
                  </a:moveTo>
                  <a:lnTo>
                    <a:pt x="65" y="0"/>
                  </a:lnTo>
                  <a:cubicBezTo>
                    <a:pt x="22" y="1"/>
                    <a:pt x="25" y="3"/>
                    <a:pt x="48" y="4"/>
                  </a:cubicBezTo>
                  <a:cubicBezTo>
                    <a:pt x="8" y="5"/>
                    <a:pt x="27" y="1"/>
                    <a:pt x="0" y="4"/>
                  </a:cubicBezTo>
                  <a:cubicBezTo>
                    <a:pt x="1" y="6"/>
                    <a:pt x="50" y="5"/>
                    <a:pt x="61" y="4"/>
                  </a:cubicBezTo>
                  <a:lnTo>
                    <a:pt x="65"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25" name="Google Shape;125;p14"/>
            <p:cNvSpPr/>
            <p:nvPr/>
          </p:nvSpPr>
          <p:spPr>
            <a:xfrm>
              <a:off x="-1057275" y="2735263"/>
              <a:ext cx="57150" cy="3175"/>
            </a:xfrm>
            <a:custGeom>
              <a:rect b="b" l="l" r="r" t="t"/>
              <a:pathLst>
                <a:path extrusionOk="0" h="1" w="30">
                  <a:moveTo>
                    <a:pt x="12" y="0"/>
                  </a:moveTo>
                  <a:lnTo>
                    <a:pt x="12" y="0"/>
                  </a:lnTo>
                  <a:lnTo>
                    <a:pt x="0" y="1"/>
                  </a:lnTo>
                  <a:lnTo>
                    <a:pt x="30" y="1"/>
                  </a:lnTo>
                  <a:lnTo>
                    <a:pt x="12"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26" name="Google Shape;126;p14"/>
            <p:cNvSpPr/>
            <p:nvPr/>
          </p:nvSpPr>
          <p:spPr>
            <a:xfrm>
              <a:off x="-1116013" y="2738438"/>
              <a:ext cx="58738" cy="3175"/>
            </a:xfrm>
            <a:custGeom>
              <a:rect b="b" l="l" r="r" t="t"/>
              <a:pathLst>
                <a:path extrusionOk="0" h="2" w="30">
                  <a:moveTo>
                    <a:pt x="30" y="0"/>
                  </a:moveTo>
                  <a:lnTo>
                    <a:pt x="30" y="0"/>
                  </a:lnTo>
                  <a:lnTo>
                    <a:pt x="0" y="0"/>
                  </a:lnTo>
                  <a:cubicBezTo>
                    <a:pt x="2" y="0"/>
                    <a:pt x="4" y="1"/>
                    <a:pt x="9" y="2"/>
                  </a:cubicBezTo>
                  <a:lnTo>
                    <a:pt x="3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27" name="Google Shape;127;p14"/>
            <p:cNvSpPr/>
            <p:nvPr/>
          </p:nvSpPr>
          <p:spPr>
            <a:xfrm>
              <a:off x="-1349375" y="2735263"/>
              <a:ext cx="84138" cy="0"/>
            </a:xfrm>
            <a:custGeom>
              <a:rect b="b" l="l" r="r" t="t"/>
              <a:pathLst>
                <a:path extrusionOk="0" h="120000" w="44">
                  <a:moveTo>
                    <a:pt x="44" y="0"/>
                  </a:moveTo>
                  <a:lnTo>
                    <a:pt x="44" y="0"/>
                  </a:lnTo>
                  <a:lnTo>
                    <a:pt x="0" y="0"/>
                  </a:lnTo>
                  <a:lnTo>
                    <a:pt x="4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28" name="Google Shape;128;p14"/>
            <p:cNvSpPr/>
            <p:nvPr/>
          </p:nvSpPr>
          <p:spPr>
            <a:xfrm>
              <a:off x="-1265238" y="2735263"/>
              <a:ext cx="65088" cy="3175"/>
            </a:xfrm>
            <a:custGeom>
              <a:rect b="b" l="l" r="r" t="t"/>
              <a:pathLst>
                <a:path extrusionOk="0" h="1" w="34">
                  <a:moveTo>
                    <a:pt x="34" y="1"/>
                  </a:moveTo>
                  <a:lnTo>
                    <a:pt x="34" y="1"/>
                  </a:lnTo>
                  <a:lnTo>
                    <a:pt x="33" y="0"/>
                  </a:lnTo>
                  <a:lnTo>
                    <a:pt x="0" y="0"/>
                  </a:lnTo>
                  <a:lnTo>
                    <a:pt x="34"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29" name="Google Shape;129;p14"/>
            <p:cNvSpPr/>
            <p:nvPr/>
          </p:nvSpPr>
          <p:spPr>
            <a:xfrm>
              <a:off x="-1219200" y="2728913"/>
              <a:ext cx="103188" cy="9525"/>
            </a:xfrm>
            <a:custGeom>
              <a:rect b="b" l="l" r="r" t="t"/>
              <a:pathLst>
                <a:path extrusionOk="0" h="4" w="54">
                  <a:moveTo>
                    <a:pt x="54" y="4"/>
                  </a:moveTo>
                  <a:lnTo>
                    <a:pt x="54" y="4"/>
                  </a:lnTo>
                  <a:cubicBezTo>
                    <a:pt x="49" y="2"/>
                    <a:pt x="43" y="0"/>
                    <a:pt x="0" y="1"/>
                  </a:cubicBezTo>
                  <a:lnTo>
                    <a:pt x="9" y="3"/>
                  </a:lnTo>
                  <a:lnTo>
                    <a:pt x="54"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30" name="Google Shape;130;p14"/>
            <p:cNvSpPr/>
            <p:nvPr/>
          </p:nvSpPr>
          <p:spPr>
            <a:xfrm>
              <a:off x="1225550" y="2830513"/>
              <a:ext cx="73025" cy="3175"/>
            </a:xfrm>
            <a:custGeom>
              <a:rect b="b" l="l" r="r" t="t"/>
              <a:pathLst>
                <a:path extrusionOk="0" h="2" w="38">
                  <a:moveTo>
                    <a:pt x="34" y="0"/>
                  </a:moveTo>
                  <a:lnTo>
                    <a:pt x="34" y="0"/>
                  </a:lnTo>
                  <a:lnTo>
                    <a:pt x="0" y="1"/>
                  </a:lnTo>
                  <a:lnTo>
                    <a:pt x="4" y="2"/>
                  </a:lnTo>
                  <a:lnTo>
                    <a:pt x="38" y="1"/>
                  </a:lnTo>
                  <a:lnTo>
                    <a:pt x="3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31" name="Google Shape;131;p14"/>
            <p:cNvSpPr/>
            <p:nvPr/>
          </p:nvSpPr>
          <p:spPr>
            <a:xfrm>
              <a:off x="874712" y="2827338"/>
              <a:ext cx="39688" cy="3175"/>
            </a:xfrm>
            <a:custGeom>
              <a:rect b="b" l="l" r="r" t="t"/>
              <a:pathLst>
                <a:path extrusionOk="0" h="1" w="21">
                  <a:moveTo>
                    <a:pt x="21" y="0"/>
                  </a:moveTo>
                  <a:lnTo>
                    <a:pt x="21" y="0"/>
                  </a:lnTo>
                  <a:lnTo>
                    <a:pt x="0" y="1"/>
                  </a:lnTo>
                  <a:cubicBezTo>
                    <a:pt x="9" y="1"/>
                    <a:pt x="16" y="1"/>
                    <a:pt x="2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32" name="Google Shape;132;p14"/>
            <p:cNvSpPr/>
            <p:nvPr/>
          </p:nvSpPr>
          <p:spPr>
            <a:xfrm>
              <a:off x="417512" y="2827338"/>
              <a:ext cx="457200" cy="31750"/>
            </a:xfrm>
            <a:custGeom>
              <a:rect b="b" l="l" r="r" t="t"/>
              <a:pathLst>
                <a:path extrusionOk="0" h="14" w="238">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33" name="Google Shape;133;p14"/>
            <p:cNvSpPr/>
            <p:nvPr/>
          </p:nvSpPr>
          <p:spPr>
            <a:xfrm>
              <a:off x="755650" y="2859087"/>
              <a:ext cx="68263" cy="4762"/>
            </a:xfrm>
            <a:custGeom>
              <a:rect b="b" l="l" r="r" t="t"/>
              <a:pathLst>
                <a:path extrusionOk="0" h="2" w="36">
                  <a:moveTo>
                    <a:pt x="0" y="1"/>
                  </a:moveTo>
                  <a:lnTo>
                    <a:pt x="0" y="1"/>
                  </a:lnTo>
                  <a:cubicBezTo>
                    <a:pt x="19" y="2"/>
                    <a:pt x="24" y="1"/>
                    <a:pt x="36" y="1"/>
                  </a:cubicBezTo>
                  <a:cubicBezTo>
                    <a:pt x="33" y="0"/>
                    <a:pt x="15" y="1"/>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34" name="Google Shape;134;p14"/>
            <p:cNvSpPr/>
            <p:nvPr/>
          </p:nvSpPr>
          <p:spPr>
            <a:xfrm>
              <a:off x="-133350" y="2798763"/>
              <a:ext cx="111125" cy="4762"/>
            </a:xfrm>
            <a:custGeom>
              <a:rect b="b" l="l" r="r" t="t"/>
              <a:pathLst>
                <a:path extrusionOk="0" h="2" w="58">
                  <a:moveTo>
                    <a:pt x="37" y="0"/>
                  </a:moveTo>
                  <a:lnTo>
                    <a:pt x="37" y="0"/>
                  </a:lnTo>
                  <a:cubicBezTo>
                    <a:pt x="34" y="1"/>
                    <a:pt x="0" y="1"/>
                    <a:pt x="7" y="2"/>
                  </a:cubicBezTo>
                  <a:lnTo>
                    <a:pt x="58" y="2"/>
                  </a:lnTo>
                  <a:cubicBezTo>
                    <a:pt x="46" y="2"/>
                    <a:pt x="42" y="1"/>
                    <a:pt x="37"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35" name="Google Shape;135;p14"/>
            <p:cNvSpPr/>
            <p:nvPr/>
          </p:nvSpPr>
          <p:spPr>
            <a:xfrm>
              <a:off x="-22225" y="2800350"/>
              <a:ext cx="44450" cy="3175"/>
            </a:xfrm>
            <a:custGeom>
              <a:rect b="b" l="l" r="r" t="t"/>
              <a:pathLst>
                <a:path extrusionOk="0" h="1" w="23">
                  <a:moveTo>
                    <a:pt x="23" y="0"/>
                  </a:moveTo>
                  <a:lnTo>
                    <a:pt x="23" y="0"/>
                  </a:lnTo>
                  <a:lnTo>
                    <a:pt x="0" y="1"/>
                  </a:lnTo>
                  <a:cubicBezTo>
                    <a:pt x="6" y="1"/>
                    <a:pt x="13" y="1"/>
                    <a:pt x="2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36" name="Google Shape;136;p14"/>
            <p:cNvSpPr/>
            <p:nvPr/>
          </p:nvSpPr>
          <p:spPr>
            <a:xfrm>
              <a:off x="-66675" y="2798763"/>
              <a:ext cx="6350" cy="0"/>
            </a:xfrm>
            <a:custGeom>
              <a:rect b="b" l="l" r="r" t="t"/>
              <a:pathLst>
                <a:path extrusionOk="0" h="120000" w="3">
                  <a:moveTo>
                    <a:pt x="0" y="0"/>
                  </a:moveTo>
                  <a:lnTo>
                    <a:pt x="0" y="0"/>
                  </a:lnTo>
                  <a:lnTo>
                    <a:pt x="2" y="0"/>
                  </a:lnTo>
                  <a:cubicBezTo>
                    <a:pt x="3" y="0"/>
                    <a:pt x="3" y="0"/>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37" name="Google Shape;137;p14"/>
            <p:cNvSpPr/>
            <p:nvPr/>
          </p:nvSpPr>
          <p:spPr>
            <a:xfrm>
              <a:off x="-1566863" y="2730500"/>
              <a:ext cx="65088" cy="3175"/>
            </a:xfrm>
            <a:custGeom>
              <a:rect b="b" l="l" r="r" t="t"/>
              <a:pathLst>
                <a:path extrusionOk="0" h="1" w="34">
                  <a:moveTo>
                    <a:pt x="33" y="1"/>
                  </a:moveTo>
                  <a:lnTo>
                    <a:pt x="33" y="1"/>
                  </a:lnTo>
                  <a:cubicBezTo>
                    <a:pt x="34" y="0"/>
                    <a:pt x="12" y="1"/>
                    <a:pt x="0" y="1"/>
                  </a:cubicBezTo>
                  <a:cubicBezTo>
                    <a:pt x="9" y="1"/>
                    <a:pt x="22" y="1"/>
                    <a:pt x="33"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38" name="Google Shape;138;p14"/>
            <p:cNvSpPr/>
            <p:nvPr/>
          </p:nvSpPr>
          <p:spPr>
            <a:xfrm>
              <a:off x="-3175000" y="2740025"/>
              <a:ext cx="38100" cy="0"/>
            </a:xfrm>
            <a:custGeom>
              <a:rect b="b" l="l" r="r" t="t"/>
              <a:pathLst>
                <a:path extrusionOk="0" h="120000" w="20">
                  <a:moveTo>
                    <a:pt x="20" y="0"/>
                  </a:moveTo>
                  <a:lnTo>
                    <a:pt x="20" y="0"/>
                  </a:lnTo>
                  <a:lnTo>
                    <a:pt x="0" y="0"/>
                  </a:lnTo>
                  <a:cubicBezTo>
                    <a:pt x="7" y="0"/>
                    <a:pt x="11" y="0"/>
                    <a:pt x="2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39" name="Google Shape;139;p14"/>
            <p:cNvSpPr/>
            <p:nvPr/>
          </p:nvSpPr>
          <p:spPr>
            <a:xfrm>
              <a:off x="-3735388" y="2803525"/>
              <a:ext cx="6350" cy="1587"/>
            </a:xfrm>
            <a:custGeom>
              <a:rect b="b" l="l" r="r" t="t"/>
              <a:pathLst>
                <a:path extrusionOk="0" h="1" w="4">
                  <a:moveTo>
                    <a:pt x="4" y="0"/>
                  </a:moveTo>
                  <a:lnTo>
                    <a:pt x="4" y="0"/>
                  </a:lnTo>
                  <a:cubicBezTo>
                    <a:pt x="3" y="0"/>
                    <a:pt x="2" y="1"/>
                    <a:pt x="0" y="1"/>
                  </a:cubicBezTo>
                  <a:cubicBezTo>
                    <a:pt x="2" y="1"/>
                    <a:pt x="3" y="1"/>
                    <a:pt x="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40" name="Google Shape;140;p14"/>
            <p:cNvSpPr/>
            <p:nvPr/>
          </p:nvSpPr>
          <p:spPr>
            <a:xfrm>
              <a:off x="-3924300" y="2803525"/>
              <a:ext cx="188913" cy="3175"/>
            </a:xfrm>
            <a:custGeom>
              <a:rect b="b" l="l" r="r" t="t"/>
              <a:pathLst>
                <a:path extrusionOk="0" h="2" w="98">
                  <a:moveTo>
                    <a:pt x="98" y="1"/>
                  </a:moveTo>
                  <a:lnTo>
                    <a:pt x="98" y="1"/>
                  </a:lnTo>
                  <a:cubicBezTo>
                    <a:pt x="84" y="2"/>
                    <a:pt x="42" y="0"/>
                    <a:pt x="26" y="1"/>
                  </a:cubicBezTo>
                  <a:lnTo>
                    <a:pt x="28" y="1"/>
                  </a:lnTo>
                  <a:lnTo>
                    <a:pt x="0" y="2"/>
                  </a:lnTo>
                  <a:cubicBezTo>
                    <a:pt x="27" y="2"/>
                    <a:pt x="82" y="2"/>
                    <a:pt x="98"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grpSp>
      <p:sp>
        <p:nvSpPr>
          <p:cNvPr id="141" name="Google Shape;141;p14"/>
          <p:cNvSpPr txBox="1"/>
          <p:nvPr>
            <p:ph idx="1" type="subTitle"/>
          </p:nvPr>
        </p:nvSpPr>
        <p:spPr>
          <a:xfrm>
            <a:off x="1522413" y="5105400"/>
            <a:ext cx="9143999" cy="10668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lt1"/>
              </a:buClr>
              <a:buSzPts val="2400"/>
              <a:buNone/>
              <a:defRPr>
                <a:solidFill>
                  <a:schemeClr val="lt1"/>
                </a:solidFill>
              </a:defRPr>
            </a:lvl1pPr>
            <a:lvl2pPr lvl="1" algn="ctr">
              <a:lnSpc>
                <a:spcPct val="90000"/>
              </a:lnSpc>
              <a:spcBef>
                <a:spcPts val="600"/>
              </a:spcBef>
              <a:spcAft>
                <a:spcPts val="0"/>
              </a:spcAft>
              <a:buClr>
                <a:schemeClr val="lt1"/>
              </a:buClr>
              <a:buSzPts val="2000"/>
              <a:buNone/>
              <a:defRPr>
                <a:solidFill>
                  <a:schemeClr val="lt1"/>
                </a:solidFill>
              </a:defRPr>
            </a:lvl2pPr>
            <a:lvl3pPr lvl="2" algn="ctr">
              <a:lnSpc>
                <a:spcPct val="90000"/>
              </a:lnSpc>
              <a:spcBef>
                <a:spcPts val="600"/>
              </a:spcBef>
              <a:spcAft>
                <a:spcPts val="0"/>
              </a:spcAft>
              <a:buClr>
                <a:schemeClr val="lt1"/>
              </a:buClr>
              <a:buSzPts val="1800"/>
              <a:buNone/>
              <a:defRPr>
                <a:solidFill>
                  <a:schemeClr val="lt1"/>
                </a:solidFill>
              </a:defRPr>
            </a:lvl3pPr>
            <a:lvl4pPr lvl="3" algn="ctr">
              <a:lnSpc>
                <a:spcPct val="90000"/>
              </a:lnSpc>
              <a:spcBef>
                <a:spcPts val="600"/>
              </a:spcBef>
              <a:spcAft>
                <a:spcPts val="0"/>
              </a:spcAft>
              <a:buClr>
                <a:schemeClr val="lt1"/>
              </a:buClr>
              <a:buSzPts val="1600"/>
              <a:buNone/>
              <a:defRPr>
                <a:solidFill>
                  <a:schemeClr val="lt1"/>
                </a:solidFill>
              </a:defRPr>
            </a:lvl4pPr>
            <a:lvl5pPr lvl="4" algn="ctr">
              <a:lnSpc>
                <a:spcPct val="90000"/>
              </a:lnSpc>
              <a:spcBef>
                <a:spcPts val="600"/>
              </a:spcBef>
              <a:spcAft>
                <a:spcPts val="0"/>
              </a:spcAft>
              <a:buClr>
                <a:schemeClr val="lt1"/>
              </a:buClr>
              <a:buSzPts val="1600"/>
              <a:buNone/>
              <a:defRPr>
                <a:solidFill>
                  <a:schemeClr val="lt1"/>
                </a:solidFill>
              </a:defRPr>
            </a:lvl5pPr>
            <a:lvl6pPr lvl="5" algn="ctr">
              <a:lnSpc>
                <a:spcPct val="90000"/>
              </a:lnSpc>
              <a:spcBef>
                <a:spcPts val="600"/>
              </a:spcBef>
              <a:spcAft>
                <a:spcPts val="0"/>
              </a:spcAft>
              <a:buClr>
                <a:schemeClr val="lt1"/>
              </a:buClr>
              <a:buSzPts val="1600"/>
              <a:buNone/>
              <a:defRPr>
                <a:solidFill>
                  <a:schemeClr val="lt1"/>
                </a:solidFill>
              </a:defRPr>
            </a:lvl6pPr>
            <a:lvl7pPr lvl="6" algn="ctr">
              <a:lnSpc>
                <a:spcPct val="90000"/>
              </a:lnSpc>
              <a:spcBef>
                <a:spcPts val="600"/>
              </a:spcBef>
              <a:spcAft>
                <a:spcPts val="0"/>
              </a:spcAft>
              <a:buClr>
                <a:schemeClr val="lt1"/>
              </a:buClr>
              <a:buSzPts val="1600"/>
              <a:buNone/>
              <a:defRPr>
                <a:solidFill>
                  <a:schemeClr val="lt1"/>
                </a:solidFill>
              </a:defRPr>
            </a:lvl7pPr>
            <a:lvl8pPr lvl="7" algn="ctr">
              <a:lnSpc>
                <a:spcPct val="90000"/>
              </a:lnSpc>
              <a:spcBef>
                <a:spcPts val="600"/>
              </a:spcBef>
              <a:spcAft>
                <a:spcPts val="0"/>
              </a:spcAft>
              <a:buClr>
                <a:schemeClr val="lt1"/>
              </a:buClr>
              <a:buSzPts val="1600"/>
              <a:buNone/>
              <a:defRPr>
                <a:solidFill>
                  <a:schemeClr val="lt1"/>
                </a:solidFill>
              </a:defRPr>
            </a:lvl8pPr>
            <a:lvl9pPr lvl="8" algn="ctr">
              <a:lnSpc>
                <a:spcPct val="90000"/>
              </a:lnSpc>
              <a:spcBef>
                <a:spcPts val="600"/>
              </a:spcBef>
              <a:spcAft>
                <a:spcPts val="0"/>
              </a:spcAft>
              <a:buClr>
                <a:schemeClr val="lt1"/>
              </a:buClr>
              <a:buSzPts val="1600"/>
              <a:buNone/>
              <a:defRPr>
                <a:solidFill>
                  <a:schemeClr val="lt1"/>
                </a:solidFill>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2" name="Shape 142"/>
        <p:cNvGrpSpPr/>
        <p:nvPr/>
      </p:nvGrpSpPr>
      <p:grpSpPr>
        <a:xfrm>
          <a:off x="0" y="0"/>
          <a:ext cx="0" cy="0"/>
          <a:chOff x="0" y="0"/>
          <a:chExt cx="0" cy="0"/>
        </a:xfrm>
      </p:grpSpPr>
      <p:sp>
        <p:nvSpPr>
          <p:cNvPr id="143" name="Google Shape;143;p15"/>
          <p:cNvSpPr txBox="1"/>
          <p:nvPr>
            <p:ph type="title"/>
          </p:nvPr>
        </p:nvSpPr>
        <p:spPr>
          <a:xfrm>
            <a:off x="1522413" y="1905000"/>
            <a:ext cx="9144000" cy="26670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4400"/>
              <a:buFont typeface="Consolas"/>
              <a:buNone/>
              <a:defRPr b="0" sz="44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grpSp>
        <p:nvGrpSpPr>
          <p:cNvPr descr="Line graphic" id="144" name="Google Shape;144;p15"/>
          <p:cNvGrpSpPr/>
          <p:nvPr/>
        </p:nvGrpSpPr>
        <p:grpSpPr>
          <a:xfrm>
            <a:off x="1584896" y="4724400"/>
            <a:ext cx="8631936" cy="64008"/>
            <a:chOff x="-4110038" y="2703513"/>
            <a:chExt cx="17394239" cy="160336"/>
          </a:xfrm>
        </p:grpSpPr>
        <p:sp>
          <p:nvSpPr>
            <p:cNvPr id="145" name="Google Shape;145;p15"/>
            <p:cNvSpPr/>
            <p:nvPr/>
          </p:nvSpPr>
          <p:spPr>
            <a:xfrm>
              <a:off x="12815888" y="2768600"/>
              <a:ext cx="468313" cy="19050"/>
            </a:xfrm>
            <a:custGeom>
              <a:rect b="b" l="l" r="r" t="t"/>
              <a:pathLst>
                <a:path extrusionOk="0" h="8" w="244">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46" name="Google Shape;146;p15"/>
            <p:cNvSpPr/>
            <p:nvPr/>
          </p:nvSpPr>
          <p:spPr>
            <a:xfrm>
              <a:off x="12380913" y="2755900"/>
              <a:ext cx="461963" cy="26987"/>
            </a:xfrm>
            <a:custGeom>
              <a:rect b="b" l="l" r="r" t="t"/>
              <a:pathLst>
                <a:path extrusionOk="0" h="12" w="241">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47" name="Google Shape;147;p15"/>
            <p:cNvSpPr/>
            <p:nvPr/>
          </p:nvSpPr>
          <p:spPr>
            <a:xfrm>
              <a:off x="12814300" y="2779713"/>
              <a:ext cx="1588" cy="0"/>
            </a:xfrm>
            <a:custGeom>
              <a:rect b="b" l="l" r="r" t="t"/>
              <a:pathLst>
                <a:path extrusionOk="0" h="120000" w="1">
                  <a:moveTo>
                    <a:pt x="0" y="0"/>
                  </a:moveTo>
                  <a:lnTo>
                    <a:pt x="0" y="0"/>
                  </a:lnTo>
                  <a:lnTo>
                    <a:pt x="1"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48" name="Google Shape;148;p15"/>
            <p:cNvSpPr/>
            <p:nvPr/>
          </p:nvSpPr>
          <p:spPr>
            <a:xfrm>
              <a:off x="2738437" y="2795588"/>
              <a:ext cx="425450" cy="15875"/>
            </a:xfrm>
            <a:custGeom>
              <a:rect b="b" l="l" r="r" t="t"/>
              <a:pathLst>
                <a:path extrusionOk="0" h="7" w="222">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49" name="Google Shape;149;p15"/>
            <p:cNvSpPr/>
            <p:nvPr/>
          </p:nvSpPr>
          <p:spPr>
            <a:xfrm>
              <a:off x="-3646488" y="2800350"/>
              <a:ext cx="46038" cy="3175"/>
            </a:xfrm>
            <a:custGeom>
              <a:rect b="b" l="l" r="r" t="t"/>
              <a:pathLst>
                <a:path extrusionOk="0" h="1" w="24">
                  <a:moveTo>
                    <a:pt x="0" y="1"/>
                  </a:moveTo>
                  <a:lnTo>
                    <a:pt x="0" y="1"/>
                  </a:lnTo>
                  <a:cubicBezTo>
                    <a:pt x="21" y="0"/>
                    <a:pt x="24" y="0"/>
                    <a:pt x="21" y="0"/>
                  </a:cubicBezTo>
                  <a:lnTo>
                    <a:pt x="0"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50" name="Google Shape;150;p15"/>
            <p:cNvSpPr/>
            <p:nvPr/>
          </p:nvSpPr>
          <p:spPr>
            <a:xfrm>
              <a:off x="2627312" y="2816225"/>
              <a:ext cx="63500" cy="4762"/>
            </a:xfrm>
            <a:custGeom>
              <a:rect b="b" l="l" r="r" t="t"/>
              <a:pathLst>
                <a:path extrusionOk="0" h="2" w="33">
                  <a:moveTo>
                    <a:pt x="33" y="0"/>
                  </a:moveTo>
                  <a:lnTo>
                    <a:pt x="33" y="0"/>
                  </a:lnTo>
                  <a:lnTo>
                    <a:pt x="0" y="2"/>
                  </a:lnTo>
                  <a:cubicBezTo>
                    <a:pt x="14" y="1"/>
                    <a:pt x="25" y="1"/>
                    <a:pt x="3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51" name="Google Shape;151;p15"/>
            <p:cNvSpPr/>
            <p:nvPr/>
          </p:nvSpPr>
          <p:spPr>
            <a:xfrm>
              <a:off x="3103562" y="2741613"/>
              <a:ext cx="28575" cy="3175"/>
            </a:xfrm>
            <a:custGeom>
              <a:rect b="b" l="l" r="r" t="t"/>
              <a:pathLst>
                <a:path extrusionOk="0" h="1" w="15">
                  <a:moveTo>
                    <a:pt x="15" y="0"/>
                  </a:moveTo>
                  <a:lnTo>
                    <a:pt x="15" y="0"/>
                  </a:lnTo>
                  <a:cubicBezTo>
                    <a:pt x="15" y="0"/>
                    <a:pt x="15" y="0"/>
                    <a:pt x="15" y="0"/>
                  </a:cubicBezTo>
                  <a:lnTo>
                    <a:pt x="0" y="1"/>
                  </a:lnTo>
                  <a:lnTo>
                    <a:pt x="0" y="1"/>
                  </a:lnTo>
                  <a:lnTo>
                    <a:pt x="15"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52" name="Google Shape;152;p15"/>
            <p:cNvSpPr/>
            <p:nvPr/>
          </p:nvSpPr>
          <p:spPr>
            <a:xfrm>
              <a:off x="1227137" y="2836863"/>
              <a:ext cx="20638" cy="0"/>
            </a:xfrm>
            <a:custGeom>
              <a:rect b="b" l="l" r="r" t="t"/>
              <a:pathLst>
                <a:path extrusionOk="0" h="120000" w="11">
                  <a:moveTo>
                    <a:pt x="11" y="0"/>
                  </a:moveTo>
                  <a:lnTo>
                    <a:pt x="11" y="0"/>
                  </a:lnTo>
                  <a:lnTo>
                    <a:pt x="0" y="0"/>
                  </a:lnTo>
                  <a:lnTo>
                    <a:pt x="1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53" name="Google Shape;153;p15"/>
            <p:cNvSpPr/>
            <p:nvPr/>
          </p:nvSpPr>
          <p:spPr>
            <a:xfrm>
              <a:off x="3660775" y="2713038"/>
              <a:ext cx="331788" cy="20637"/>
            </a:xfrm>
            <a:custGeom>
              <a:rect b="b" l="l" r="r" t="t"/>
              <a:pathLst>
                <a:path extrusionOk="0" h="9" w="173">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54" name="Google Shape;154;p15"/>
            <p:cNvSpPr/>
            <p:nvPr/>
          </p:nvSpPr>
          <p:spPr>
            <a:xfrm>
              <a:off x="-1674813" y="2768600"/>
              <a:ext cx="1588" cy="0"/>
            </a:xfrm>
            <a:custGeom>
              <a:rect b="b" l="l" r="r" t="t"/>
              <a:pathLst>
                <a:path extrusionOk="0" h="120000" w="1">
                  <a:moveTo>
                    <a:pt x="0" y="0"/>
                  </a:moveTo>
                  <a:lnTo>
                    <a:pt x="0" y="0"/>
                  </a:lnTo>
                  <a:lnTo>
                    <a:pt x="1" y="0"/>
                  </a:lnTo>
                  <a:cubicBezTo>
                    <a:pt x="0" y="0"/>
                    <a:pt x="0" y="0"/>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55" name="Google Shape;155;p15"/>
            <p:cNvSpPr/>
            <p:nvPr/>
          </p:nvSpPr>
          <p:spPr>
            <a:xfrm>
              <a:off x="-1673225" y="2767013"/>
              <a:ext cx="36513" cy="1587"/>
            </a:xfrm>
            <a:custGeom>
              <a:rect b="b" l="l" r="r" t="t"/>
              <a:pathLst>
                <a:path extrusionOk="0" h="1" w="19">
                  <a:moveTo>
                    <a:pt x="3" y="0"/>
                  </a:moveTo>
                  <a:lnTo>
                    <a:pt x="3" y="0"/>
                  </a:lnTo>
                  <a:lnTo>
                    <a:pt x="0" y="1"/>
                  </a:lnTo>
                  <a:cubicBezTo>
                    <a:pt x="4" y="0"/>
                    <a:pt x="19" y="0"/>
                    <a:pt x="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56" name="Google Shape;156;p15"/>
            <p:cNvSpPr/>
            <p:nvPr/>
          </p:nvSpPr>
          <p:spPr>
            <a:xfrm>
              <a:off x="2690812" y="2811463"/>
              <a:ext cx="47625" cy="4762"/>
            </a:xfrm>
            <a:custGeom>
              <a:rect b="b" l="l" r="r" t="t"/>
              <a:pathLst>
                <a:path extrusionOk="0" h="2" w="25">
                  <a:moveTo>
                    <a:pt x="13" y="0"/>
                  </a:moveTo>
                  <a:lnTo>
                    <a:pt x="13" y="0"/>
                  </a:lnTo>
                  <a:cubicBezTo>
                    <a:pt x="12" y="0"/>
                    <a:pt x="7" y="1"/>
                    <a:pt x="0" y="2"/>
                  </a:cubicBezTo>
                  <a:lnTo>
                    <a:pt x="25" y="0"/>
                  </a:lnTo>
                  <a:lnTo>
                    <a:pt x="1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57" name="Google Shape;157;p15"/>
            <p:cNvSpPr/>
            <p:nvPr/>
          </p:nvSpPr>
          <p:spPr>
            <a:xfrm>
              <a:off x="2822575" y="2794000"/>
              <a:ext cx="163513" cy="4762"/>
            </a:xfrm>
            <a:custGeom>
              <a:rect b="b" l="l" r="r" t="t"/>
              <a:pathLst>
                <a:path extrusionOk="0" h="2" w="85">
                  <a:moveTo>
                    <a:pt x="0" y="2"/>
                  </a:moveTo>
                  <a:lnTo>
                    <a:pt x="0" y="2"/>
                  </a:lnTo>
                  <a:lnTo>
                    <a:pt x="62" y="1"/>
                  </a:lnTo>
                  <a:lnTo>
                    <a:pt x="85" y="0"/>
                  </a:lnTo>
                  <a:lnTo>
                    <a:pt x="0"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58" name="Google Shape;158;p15"/>
            <p:cNvSpPr/>
            <p:nvPr/>
          </p:nvSpPr>
          <p:spPr>
            <a:xfrm>
              <a:off x="715962" y="2809875"/>
              <a:ext cx="1911350" cy="50800"/>
            </a:xfrm>
            <a:custGeom>
              <a:rect b="b" l="l" r="r" t="t"/>
              <a:pathLst>
                <a:path extrusionOk="0" h="23" w="996">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59" name="Google Shape;159;p15"/>
            <p:cNvSpPr/>
            <p:nvPr/>
          </p:nvSpPr>
          <p:spPr>
            <a:xfrm>
              <a:off x="1995487" y="2822575"/>
              <a:ext cx="20638" cy="0"/>
            </a:xfrm>
            <a:custGeom>
              <a:rect b="b" l="l" r="r" t="t"/>
              <a:pathLst>
                <a:path extrusionOk="0" h="120000" w="10">
                  <a:moveTo>
                    <a:pt x="10" y="0"/>
                  </a:moveTo>
                  <a:lnTo>
                    <a:pt x="10" y="0"/>
                  </a:lnTo>
                  <a:lnTo>
                    <a:pt x="0" y="0"/>
                  </a:lnTo>
                  <a:cubicBezTo>
                    <a:pt x="1" y="0"/>
                    <a:pt x="4" y="0"/>
                    <a:pt x="1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60" name="Google Shape;160;p15"/>
            <p:cNvSpPr/>
            <p:nvPr/>
          </p:nvSpPr>
          <p:spPr>
            <a:xfrm>
              <a:off x="1630362" y="2830513"/>
              <a:ext cx="22225" cy="0"/>
            </a:xfrm>
            <a:custGeom>
              <a:rect b="b" l="l" r="r" t="t"/>
              <a:pathLst>
                <a:path extrusionOk="0" h="120000" w="12">
                  <a:moveTo>
                    <a:pt x="11" y="0"/>
                  </a:moveTo>
                  <a:lnTo>
                    <a:pt x="11" y="0"/>
                  </a:lnTo>
                  <a:cubicBezTo>
                    <a:pt x="12" y="0"/>
                    <a:pt x="11" y="0"/>
                    <a:pt x="12" y="0"/>
                  </a:cubicBezTo>
                  <a:lnTo>
                    <a:pt x="0" y="0"/>
                  </a:lnTo>
                  <a:lnTo>
                    <a:pt x="1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61" name="Google Shape;161;p15"/>
            <p:cNvSpPr/>
            <p:nvPr/>
          </p:nvSpPr>
          <p:spPr>
            <a:xfrm>
              <a:off x="2651125" y="2798763"/>
              <a:ext cx="46038" cy="1587"/>
            </a:xfrm>
            <a:custGeom>
              <a:rect b="b" l="l" r="r" t="t"/>
              <a:pathLst>
                <a:path extrusionOk="0" h="1" w="24">
                  <a:moveTo>
                    <a:pt x="3" y="1"/>
                  </a:moveTo>
                  <a:lnTo>
                    <a:pt x="3" y="1"/>
                  </a:lnTo>
                  <a:lnTo>
                    <a:pt x="24" y="0"/>
                  </a:lnTo>
                  <a:lnTo>
                    <a:pt x="8" y="1"/>
                  </a:lnTo>
                  <a:cubicBezTo>
                    <a:pt x="2" y="1"/>
                    <a:pt x="0" y="1"/>
                    <a:pt x="3"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62" name="Google Shape;162;p15"/>
            <p:cNvSpPr/>
            <p:nvPr/>
          </p:nvSpPr>
          <p:spPr>
            <a:xfrm>
              <a:off x="2698750" y="2809875"/>
              <a:ext cx="19050" cy="1587"/>
            </a:xfrm>
            <a:custGeom>
              <a:rect b="b" l="l" r="r" t="t"/>
              <a:pathLst>
                <a:path extrusionOk="0" h="1" w="10">
                  <a:moveTo>
                    <a:pt x="4" y="0"/>
                  </a:moveTo>
                  <a:lnTo>
                    <a:pt x="4" y="0"/>
                  </a:lnTo>
                  <a:lnTo>
                    <a:pt x="0" y="1"/>
                  </a:lnTo>
                  <a:lnTo>
                    <a:pt x="9" y="1"/>
                  </a:lnTo>
                  <a:cubicBezTo>
                    <a:pt x="10" y="0"/>
                    <a:pt x="9" y="0"/>
                    <a:pt x="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63" name="Google Shape;163;p15"/>
            <p:cNvSpPr/>
            <p:nvPr/>
          </p:nvSpPr>
          <p:spPr>
            <a:xfrm>
              <a:off x="469900" y="2800350"/>
              <a:ext cx="23813" cy="3175"/>
            </a:xfrm>
            <a:custGeom>
              <a:rect b="b" l="l" r="r" t="t"/>
              <a:pathLst>
                <a:path extrusionOk="0" h="1" w="13">
                  <a:moveTo>
                    <a:pt x="13" y="0"/>
                  </a:moveTo>
                  <a:lnTo>
                    <a:pt x="13" y="0"/>
                  </a:lnTo>
                  <a:lnTo>
                    <a:pt x="0" y="1"/>
                  </a:lnTo>
                  <a:cubicBezTo>
                    <a:pt x="8" y="1"/>
                    <a:pt x="11" y="1"/>
                    <a:pt x="1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64" name="Google Shape;164;p15"/>
            <p:cNvSpPr/>
            <p:nvPr/>
          </p:nvSpPr>
          <p:spPr>
            <a:xfrm>
              <a:off x="998537" y="2811463"/>
              <a:ext cx="1076325" cy="20637"/>
            </a:xfrm>
            <a:custGeom>
              <a:rect b="b" l="l" r="r" t="t"/>
              <a:pathLst>
                <a:path extrusionOk="0" h="9" w="561">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65" name="Google Shape;165;p15"/>
            <p:cNvSpPr/>
            <p:nvPr/>
          </p:nvSpPr>
          <p:spPr>
            <a:xfrm>
              <a:off x="2495550" y="2803525"/>
              <a:ext cx="17463" cy="0"/>
            </a:xfrm>
            <a:custGeom>
              <a:rect b="b" l="l" r="r" t="t"/>
              <a:pathLst>
                <a:path extrusionOk="0" h="120000" w="9">
                  <a:moveTo>
                    <a:pt x="9" y="0"/>
                  </a:moveTo>
                  <a:lnTo>
                    <a:pt x="9" y="0"/>
                  </a:lnTo>
                  <a:lnTo>
                    <a:pt x="0" y="0"/>
                  </a:lnTo>
                  <a:lnTo>
                    <a:pt x="9"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66" name="Google Shape;166;p15"/>
            <p:cNvSpPr/>
            <p:nvPr/>
          </p:nvSpPr>
          <p:spPr>
            <a:xfrm>
              <a:off x="2538412" y="2816225"/>
              <a:ext cx="1057275" cy="31750"/>
            </a:xfrm>
            <a:custGeom>
              <a:rect b="b" l="l" r="r" t="t"/>
              <a:pathLst>
                <a:path extrusionOk="0" h="14" w="551">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67" name="Google Shape;167;p15"/>
            <p:cNvSpPr/>
            <p:nvPr/>
          </p:nvSpPr>
          <p:spPr>
            <a:xfrm>
              <a:off x="11777663" y="2757488"/>
              <a:ext cx="19050" cy="3175"/>
            </a:xfrm>
            <a:custGeom>
              <a:rect b="b" l="l" r="r" t="t"/>
              <a:pathLst>
                <a:path extrusionOk="0" h="1" w="10">
                  <a:moveTo>
                    <a:pt x="0" y="0"/>
                  </a:moveTo>
                  <a:lnTo>
                    <a:pt x="0" y="0"/>
                  </a:lnTo>
                  <a:lnTo>
                    <a:pt x="10" y="1"/>
                  </a:lnTo>
                  <a:cubicBezTo>
                    <a:pt x="8" y="1"/>
                    <a:pt x="4" y="1"/>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68" name="Google Shape;168;p15"/>
            <p:cNvSpPr/>
            <p:nvPr/>
          </p:nvSpPr>
          <p:spPr>
            <a:xfrm>
              <a:off x="5983288" y="2741613"/>
              <a:ext cx="38100" cy="0"/>
            </a:xfrm>
            <a:custGeom>
              <a:rect b="b" l="l" r="r" t="t"/>
              <a:pathLst>
                <a:path extrusionOk="0" h="120000" w="20">
                  <a:moveTo>
                    <a:pt x="0" y="0"/>
                  </a:moveTo>
                  <a:lnTo>
                    <a:pt x="0" y="0"/>
                  </a:lnTo>
                  <a:lnTo>
                    <a:pt x="20"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69" name="Google Shape;169;p15"/>
            <p:cNvSpPr/>
            <p:nvPr/>
          </p:nvSpPr>
          <p:spPr>
            <a:xfrm>
              <a:off x="6832600" y="2713038"/>
              <a:ext cx="53975" cy="1587"/>
            </a:xfrm>
            <a:custGeom>
              <a:rect b="b" l="l" r="r" t="t"/>
              <a:pathLst>
                <a:path extrusionOk="0" h="1" w="28">
                  <a:moveTo>
                    <a:pt x="0" y="1"/>
                  </a:moveTo>
                  <a:lnTo>
                    <a:pt x="0" y="1"/>
                  </a:lnTo>
                  <a:lnTo>
                    <a:pt x="28" y="0"/>
                  </a:lnTo>
                  <a:cubicBezTo>
                    <a:pt x="17" y="0"/>
                    <a:pt x="8" y="1"/>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70" name="Google Shape;170;p15"/>
            <p:cNvSpPr/>
            <p:nvPr/>
          </p:nvSpPr>
          <p:spPr>
            <a:xfrm>
              <a:off x="11317288" y="2755900"/>
              <a:ext cx="9525" cy="0"/>
            </a:xfrm>
            <a:custGeom>
              <a:rect b="b" l="l" r="r" t="t"/>
              <a:pathLst>
                <a:path extrusionOk="0" h="120000" w="5">
                  <a:moveTo>
                    <a:pt x="5" y="0"/>
                  </a:moveTo>
                  <a:lnTo>
                    <a:pt x="5" y="0"/>
                  </a:lnTo>
                  <a:lnTo>
                    <a:pt x="4" y="0"/>
                  </a:lnTo>
                  <a:lnTo>
                    <a:pt x="0" y="0"/>
                  </a:lnTo>
                  <a:lnTo>
                    <a:pt x="5"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71" name="Google Shape;171;p15"/>
            <p:cNvSpPr/>
            <p:nvPr/>
          </p:nvSpPr>
          <p:spPr>
            <a:xfrm>
              <a:off x="8534400" y="2735263"/>
              <a:ext cx="30163" cy="0"/>
            </a:xfrm>
            <a:custGeom>
              <a:rect b="b" l="l" r="r" t="t"/>
              <a:pathLst>
                <a:path extrusionOk="0" h="120000" w="16">
                  <a:moveTo>
                    <a:pt x="0" y="0"/>
                  </a:moveTo>
                  <a:lnTo>
                    <a:pt x="0" y="0"/>
                  </a:lnTo>
                  <a:cubicBezTo>
                    <a:pt x="4" y="0"/>
                    <a:pt x="9" y="0"/>
                    <a:pt x="16" y="0"/>
                  </a:cubicBezTo>
                  <a:cubicBezTo>
                    <a:pt x="15" y="0"/>
                    <a:pt x="9" y="0"/>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72" name="Google Shape;172;p15"/>
            <p:cNvSpPr/>
            <p:nvPr/>
          </p:nvSpPr>
          <p:spPr>
            <a:xfrm>
              <a:off x="6821488" y="2714625"/>
              <a:ext cx="9525" cy="0"/>
            </a:xfrm>
            <a:custGeom>
              <a:rect b="b" l="l" r="r" t="t"/>
              <a:pathLst>
                <a:path extrusionOk="0" h="120000" w="5">
                  <a:moveTo>
                    <a:pt x="0" y="0"/>
                  </a:moveTo>
                  <a:lnTo>
                    <a:pt x="0" y="0"/>
                  </a:lnTo>
                  <a:lnTo>
                    <a:pt x="2" y="0"/>
                  </a:lnTo>
                  <a:lnTo>
                    <a:pt x="5"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73" name="Google Shape;173;p15"/>
            <p:cNvSpPr/>
            <p:nvPr/>
          </p:nvSpPr>
          <p:spPr>
            <a:xfrm>
              <a:off x="5583238" y="2719388"/>
              <a:ext cx="25400" cy="0"/>
            </a:xfrm>
            <a:custGeom>
              <a:rect b="b" l="l" r="r" t="t"/>
              <a:pathLst>
                <a:path extrusionOk="0" h="120000" w="13">
                  <a:moveTo>
                    <a:pt x="13" y="0"/>
                  </a:moveTo>
                  <a:lnTo>
                    <a:pt x="13" y="0"/>
                  </a:lnTo>
                  <a:lnTo>
                    <a:pt x="0" y="0"/>
                  </a:lnTo>
                  <a:lnTo>
                    <a:pt x="1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74" name="Google Shape;174;p15"/>
            <p:cNvSpPr/>
            <p:nvPr/>
          </p:nvSpPr>
          <p:spPr>
            <a:xfrm>
              <a:off x="5638800" y="2740025"/>
              <a:ext cx="23813" cy="1587"/>
            </a:xfrm>
            <a:custGeom>
              <a:rect b="b" l="l" r="r" t="t"/>
              <a:pathLst>
                <a:path extrusionOk="0" h="1" w="12">
                  <a:moveTo>
                    <a:pt x="12" y="0"/>
                  </a:moveTo>
                  <a:lnTo>
                    <a:pt x="12" y="0"/>
                  </a:lnTo>
                  <a:lnTo>
                    <a:pt x="0" y="1"/>
                  </a:lnTo>
                  <a:lnTo>
                    <a:pt x="12"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75" name="Google Shape;175;p15"/>
            <p:cNvSpPr/>
            <p:nvPr/>
          </p:nvSpPr>
          <p:spPr>
            <a:xfrm>
              <a:off x="4303712" y="2728913"/>
              <a:ext cx="50800" cy="0"/>
            </a:xfrm>
            <a:custGeom>
              <a:rect b="b" l="l" r="r" t="t"/>
              <a:pathLst>
                <a:path extrusionOk="0" h="120000" w="26">
                  <a:moveTo>
                    <a:pt x="26" y="0"/>
                  </a:moveTo>
                  <a:lnTo>
                    <a:pt x="26" y="0"/>
                  </a:lnTo>
                  <a:lnTo>
                    <a:pt x="0" y="0"/>
                  </a:lnTo>
                  <a:cubicBezTo>
                    <a:pt x="13" y="0"/>
                    <a:pt x="20" y="0"/>
                    <a:pt x="26"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76" name="Google Shape;176;p15"/>
            <p:cNvSpPr/>
            <p:nvPr/>
          </p:nvSpPr>
          <p:spPr>
            <a:xfrm>
              <a:off x="5519738" y="2735263"/>
              <a:ext cx="9525" cy="3175"/>
            </a:xfrm>
            <a:custGeom>
              <a:rect b="b" l="l" r="r" t="t"/>
              <a:pathLst>
                <a:path extrusionOk="0" h="1" w="5">
                  <a:moveTo>
                    <a:pt x="4" y="0"/>
                  </a:moveTo>
                  <a:lnTo>
                    <a:pt x="4" y="0"/>
                  </a:lnTo>
                  <a:lnTo>
                    <a:pt x="0" y="1"/>
                  </a:lnTo>
                  <a:cubicBezTo>
                    <a:pt x="3" y="1"/>
                    <a:pt x="5" y="1"/>
                    <a:pt x="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77" name="Google Shape;177;p15"/>
            <p:cNvSpPr/>
            <p:nvPr/>
          </p:nvSpPr>
          <p:spPr>
            <a:xfrm>
              <a:off x="12096750" y="2784475"/>
              <a:ext cx="6350" cy="0"/>
            </a:xfrm>
            <a:custGeom>
              <a:rect b="b" l="l" r="r" t="t"/>
              <a:pathLst>
                <a:path extrusionOk="0" h="120000" w="3">
                  <a:moveTo>
                    <a:pt x="3" y="0"/>
                  </a:moveTo>
                  <a:lnTo>
                    <a:pt x="3" y="0"/>
                  </a:lnTo>
                  <a:lnTo>
                    <a:pt x="1" y="0"/>
                  </a:lnTo>
                  <a:lnTo>
                    <a:pt x="0" y="0"/>
                  </a:lnTo>
                  <a:lnTo>
                    <a:pt x="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78" name="Google Shape;178;p15"/>
            <p:cNvSpPr/>
            <p:nvPr/>
          </p:nvSpPr>
          <p:spPr>
            <a:xfrm>
              <a:off x="12225338" y="2773363"/>
              <a:ext cx="46038" cy="0"/>
            </a:xfrm>
            <a:custGeom>
              <a:rect b="b" l="l" r="r" t="t"/>
              <a:pathLst>
                <a:path extrusionOk="0" h="120000" w="24">
                  <a:moveTo>
                    <a:pt x="0" y="0"/>
                  </a:moveTo>
                  <a:lnTo>
                    <a:pt x="0" y="0"/>
                  </a:lnTo>
                  <a:lnTo>
                    <a:pt x="24" y="0"/>
                  </a:lnTo>
                  <a:cubicBezTo>
                    <a:pt x="15" y="0"/>
                    <a:pt x="6" y="0"/>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79" name="Google Shape;179;p15"/>
            <p:cNvSpPr/>
            <p:nvPr/>
          </p:nvSpPr>
          <p:spPr>
            <a:xfrm>
              <a:off x="9274175" y="2746375"/>
              <a:ext cx="55563" cy="4762"/>
            </a:xfrm>
            <a:custGeom>
              <a:rect b="b" l="l" r="r" t="t"/>
              <a:pathLst>
                <a:path extrusionOk="0" h="2" w="29">
                  <a:moveTo>
                    <a:pt x="0" y="1"/>
                  </a:moveTo>
                  <a:lnTo>
                    <a:pt x="0" y="1"/>
                  </a:lnTo>
                  <a:cubicBezTo>
                    <a:pt x="7" y="1"/>
                    <a:pt x="23" y="2"/>
                    <a:pt x="15" y="2"/>
                  </a:cubicBezTo>
                  <a:cubicBezTo>
                    <a:pt x="29" y="2"/>
                    <a:pt x="28"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80" name="Google Shape;180;p15"/>
            <p:cNvSpPr/>
            <p:nvPr/>
          </p:nvSpPr>
          <p:spPr>
            <a:xfrm>
              <a:off x="11847513" y="2827338"/>
              <a:ext cx="34925" cy="3175"/>
            </a:xfrm>
            <a:custGeom>
              <a:rect b="b" l="l" r="r" t="t"/>
              <a:pathLst>
                <a:path extrusionOk="0" h="1" w="18">
                  <a:moveTo>
                    <a:pt x="3" y="1"/>
                  </a:moveTo>
                  <a:lnTo>
                    <a:pt x="3" y="1"/>
                  </a:lnTo>
                  <a:cubicBezTo>
                    <a:pt x="7" y="1"/>
                    <a:pt x="13" y="0"/>
                    <a:pt x="18" y="0"/>
                  </a:cubicBezTo>
                  <a:cubicBezTo>
                    <a:pt x="8" y="0"/>
                    <a:pt x="0" y="1"/>
                    <a:pt x="3"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81" name="Google Shape;181;p15"/>
            <p:cNvSpPr/>
            <p:nvPr/>
          </p:nvSpPr>
          <p:spPr>
            <a:xfrm>
              <a:off x="11882438" y="2825750"/>
              <a:ext cx="25400" cy="1587"/>
            </a:xfrm>
            <a:custGeom>
              <a:rect b="b" l="l" r="r" t="t"/>
              <a:pathLst>
                <a:path extrusionOk="0" h="1" w="14">
                  <a:moveTo>
                    <a:pt x="0" y="1"/>
                  </a:moveTo>
                  <a:lnTo>
                    <a:pt x="0" y="1"/>
                  </a:lnTo>
                  <a:lnTo>
                    <a:pt x="14" y="0"/>
                  </a:lnTo>
                  <a:lnTo>
                    <a:pt x="0"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82" name="Google Shape;182;p15"/>
            <p:cNvSpPr/>
            <p:nvPr/>
          </p:nvSpPr>
          <p:spPr>
            <a:xfrm>
              <a:off x="8915400" y="2809875"/>
              <a:ext cx="15875" cy="1587"/>
            </a:xfrm>
            <a:custGeom>
              <a:rect b="b" l="l" r="r" t="t"/>
              <a:pathLst>
                <a:path extrusionOk="0" h="1" w="8">
                  <a:moveTo>
                    <a:pt x="8" y="1"/>
                  </a:moveTo>
                  <a:lnTo>
                    <a:pt x="8" y="1"/>
                  </a:lnTo>
                  <a:cubicBezTo>
                    <a:pt x="6" y="0"/>
                    <a:pt x="3" y="0"/>
                    <a:pt x="0" y="0"/>
                  </a:cubicBezTo>
                  <a:cubicBezTo>
                    <a:pt x="1" y="0"/>
                    <a:pt x="4" y="1"/>
                    <a:pt x="8"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83" name="Google Shape;183;p15"/>
            <p:cNvSpPr/>
            <p:nvPr/>
          </p:nvSpPr>
          <p:spPr>
            <a:xfrm>
              <a:off x="12109450" y="2752725"/>
              <a:ext cx="454025" cy="23812"/>
            </a:xfrm>
            <a:custGeom>
              <a:rect b="b" l="l" r="r" t="t"/>
              <a:pathLst>
                <a:path extrusionOk="0" h="10" w="236">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84" name="Google Shape;184;p15"/>
            <p:cNvSpPr/>
            <p:nvPr/>
          </p:nvSpPr>
          <p:spPr>
            <a:xfrm>
              <a:off x="12182475" y="2816225"/>
              <a:ext cx="9525" cy="0"/>
            </a:xfrm>
            <a:custGeom>
              <a:rect b="b" l="l" r="r" t="t"/>
              <a:pathLst>
                <a:path extrusionOk="0" h="120000" w="5">
                  <a:moveTo>
                    <a:pt x="0" y="0"/>
                  </a:moveTo>
                  <a:lnTo>
                    <a:pt x="0" y="0"/>
                  </a:lnTo>
                  <a:lnTo>
                    <a:pt x="1" y="0"/>
                  </a:lnTo>
                  <a:lnTo>
                    <a:pt x="5"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85" name="Google Shape;185;p15"/>
            <p:cNvSpPr/>
            <p:nvPr/>
          </p:nvSpPr>
          <p:spPr>
            <a:xfrm>
              <a:off x="4348162" y="2827338"/>
              <a:ext cx="17463" cy="3175"/>
            </a:xfrm>
            <a:custGeom>
              <a:rect b="b" l="l" r="r" t="t"/>
              <a:pathLst>
                <a:path extrusionOk="0" h="1" w="9">
                  <a:moveTo>
                    <a:pt x="8" y="0"/>
                  </a:moveTo>
                  <a:lnTo>
                    <a:pt x="8" y="0"/>
                  </a:lnTo>
                  <a:lnTo>
                    <a:pt x="0" y="1"/>
                  </a:lnTo>
                  <a:cubicBezTo>
                    <a:pt x="7" y="0"/>
                    <a:pt x="9" y="0"/>
                    <a:pt x="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86" name="Google Shape;186;p15"/>
            <p:cNvSpPr/>
            <p:nvPr/>
          </p:nvSpPr>
          <p:spPr>
            <a:xfrm>
              <a:off x="12071350" y="2790825"/>
              <a:ext cx="0" cy="0"/>
            </a:xfrm>
            <a:custGeom>
              <a:rect b="b" l="l" r="r" t="t"/>
              <a:pathLst>
                <a:path extrusionOk="0" h="120000" w="120000">
                  <a:moveTo>
                    <a:pt x="0" y="0"/>
                  </a:moveTo>
                  <a:lnTo>
                    <a:pt x="0" y="0"/>
                  </a:lnTo>
                  <a:lnTo>
                    <a:pt x="0" y="0"/>
                  </a:lnTo>
                  <a:cubicBezTo>
                    <a:pt x="0" y="0"/>
                    <a:pt x="0" y="0"/>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87" name="Google Shape;187;p15"/>
            <p:cNvSpPr/>
            <p:nvPr/>
          </p:nvSpPr>
          <p:spPr>
            <a:xfrm>
              <a:off x="4754563" y="2827338"/>
              <a:ext cx="4763" cy="0"/>
            </a:xfrm>
            <a:custGeom>
              <a:rect b="b" l="l" r="r" t="t"/>
              <a:pathLst>
                <a:path extrusionOk="0" h="120000" w="2">
                  <a:moveTo>
                    <a:pt x="2" y="0"/>
                  </a:moveTo>
                  <a:lnTo>
                    <a:pt x="2" y="0"/>
                  </a:lnTo>
                  <a:lnTo>
                    <a:pt x="0" y="0"/>
                  </a:lnTo>
                  <a:cubicBezTo>
                    <a:pt x="1" y="0"/>
                    <a:pt x="1" y="0"/>
                    <a:pt x="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88" name="Google Shape;188;p15"/>
            <p:cNvSpPr/>
            <p:nvPr/>
          </p:nvSpPr>
          <p:spPr>
            <a:xfrm>
              <a:off x="4852988" y="2719388"/>
              <a:ext cx="9525" cy="3175"/>
            </a:xfrm>
            <a:custGeom>
              <a:rect b="b" l="l" r="r" t="t"/>
              <a:pathLst>
                <a:path extrusionOk="0" h="1" w="5">
                  <a:moveTo>
                    <a:pt x="5" y="1"/>
                  </a:moveTo>
                  <a:lnTo>
                    <a:pt x="5" y="1"/>
                  </a:lnTo>
                  <a:cubicBezTo>
                    <a:pt x="5" y="1"/>
                    <a:pt x="5" y="1"/>
                    <a:pt x="4" y="0"/>
                  </a:cubicBezTo>
                  <a:cubicBezTo>
                    <a:pt x="0" y="1"/>
                    <a:pt x="2" y="1"/>
                    <a:pt x="5"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89" name="Google Shape;189;p15"/>
            <p:cNvSpPr/>
            <p:nvPr/>
          </p:nvSpPr>
          <p:spPr>
            <a:xfrm>
              <a:off x="4759325" y="2827338"/>
              <a:ext cx="0" cy="0"/>
            </a:xfrm>
            <a:custGeom>
              <a:rect b="b" l="l" r="r" t="t"/>
              <a:pathLst>
                <a:path extrusionOk="0" h="120000" w="120000">
                  <a:moveTo>
                    <a:pt x="0" y="0"/>
                  </a:moveTo>
                  <a:lnTo>
                    <a:pt x="0" y="0"/>
                  </a:lnTo>
                  <a:cubicBezTo>
                    <a:pt x="0" y="0"/>
                    <a:pt x="0" y="0"/>
                    <a:pt x="0" y="0"/>
                  </a:cubicBezTo>
                  <a:cubicBezTo>
                    <a:pt x="0" y="0"/>
                    <a:pt x="0" y="0"/>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90" name="Google Shape;190;p15"/>
            <p:cNvSpPr/>
            <p:nvPr/>
          </p:nvSpPr>
          <p:spPr>
            <a:xfrm>
              <a:off x="6654800" y="2805113"/>
              <a:ext cx="19050" cy="1587"/>
            </a:xfrm>
            <a:custGeom>
              <a:rect b="b" l="l" r="r" t="t"/>
              <a:pathLst>
                <a:path extrusionOk="0" h="1" w="10">
                  <a:moveTo>
                    <a:pt x="10" y="1"/>
                  </a:moveTo>
                  <a:lnTo>
                    <a:pt x="10" y="1"/>
                  </a:lnTo>
                  <a:lnTo>
                    <a:pt x="2" y="0"/>
                  </a:lnTo>
                  <a:cubicBezTo>
                    <a:pt x="0" y="0"/>
                    <a:pt x="2" y="0"/>
                    <a:pt x="1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91" name="Google Shape;191;p15"/>
            <p:cNvSpPr/>
            <p:nvPr/>
          </p:nvSpPr>
          <p:spPr>
            <a:xfrm>
              <a:off x="6289675" y="2798763"/>
              <a:ext cx="6350" cy="0"/>
            </a:xfrm>
            <a:custGeom>
              <a:rect b="b" l="l" r="r" t="t"/>
              <a:pathLst>
                <a:path extrusionOk="0" h="120000" w="3">
                  <a:moveTo>
                    <a:pt x="3" y="0"/>
                  </a:moveTo>
                  <a:lnTo>
                    <a:pt x="3" y="0"/>
                  </a:lnTo>
                  <a:lnTo>
                    <a:pt x="0" y="0"/>
                  </a:lnTo>
                  <a:lnTo>
                    <a:pt x="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92" name="Google Shape;192;p15"/>
            <p:cNvSpPr/>
            <p:nvPr/>
          </p:nvSpPr>
          <p:spPr>
            <a:xfrm>
              <a:off x="9140825" y="2725738"/>
              <a:ext cx="44450" cy="0"/>
            </a:xfrm>
            <a:custGeom>
              <a:rect b="b" l="l" r="r" t="t"/>
              <a:pathLst>
                <a:path extrusionOk="0" h="120000" w="23">
                  <a:moveTo>
                    <a:pt x="23" y="0"/>
                  </a:moveTo>
                  <a:lnTo>
                    <a:pt x="23" y="0"/>
                  </a:lnTo>
                  <a:lnTo>
                    <a:pt x="0" y="0"/>
                  </a:lnTo>
                  <a:lnTo>
                    <a:pt x="2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93" name="Google Shape;193;p15"/>
            <p:cNvSpPr/>
            <p:nvPr/>
          </p:nvSpPr>
          <p:spPr>
            <a:xfrm>
              <a:off x="4737100" y="2827338"/>
              <a:ext cx="17463" cy="3175"/>
            </a:xfrm>
            <a:custGeom>
              <a:rect b="b" l="l" r="r" t="t"/>
              <a:pathLst>
                <a:path extrusionOk="0" h="1" w="9">
                  <a:moveTo>
                    <a:pt x="9" y="0"/>
                  </a:moveTo>
                  <a:lnTo>
                    <a:pt x="9" y="0"/>
                  </a:lnTo>
                  <a:lnTo>
                    <a:pt x="0" y="1"/>
                  </a:lnTo>
                  <a:cubicBezTo>
                    <a:pt x="5" y="0"/>
                    <a:pt x="8" y="0"/>
                    <a:pt x="9"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94" name="Google Shape;194;p15"/>
            <p:cNvSpPr/>
            <p:nvPr/>
          </p:nvSpPr>
          <p:spPr>
            <a:xfrm>
              <a:off x="7239000" y="2779713"/>
              <a:ext cx="11113" cy="3175"/>
            </a:xfrm>
            <a:custGeom>
              <a:rect b="b" l="l" r="r" t="t"/>
              <a:pathLst>
                <a:path extrusionOk="0" h="1" w="6">
                  <a:moveTo>
                    <a:pt x="6" y="0"/>
                  </a:moveTo>
                  <a:lnTo>
                    <a:pt x="6" y="0"/>
                  </a:lnTo>
                  <a:lnTo>
                    <a:pt x="0" y="1"/>
                  </a:lnTo>
                  <a:lnTo>
                    <a:pt x="4" y="1"/>
                  </a:lnTo>
                  <a:lnTo>
                    <a:pt x="6"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95" name="Google Shape;195;p15"/>
            <p:cNvSpPr/>
            <p:nvPr/>
          </p:nvSpPr>
          <p:spPr>
            <a:xfrm>
              <a:off x="7181850" y="2773363"/>
              <a:ext cx="468313" cy="15875"/>
            </a:xfrm>
            <a:custGeom>
              <a:rect b="b" l="l" r="r" t="t"/>
              <a:pathLst>
                <a:path extrusionOk="0" h="7" w="244">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96" name="Google Shape;196;p15"/>
            <p:cNvSpPr/>
            <p:nvPr/>
          </p:nvSpPr>
          <p:spPr>
            <a:xfrm>
              <a:off x="7407275" y="2787650"/>
              <a:ext cx="26988" cy="0"/>
            </a:xfrm>
            <a:custGeom>
              <a:rect b="b" l="l" r="r" t="t"/>
              <a:pathLst>
                <a:path extrusionOk="0" h="120000" w="14">
                  <a:moveTo>
                    <a:pt x="14" y="0"/>
                  </a:moveTo>
                  <a:lnTo>
                    <a:pt x="14" y="0"/>
                  </a:lnTo>
                  <a:lnTo>
                    <a:pt x="0" y="0"/>
                  </a:lnTo>
                  <a:cubicBezTo>
                    <a:pt x="8" y="0"/>
                    <a:pt x="11" y="0"/>
                    <a:pt x="1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97" name="Google Shape;197;p15"/>
            <p:cNvSpPr/>
            <p:nvPr/>
          </p:nvSpPr>
          <p:spPr>
            <a:xfrm>
              <a:off x="8123238" y="2794000"/>
              <a:ext cx="31750" cy="1587"/>
            </a:xfrm>
            <a:custGeom>
              <a:rect b="b" l="l" r="r" t="t"/>
              <a:pathLst>
                <a:path extrusionOk="0" h="1" w="16">
                  <a:moveTo>
                    <a:pt x="0" y="1"/>
                  </a:moveTo>
                  <a:lnTo>
                    <a:pt x="0" y="1"/>
                  </a:lnTo>
                  <a:lnTo>
                    <a:pt x="16" y="0"/>
                  </a:lnTo>
                  <a:lnTo>
                    <a:pt x="0"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98" name="Google Shape;198;p15"/>
            <p:cNvSpPr/>
            <p:nvPr/>
          </p:nvSpPr>
          <p:spPr>
            <a:xfrm>
              <a:off x="3070225" y="2794000"/>
              <a:ext cx="101600" cy="4762"/>
            </a:xfrm>
            <a:custGeom>
              <a:rect b="b" l="l" r="r" t="t"/>
              <a:pathLst>
                <a:path extrusionOk="0" h="2" w="53">
                  <a:moveTo>
                    <a:pt x="0" y="0"/>
                  </a:moveTo>
                  <a:lnTo>
                    <a:pt x="0" y="0"/>
                  </a:lnTo>
                  <a:cubicBezTo>
                    <a:pt x="2" y="1"/>
                    <a:pt x="53" y="2"/>
                    <a:pt x="52" y="0"/>
                  </a:cubicBezTo>
                  <a:lnTo>
                    <a:pt x="6"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99" name="Google Shape;199;p15"/>
            <p:cNvSpPr/>
            <p:nvPr/>
          </p:nvSpPr>
          <p:spPr>
            <a:xfrm>
              <a:off x="9963150" y="2778125"/>
              <a:ext cx="41275" cy="0"/>
            </a:xfrm>
            <a:custGeom>
              <a:rect b="b" l="l" r="r" t="t"/>
              <a:pathLst>
                <a:path extrusionOk="0" h="120000" w="21">
                  <a:moveTo>
                    <a:pt x="21" y="0"/>
                  </a:moveTo>
                  <a:lnTo>
                    <a:pt x="21" y="0"/>
                  </a:lnTo>
                  <a:lnTo>
                    <a:pt x="3" y="0"/>
                  </a:lnTo>
                  <a:lnTo>
                    <a:pt x="0" y="0"/>
                  </a:lnTo>
                  <a:cubicBezTo>
                    <a:pt x="4" y="0"/>
                    <a:pt x="15" y="0"/>
                    <a:pt x="2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00" name="Google Shape;200;p15"/>
            <p:cNvSpPr/>
            <p:nvPr/>
          </p:nvSpPr>
          <p:spPr>
            <a:xfrm>
              <a:off x="7523163" y="2773363"/>
              <a:ext cx="30163" cy="3175"/>
            </a:xfrm>
            <a:custGeom>
              <a:rect b="b" l="l" r="r" t="t"/>
              <a:pathLst>
                <a:path extrusionOk="0" h="1" w="16">
                  <a:moveTo>
                    <a:pt x="16" y="0"/>
                  </a:moveTo>
                  <a:lnTo>
                    <a:pt x="16" y="0"/>
                  </a:lnTo>
                  <a:cubicBezTo>
                    <a:pt x="6" y="0"/>
                    <a:pt x="2" y="1"/>
                    <a:pt x="0" y="1"/>
                  </a:cubicBezTo>
                  <a:cubicBezTo>
                    <a:pt x="6" y="1"/>
                    <a:pt x="12" y="1"/>
                    <a:pt x="16"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01" name="Google Shape;201;p15"/>
            <p:cNvSpPr/>
            <p:nvPr/>
          </p:nvSpPr>
          <p:spPr>
            <a:xfrm>
              <a:off x="10009188" y="2787650"/>
              <a:ext cx="115888" cy="3175"/>
            </a:xfrm>
            <a:custGeom>
              <a:rect b="b" l="l" r="r" t="t"/>
              <a:pathLst>
                <a:path extrusionOk="0" h="2" w="60">
                  <a:moveTo>
                    <a:pt x="0" y="0"/>
                  </a:moveTo>
                  <a:lnTo>
                    <a:pt x="0" y="0"/>
                  </a:lnTo>
                  <a:cubicBezTo>
                    <a:pt x="7" y="0"/>
                    <a:pt x="18" y="1"/>
                    <a:pt x="19" y="2"/>
                  </a:cubicBezTo>
                  <a:cubicBezTo>
                    <a:pt x="34" y="2"/>
                    <a:pt x="45" y="1"/>
                    <a:pt x="60" y="1"/>
                  </a:cubicBezTo>
                  <a:cubicBezTo>
                    <a:pt x="43" y="1"/>
                    <a:pt x="23" y="1"/>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02" name="Google Shape;202;p15"/>
            <p:cNvSpPr/>
            <p:nvPr/>
          </p:nvSpPr>
          <p:spPr>
            <a:xfrm>
              <a:off x="10125075" y="2789238"/>
              <a:ext cx="1588" cy="0"/>
            </a:xfrm>
            <a:custGeom>
              <a:rect b="b" l="l" r="r" t="t"/>
              <a:pathLst>
                <a:path extrusionOk="0" h="120000" w="1">
                  <a:moveTo>
                    <a:pt x="1" y="0"/>
                  </a:moveTo>
                  <a:lnTo>
                    <a:pt x="1" y="0"/>
                  </a:lnTo>
                  <a:lnTo>
                    <a:pt x="0" y="0"/>
                  </a:lnTo>
                  <a:lnTo>
                    <a:pt x="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03" name="Google Shape;203;p15"/>
            <p:cNvSpPr/>
            <p:nvPr/>
          </p:nvSpPr>
          <p:spPr>
            <a:xfrm>
              <a:off x="-4110038" y="2703513"/>
              <a:ext cx="16486189" cy="134937"/>
            </a:xfrm>
            <a:custGeom>
              <a:rect b="b" l="l" r="r" t="t"/>
              <a:pathLst>
                <a:path extrusionOk="0" h="60" w="8594">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04" name="Google Shape;204;p15"/>
            <p:cNvSpPr/>
            <p:nvPr/>
          </p:nvSpPr>
          <p:spPr>
            <a:xfrm>
              <a:off x="12117388" y="2779713"/>
              <a:ext cx="127000" cy="4762"/>
            </a:xfrm>
            <a:custGeom>
              <a:rect b="b" l="l" r="r" t="t"/>
              <a:pathLst>
                <a:path extrusionOk="0" h="2" w="66">
                  <a:moveTo>
                    <a:pt x="19" y="2"/>
                  </a:moveTo>
                  <a:lnTo>
                    <a:pt x="19" y="2"/>
                  </a:lnTo>
                  <a:cubicBezTo>
                    <a:pt x="33" y="2"/>
                    <a:pt x="66" y="2"/>
                    <a:pt x="60" y="0"/>
                  </a:cubicBezTo>
                  <a:cubicBezTo>
                    <a:pt x="60" y="2"/>
                    <a:pt x="0" y="0"/>
                    <a:pt x="19"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05" name="Google Shape;205;p15"/>
            <p:cNvSpPr/>
            <p:nvPr/>
          </p:nvSpPr>
          <p:spPr>
            <a:xfrm>
              <a:off x="12182475" y="2787650"/>
              <a:ext cx="79375" cy="1587"/>
            </a:xfrm>
            <a:custGeom>
              <a:rect b="b" l="l" r="r" t="t"/>
              <a:pathLst>
                <a:path extrusionOk="0" h="1" w="41">
                  <a:moveTo>
                    <a:pt x="25" y="1"/>
                  </a:moveTo>
                  <a:lnTo>
                    <a:pt x="25" y="1"/>
                  </a:lnTo>
                  <a:cubicBezTo>
                    <a:pt x="27" y="1"/>
                    <a:pt x="26" y="0"/>
                    <a:pt x="41" y="0"/>
                  </a:cubicBezTo>
                  <a:lnTo>
                    <a:pt x="0" y="0"/>
                  </a:lnTo>
                  <a:lnTo>
                    <a:pt x="25"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06" name="Google Shape;206;p15"/>
            <p:cNvSpPr/>
            <p:nvPr/>
          </p:nvSpPr>
          <p:spPr>
            <a:xfrm>
              <a:off x="12307888" y="2809875"/>
              <a:ext cx="249238" cy="15875"/>
            </a:xfrm>
            <a:custGeom>
              <a:rect b="b" l="l" r="r" t="t"/>
              <a:pathLst>
                <a:path extrusionOk="0" h="7" w="130">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07" name="Google Shape;207;p15"/>
            <p:cNvSpPr/>
            <p:nvPr/>
          </p:nvSpPr>
          <p:spPr>
            <a:xfrm>
              <a:off x="12252325" y="2825750"/>
              <a:ext cx="73025" cy="1587"/>
            </a:xfrm>
            <a:custGeom>
              <a:rect b="b" l="l" r="r" t="t"/>
              <a:pathLst>
                <a:path extrusionOk="0" h="1" w="38">
                  <a:moveTo>
                    <a:pt x="4" y="1"/>
                  </a:moveTo>
                  <a:lnTo>
                    <a:pt x="4" y="1"/>
                  </a:lnTo>
                  <a:lnTo>
                    <a:pt x="38" y="0"/>
                  </a:lnTo>
                  <a:lnTo>
                    <a:pt x="34" y="0"/>
                  </a:lnTo>
                  <a:lnTo>
                    <a:pt x="0" y="1"/>
                  </a:lnTo>
                  <a:lnTo>
                    <a:pt x="4"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08" name="Google Shape;208;p15"/>
            <p:cNvSpPr/>
            <p:nvPr/>
          </p:nvSpPr>
          <p:spPr>
            <a:xfrm>
              <a:off x="10779125" y="2733675"/>
              <a:ext cx="66675" cy="4762"/>
            </a:xfrm>
            <a:custGeom>
              <a:rect b="b" l="l" r="r" t="t"/>
              <a:pathLst>
                <a:path extrusionOk="0" h="2" w="35">
                  <a:moveTo>
                    <a:pt x="35" y="2"/>
                  </a:moveTo>
                  <a:lnTo>
                    <a:pt x="35" y="2"/>
                  </a:lnTo>
                  <a:cubicBezTo>
                    <a:pt x="32" y="0"/>
                    <a:pt x="11" y="1"/>
                    <a:pt x="0" y="2"/>
                  </a:cubicBezTo>
                  <a:cubicBezTo>
                    <a:pt x="9" y="2"/>
                    <a:pt x="22" y="2"/>
                    <a:pt x="35"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09" name="Google Shape;209;p15"/>
            <p:cNvSpPr/>
            <p:nvPr/>
          </p:nvSpPr>
          <p:spPr>
            <a:xfrm>
              <a:off x="-2471738" y="2738438"/>
              <a:ext cx="496888" cy="1587"/>
            </a:xfrm>
            <a:custGeom>
              <a:rect b="b" l="l" r="r" t="t"/>
              <a:pathLst>
                <a:path extrusionOk="0" h="1" w="259">
                  <a:moveTo>
                    <a:pt x="259" y="0"/>
                  </a:moveTo>
                  <a:lnTo>
                    <a:pt x="259" y="0"/>
                  </a:lnTo>
                  <a:lnTo>
                    <a:pt x="0" y="1"/>
                  </a:lnTo>
                  <a:lnTo>
                    <a:pt x="259"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10" name="Google Shape;210;p15"/>
            <p:cNvSpPr/>
            <p:nvPr/>
          </p:nvSpPr>
          <p:spPr>
            <a:xfrm>
              <a:off x="9136063" y="2735263"/>
              <a:ext cx="387350" cy="14287"/>
            </a:xfrm>
            <a:custGeom>
              <a:rect b="b" l="l" r="r" t="t"/>
              <a:pathLst>
                <a:path extrusionOk="0" h="6" w="202">
                  <a:moveTo>
                    <a:pt x="30" y="6"/>
                  </a:moveTo>
                  <a:lnTo>
                    <a:pt x="30" y="6"/>
                  </a:lnTo>
                  <a:cubicBezTo>
                    <a:pt x="100" y="5"/>
                    <a:pt x="131" y="3"/>
                    <a:pt x="202" y="3"/>
                  </a:cubicBezTo>
                  <a:cubicBezTo>
                    <a:pt x="109" y="0"/>
                    <a:pt x="79" y="6"/>
                    <a:pt x="0" y="3"/>
                  </a:cubicBezTo>
                  <a:lnTo>
                    <a:pt x="30"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11" name="Google Shape;211;p15"/>
            <p:cNvSpPr/>
            <p:nvPr/>
          </p:nvSpPr>
          <p:spPr>
            <a:xfrm>
              <a:off x="9139238" y="2725738"/>
              <a:ext cx="142875" cy="9525"/>
            </a:xfrm>
            <a:custGeom>
              <a:rect b="b" l="l" r="r" t="t"/>
              <a:pathLst>
                <a:path extrusionOk="0" h="4" w="75">
                  <a:moveTo>
                    <a:pt x="54" y="0"/>
                  </a:moveTo>
                  <a:lnTo>
                    <a:pt x="54" y="0"/>
                  </a:lnTo>
                  <a:cubicBezTo>
                    <a:pt x="65" y="2"/>
                    <a:pt x="0" y="3"/>
                    <a:pt x="10" y="4"/>
                  </a:cubicBezTo>
                  <a:cubicBezTo>
                    <a:pt x="57" y="4"/>
                    <a:pt x="32" y="2"/>
                    <a:pt x="75" y="2"/>
                  </a:cubicBezTo>
                  <a:lnTo>
                    <a:pt x="5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12" name="Google Shape;212;p15"/>
            <p:cNvSpPr/>
            <p:nvPr/>
          </p:nvSpPr>
          <p:spPr>
            <a:xfrm>
              <a:off x="9805988" y="2817813"/>
              <a:ext cx="39688" cy="3175"/>
            </a:xfrm>
            <a:custGeom>
              <a:rect b="b" l="l" r="r" t="t"/>
              <a:pathLst>
                <a:path extrusionOk="0" h="1" w="21">
                  <a:moveTo>
                    <a:pt x="21" y="0"/>
                  </a:moveTo>
                  <a:lnTo>
                    <a:pt x="21" y="0"/>
                  </a:lnTo>
                  <a:lnTo>
                    <a:pt x="0" y="1"/>
                  </a:lnTo>
                  <a:lnTo>
                    <a:pt x="17" y="1"/>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13" name="Google Shape;213;p15"/>
            <p:cNvSpPr/>
            <p:nvPr/>
          </p:nvSpPr>
          <p:spPr>
            <a:xfrm>
              <a:off x="8580438" y="2725738"/>
              <a:ext cx="66675" cy="3175"/>
            </a:xfrm>
            <a:custGeom>
              <a:rect b="b" l="l" r="r" t="t"/>
              <a:pathLst>
                <a:path extrusionOk="0" h="1" w="35">
                  <a:moveTo>
                    <a:pt x="27" y="1"/>
                  </a:moveTo>
                  <a:lnTo>
                    <a:pt x="27" y="1"/>
                  </a:lnTo>
                  <a:lnTo>
                    <a:pt x="35" y="1"/>
                  </a:lnTo>
                  <a:lnTo>
                    <a:pt x="0" y="0"/>
                  </a:lnTo>
                  <a:lnTo>
                    <a:pt x="27"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14" name="Google Shape;214;p15"/>
            <p:cNvSpPr/>
            <p:nvPr/>
          </p:nvSpPr>
          <p:spPr>
            <a:xfrm>
              <a:off x="8647113" y="2725738"/>
              <a:ext cx="15875" cy="3175"/>
            </a:xfrm>
            <a:custGeom>
              <a:rect b="b" l="l" r="r" t="t"/>
              <a:pathLst>
                <a:path extrusionOk="0" h="1" w="8">
                  <a:moveTo>
                    <a:pt x="8" y="0"/>
                  </a:moveTo>
                  <a:lnTo>
                    <a:pt x="8" y="0"/>
                  </a:lnTo>
                  <a:lnTo>
                    <a:pt x="0" y="1"/>
                  </a:lnTo>
                  <a:lnTo>
                    <a:pt x="8"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15" name="Google Shape;215;p15"/>
            <p:cNvSpPr/>
            <p:nvPr/>
          </p:nvSpPr>
          <p:spPr>
            <a:xfrm>
              <a:off x="9794875" y="2830513"/>
              <a:ext cx="90488" cy="1587"/>
            </a:xfrm>
            <a:custGeom>
              <a:rect b="b" l="l" r="r" t="t"/>
              <a:pathLst>
                <a:path extrusionOk="0" h="1" w="47">
                  <a:moveTo>
                    <a:pt x="0" y="0"/>
                  </a:moveTo>
                  <a:lnTo>
                    <a:pt x="0" y="0"/>
                  </a:lnTo>
                  <a:lnTo>
                    <a:pt x="32" y="1"/>
                  </a:lnTo>
                  <a:lnTo>
                    <a:pt x="47"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16" name="Google Shape;216;p15"/>
            <p:cNvSpPr/>
            <p:nvPr/>
          </p:nvSpPr>
          <p:spPr>
            <a:xfrm>
              <a:off x="9232900" y="2795588"/>
              <a:ext cx="84138" cy="3175"/>
            </a:xfrm>
            <a:custGeom>
              <a:rect b="b" l="l" r="r" t="t"/>
              <a:pathLst>
                <a:path extrusionOk="0" h="1" w="44">
                  <a:moveTo>
                    <a:pt x="16" y="1"/>
                  </a:moveTo>
                  <a:lnTo>
                    <a:pt x="16" y="1"/>
                  </a:lnTo>
                  <a:lnTo>
                    <a:pt x="44" y="1"/>
                  </a:lnTo>
                  <a:cubicBezTo>
                    <a:pt x="39" y="1"/>
                    <a:pt x="0" y="0"/>
                    <a:pt x="16"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17" name="Google Shape;217;p15"/>
            <p:cNvSpPr/>
            <p:nvPr/>
          </p:nvSpPr>
          <p:spPr>
            <a:xfrm>
              <a:off x="8158163" y="2725738"/>
              <a:ext cx="71438" cy="3175"/>
            </a:xfrm>
            <a:custGeom>
              <a:rect b="b" l="l" r="r" t="t"/>
              <a:pathLst>
                <a:path extrusionOk="0" h="1" w="37">
                  <a:moveTo>
                    <a:pt x="34" y="0"/>
                  </a:moveTo>
                  <a:lnTo>
                    <a:pt x="34" y="0"/>
                  </a:lnTo>
                  <a:lnTo>
                    <a:pt x="0" y="1"/>
                  </a:lnTo>
                  <a:lnTo>
                    <a:pt x="3" y="1"/>
                  </a:lnTo>
                  <a:lnTo>
                    <a:pt x="37" y="0"/>
                  </a:lnTo>
                  <a:lnTo>
                    <a:pt x="3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18" name="Google Shape;218;p15"/>
            <p:cNvSpPr/>
            <p:nvPr/>
          </p:nvSpPr>
          <p:spPr>
            <a:xfrm>
              <a:off x="8734425" y="2814638"/>
              <a:ext cx="144463" cy="3175"/>
            </a:xfrm>
            <a:custGeom>
              <a:rect b="b" l="l" r="r" t="t"/>
              <a:pathLst>
                <a:path extrusionOk="0" h="2" w="76">
                  <a:moveTo>
                    <a:pt x="56" y="0"/>
                  </a:moveTo>
                  <a:lnTo>
                    <a:pt x="56" y="0"/>
                  </a:lnTo>
                  <a:cubicBezTo>
                    <a:pt x="76" y="2"/>
                    <a:pt x="0" y="0"/>
                    <a:pt x="40" y="2"/>
                  </a:cubicBezTo>
                  <a:cubicBezTo>
                    <a:pt x="76" y="2"/>
                    <a:pt x="61" y="1"/>
                    <a:pt x="56"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19" name="Google Shape;219;p15"/>
            <p:cNvSpPr/>
            <p:nvPr/>
          </p:nvSpPr>
          <p:spPr>
            <a:xfrm>
              <a:off x="8023225" y="2782888"/>
              <a:ext cx="26988" cy="1587"/>
            </a:xfrm>
            <a:custGeom>
              <a:rect b="b" l="l" r="r" t="t"/>
              <a:pathLst>
                <a:path extrusionOk="0" h="1" w="14">
                  <a:moveTo>
                    <a:pt x="14" y="0"/>
                  </a:moveTo>
                  <a:lnTo>
                    <a:pt x="14" y="0"/>
                  </a:lnTo>
                  <a:cubicBezTo>
                    <a:pt x="9" y="0"/>
                    <a:pt x="5" y="0"/>
                    <a:pt x="0" y="1"/>
                  </a:cubicBezTo>
                  <a:lnTo>
                    <a:pt x="1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20" name="Google Shape;220;p15"/>
            <p:cNvSpPr/>
            <p:nvPr/>
          </p:nvSpPr>
          <p:spPr>
            <a:xfrm>
              <a:off x="8050213" y="2782888"/>
              <a:ext cx="77788" cy="1587"/>
            </a:xfrm>
            <a:custGeom>
              <a:rect b="b" l="l" r="r" t="t"/>
              <a:pathLst>
                <a:path extrusionOk="0" h="1" w="40">
                  <a:moveTo>
                    <a:pt x="0" y="0"/>
                  </a:moveTo>
                  <a:lnTo>
                    <a:pt x="0" y="0"/>
                  </a:lnTo>
                  <a:cubicBezTo>
                    <a:pt x="15" y="0"/>
                    <a:pt x="30" y="1"/>
                    <a:pt x="40" y="1"/>
                  </a:cubicBezTo>
                  <a:cubicBezTo>
                    <a:pt x="21" y="0"/>
                    <a:pt x="15" y="0"/>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21" name="Google Shape;221;p15"/>
            <p:cNvSpPr/>
            <p:nvPr/>
          </p:nvSpPr>
          <p:spPr>
            <a:xfrm>
              <a:off x="7715250" y="2779713"/>
              <a:ext cx="90488" cy="7937"/>
            </a:xfrm>
            <a:custGeom>
              <a:rect b="b" l="l" r="r" t="t"/>
              <a:pathLst>
                <a:path extrusionOk="0" h="3" w="47">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22" name="Google Shape;222;p15"/>
            <p:cNvSpPr/>
            <p:nvPr/>
          </p:nvSpPr>
          <p:spPr>
            <a:xfrm>
              <a:off x="6508750" y="2713038"/>
              <a:ext cx="247650" cy="6350"/>
            </a:xfrm>
            <a:custGeom>
              <a:rect b="b" l="l" r="r" t="t"/>
              <a:pathLst>
                <a:path extrusionOk="0" h="3" w="129">
                  <a:moveTo>
                    <a:pt x="0" y="0"/>
                  </a:moveTo>
                  <a:lnTo>
                    <a:pt x="0" y="0"/>
                  </a:lnTo>
                  <a:cubicBezTo>
                    <a:pt x="50" y="1"/>
                    <a:pt x="63" y="1"/>
                    <a:pt x="60" y="2"/>
                  </a:cubicBezTo>
                  <a:cubicBezTo>
                    <a:pt x="108" y="3"/>
                    <a:pt x="100" y="0"/>
                    <a:pt x="129"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23" name="Google Shape;223;p15"/>
            <p:cNvSpPr/>
            <p:nvPr/>
          </p:nvSpPr>
          <p:spPr>
            <a:xfrm>
              <a:off x="6756400" y="2713038"/>
              <a:ext cx="33338" cy="0"/>
            </a:xfrm>
            <a:custGeom>
              <a:rect b="b" l="l" r="r" t="t"/>
              <a:pathLst>
                <a:path extrusionOk="0" h="120000" w="18">
                  <a:moveTo>
                    <a:pt x="0" y="0"/>
                  </a:moveTo>
                  <a:lnTo>
                    <a:pt x="0" y="0"/>
                  </a:lnTo>
                  <a:lnTo>
                    <a:pt x="18"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24" name="Google Shape;224;p15"/>
            <p:cNvSpPr/>
            <p:nvPr/>
          </p:nvSpPr>
          <p:spPr>
            <a:xfrm>
              <a:off x="8047038" y="2820988"/>
              <a:ext cx="58738" cy="4762"/>
            </a:xfrm>
            <a:custGeom>
              <a:rect b="b" l="l" r="r" t="t"/>
              <a:pathLst>
                <a:path extrusionOk="0" h="2" w="31">
                  <a:moveTo>
                    <a:pt x="31" y="0"/>
                  </a:moveTo>
                  <a:lnTo>
                    <a:pt x="31" y="0"/>
                  </a:lnTo>
                  <a:lnTo>
                    <a:pt x="0" y="2"/>
                  </a:lnTo>
                  <a:lnTo>
                    <a:pt x="11" y="2"/>
                  </a:lnTo>
                  <a:lnTo>
                    <a:pt x="3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25" name="Google Shape;225;p15"/>
            <p:cNvSpPr/>
            <p:nvPr/>
          </p:nvSpPr>
          <p:spPr>
            <a:xfrm>
              <a:off x="6348413" y="2711451"/>
              <a:ext cx="82550" cy="1587"/>
            </a:xfrm>
            <a:custGeom>
              <a:rect b="b" l="l" r="r" t="t"/>
              <a:pathLst>
                <a:path extrusionOk="0" h="1" w="43">
                  <a:moveTo>
                    <a:pt x="9" y="1"/>
                  </a:moveTo>
                  <a:lnTo>
                    <a:pt x="9" y="1"/>
                  </a:lnTo>
                  <a:cubicBezTo>
                    <a:pt x="18" y="1"/>
                    <a:pt x="33" y="1"/>
                    <a:pt x="41" y="1"/>
                  </a:cubicBezTo>
                  <a:cubicBezTo>
                    <a:pt x="43" y="0"/>
                    <a:pt x="0" y="1"/>
                    <a:pt x="9"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26" name="Google Shape;226;p15"/>
            <p:cNvSpPr/>
            <p:nvPr/>
          </p:nvSpPr>
          <p:spPr>
            <a:xfrm>
              <a:off x="6734175" y="2771775"/>
              <a:ext cx="96838" cy="6350"/>
            </a:xfrm>
            <a:custGeom>
              <a:rect b="b" l="l" r="r" t="t"/>
              <a:pathLst>
                <a:path extrusionOk="0" h="3" w="50">
                  <a:moveTo>
                    <a:pt x="0" y="2"/>
                  </a:moveTo>
                  <a:lnTo>
                    <a:pt x="0" y="2"/>
                  </a:lnTo>
                  <a:cubicBezTo>
                    <a:pt x="6" y="3"/>
                    <a:pt x="37" y="2"/>
                    <a:pt x="50" y="3"/>
                  </a:cubicBezTo>
                  <a:cubicBezTo>
                    <a:pt x="32" y="2"/>
                    <a:pt x="17" y="0"/>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27" name="Google Shape;227;p15"/>
            <p:cNvSpPr/>
            <p:nvPr/>
          </p:nvSpPr>
          <p:spPr>
            <a:xfrm>
              <a:off x="6091238" y="2722563"/>
              <a:ext cx="95250" cy="7937"/>
            </a:xfrm>
            <a:custGeom>
              <a:rect b="b" l="l" r="r" t="t"/>
              <a:pathLst>
                <a:path extrusionOk="0" h="4" w="49">
                  <a:moveTo>
                    <a:pt x="0" y="1"/>
                  </a:moveTo>
                  <a:lnTo>
                    <a:pt x="0" y="1"/>
                  </a:lnTo>
                  <a:cubicBezTo>
                    <a:pt x="10" y="2"/>
                    <a:pt x="24" y="2"/>
                    <a:pt x="18" y="4"/>
                  </a:cubicBezTo>
                  <a:cubicBezTo>
                    <a:pt x="31" y="3"/>
                    <a:pt x="49"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28" name="Google Shape;228;p15"/>
            <p:cNvSpPr/>
            <p:nvPr/>
          </p:nvSpPr>
          <p:spPr>
            <a:xfrm>
              <a:off x="6559550" y="2773363"/>
              <a:ext cx="80963" cy="3175"/>
            </a:xfrm>
            <a:custGeom>
              <a:rect b="b" l="l" r="r" t="t"/>
              <a:pathLst>
                <a:path extrusionOk="0" h="1" w="42">
                  <a:moveTo>
                    <a:pt x="0" y="1"/>
                  </a:moveTo>
                  <a:lnTo>
                    <a:pt x="0" y="1"/>
                  </a:lnTo>
                  <a:lnTo>
                    <a:pt x="8" y="1"/>
                  </a:lnTo>
                  <a:lnTo>
                    <a:pt x="42" y="0"/>
                  </a:lnTo>
                  <a:lnTo>
                    <a:pt x="0"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29" name="Google Shape;229;p15"/>
            <p:cNvSpPr/>
            <p:nvPr/>
          </p:nvSpPr>
          <p:spPr>
            <a:xfrm>
              <a:off x="6640513" y="2806700"/>
              <a:ext cx="227013" cy="15875"/>
            </a:xfrm>
            <a:custGeom>
              <a:rect b="b" l="l" r="r" t="t"/>
              <a:pathLst>
                <a:path extrusionOk="0" h="7" w="118">
                  <a:moveTo>
                    <a:pt x="80" y="7"/>
                  </a:moveTo>
                  <a:lnTo>
                    <a:pt x="80" y="7"/>
                  </a:lnTo>
                  <a:cubicBezTo>
                    <a:pt x="118" y="5"/>
                    <a:pt x="19" y="3"/>
                    <a:pt x="85" y="1"/>
                  </a:cubicBezTo>
                  <a:cubicBezTo>
                    <a:pt x="0" y="0"/>
                    <a:pt x="92" y="4"/>
                    <a:pt x="29" y="4"/>
                  </a:cubicBezTo>
                  <a:cubicBezTo>
                    <a:pt x="66" y="4"/>
                    <a:pt x="84" y="6"/>
                    <a:pt x="80" y="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30" name="Google Shape;230;p15"/>
            <p:cNvSpPr/>
            <p:nvPr/>
          </p:nvSpPr>
          <p:spPr>
            <a:xfrm>
              <a:off x="6661150" y="2814638"/>
              <a:ext cx="34925" cy="1587"/>
            </a:xfrm>
            <a:custGeom>
              <a:rect b="b" l="l" r="r" t="t"/>
              <a:pathLst>
                <a:path extrusionOk="0" h="1" w="18">
                  <a:moveTo>
                    <a:pt x="18" y="1"/>
                  </a:moveTo>
                  <a:lnTo>
                    <a:pt x="18" y="1"/>
                  </a:lnTo>
                  <a:lnTo>
                    <a:pt x="0" y="0"/>
                  </a:lnTo>
                  <a:lnTo>
                    <a:pt x="18"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31" name="Google Shape;231;p15"/>
            <p:cNvSpPr/>
            <p:nvPr/>
          </p:nvSpPr>
          <p:spPr>
            <a:xfrm>
              <a:off x="5661025" y="2789238"/>
              <a:ext cx="23813" cy="1587"/>
            </a:xfrm>
            <a:custGeom>
              <a:rect b="b" l="l" r="r" t="t"/>
              <a:pathLst>
                <a:path extrusionOk="0" h="1" w="13">
                  <a:moveTo>
                    <a:pt x="0" y="1"/>
                  </a:moveTo>
                  <a:lnTo>
                    <a:pt x="0" y="1"/>
                  </a:lnTo>
                  <a:lnTo>
                    <a:pt x="13" y="0"/>
                  </a:lnTo>
                  <a:lnTo>
                    <a:pt x="0"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32" name="Google Shape;232;p15"/>
            <p:cNvSpPr/>
            <p:nvPr/>
          </p:nvSpPr>
          <p:spPr>
            <a:xfrm>
              <a:off x="6162675" y="2814638"/>
              <a:ext cx="258763" cy="7937"/>
            </a:xfrm>
            <a:custGeom>
              <a:rect b="b" l="l" r="r" t="t"/>
              <a:pathLst>
                <a:path extrusionOk="0" h="4" w="135">
                  <a:moveTo>
                    <a:pt x="77" y="2"/>
                  </a:moveTo>
                  <a:lnTo>
                    <a:pt x="77" y="2"/>
                  </a:lnTo>
                  <a:lnTo>
                    <a:pt x="135" y="0"/>
                  </a:lnTo>
                  <a:cubicBezTo>
                    <a:pt x="96" y="1"/>
                    <a:pt x="0" y="1"/>
                    <a:pt x="6" y="4"/>
                  </a:cubicBezTo>
                  <a:cubicBezTo>
                    <a:pt x="37" y="4"/>
                    <a:pt x="75" y="4"/>
                    <a:pt x="90" y="3"/>
                  </a:cubicBezTo>
                  <a:lnTo>
                    <a:pt x="77"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33" name="Google Shape;233;p15"/>
            <p:cNvSpPr/>
            <p:nvPr/>
          </p:nvSpPr>
          <p:spPr>
            <a:xfrm>
              <a:off x="5019675" y="2713038"/>
              <a:ext cx="73025" cy="4762"/>
            </a:xfrm>
            <a:custGeom>
              <a:rect b="b" l="l" r="r" t="t"/>
              <a:pathLst>
                <a:path extrusionOk="0" h="2" w="38">
                  <a:moveTo>
                    <a:pt x="13" y="1"/>
                  </a:moveTo>
                  <a:lnTo>
                    <a:pt x="13" y="1"/>
                  </a:lnTo>
                  <a:lnTo>
                    <a:pt x="38" y="0"/>
                  </a:lnTo>
                  <a:lnTo>
                    <a:pt x="7" y="0"/>
                  </a:lnTo>
                  <a:cubicBezTo>
                    <a:pt x="16" y="0"/>
                    <a:pt x="0" y="2"/>
                    <a:pt x="13"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34" name="Google Shape;234;p15"/>
            <p:cNvSpPr/>
            <p:nvPr/>
          </p:nvSpPr>
          <p:spPr>
            <a:xfrm>
              <a:off x="5021263" y="2713038"/>
              <a:ext cx="11113" cy="0"/>
            </a:xfrm>
            <a:custGeom>
              <a:rect b="b" l="l" r="r" t="t"/>
              <a:pathLst>
                <a:path extrusionOk="0" h="120000" w="6">
                  <a:moveTo>
                    <a:pt x="0" y="0"/>
                  </a:moveTo>
                  <a:lnTo>
                    <a:pt x="0" y="0"/>
                  </a:lnTo>
                  <a:lnTo>
                    <a:pt x="6"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35" name="Google Shape;235;p15"/>
            <p:cNvSpPr/>
            <p:nvPr/>
          </p:nvSpPr>
          <p:spPr>
            <a:xfrm>
              <a:off x="5864225" y="2784475"/>
              <a:ext cx="101600" cy="4762"/>
            </a:xfrm>
            <a:custGeom>
              <a:rect b="b" l="l" r="r" t="t"/>
              <a:pathLst>
                <a:path extrusionOk="0" h="2" w="53">
                  <a:moveTo>
                    <a:pt x="3" y="2"/>
                  </a:moveTo>
                  <a:lnTo>
                    <a:pt x="3" y="2"/>
                  </a:lnTo>
                  <a:cubicBezTo>
                    <a:pt x="21" y="2"/>
                    <a:pt x="36" y="2"/>
                    <a:pt x="53" y="1"/>
                  </a:cubicBezTo>
                  <a:cubicBezTo>
                    <a:pt x="46" y="1"/>
                    <a:pt x="0" y="0"/>
                    <a:pt x="3"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36" name="Google Shape;236;p15"/>
            <p:cNvSpPr/>
            <p:nvPr/>
          </p:nvSpPr>
          <p:spPr>
            <a:xfrm>
              <a:off x="4703763" y="2722563"/>
              <a:ext cx="84138" cy="1587"/>
            </a:xfrm>
            <a:custGeom>
              <a:rect b="b" l="l" r="r" t="t"/>
              <a:pathLst>
                <a:path extrusionOk="0" h="1" w="44">
                  <a:moveTo>
                    <a:pt x="3" y="1"/>
                  </a:moveTo>
                  <a:lnTo>
                    <a:pt x="3" y="1"/>
                  </a:lnTo>
                  <a:lnTo>
                    <a:pt x="44" y="0"/>
                  </a:lnTo>
                  <a:lnTo>
                    <a:pt x="0" y="0"/>
                  </a:lnTo>
                  <a:lnTo>
                    <a:pt x="3"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37" name="Google Shape;237;p15"/>
            <p:cNvSpPr/>
            <p:nvPr/>
          </p:nvSpPr>
          <p:spPr>
            <a:xfrm>
              <a:off x="4264025" y="2713038"/>
              <a:ext cx="77788" cy="4762"/>
            </a:xfrm>
            <a:custGeom>
              <a:rect b="b" l="l" r="r" t="t"/>
              <a:pathLst>
                <a:path extrusionOk="0" h="2" w="41">
                  <a:moveTo>
                    <a:pt x="41" y="1"/>
                  </a:moveTo>
                  <a:lnTo>
                    <a:pt x="41" y="1"/>
                  </a:lnTo>
                  <a:lnTo>
                    <a:pt x="34" y="0"/>
                  </a:lnTo>
                  <a:lnTo>
                    <a:pt x="0" y="1"/>
                  </a:lnTo>
                  <a:lnTo>
                    <a:pt x="7" y="2"/>
                  </a:lnTo>
                  <a:lnTo>
                    <a:pt x="41"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38" name="Google Shape;238;p15"/>
            <p:cNvSpPr/>
            <p:nvPr/>
          </p:nvSpPr>
          <p:spPr>
            <a:xfrm>
              <a:off x="4800600" y="2822575"/>
              <a:ext cx="117475" cy="7937"/>
            </a:xfrm>
            <a:custGeom>
              <a:rect b="b" l="l" r="r" t="t"/>
              <a:pathLst>
                <a:path extrusionOk="0" h="3" w="61">
                  <a:moveTo>
                    <a:pt x="11" y="2"/>
                  </a:moveTo>
                  <a:lnTo>
                    <a:pt x="11" y="2"/>
                  </a:lnTo>
                  <a:cubicBezTo>
                    <a:pt x="39" y="3"/>
                    <a:pt x="61" y="0"/>
                    <a:pt x="54" y="0"/>
                  </a:cubicBezTo>
                  <a:lnTo>
                    <a:pt x="0" y="0"/>
                  </a:lnTo>
                  <a:cubicBezTo>
                    <a:pt x="13" y="2"/>
                    <a:pt x="15" y="0"/>
                    <a:pt x="46" y="0"/>
                  </a:cubicBezTo>
                  <a:lnTo>
                    <a:pt x="11"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39" name="Google Shape;239;p15"/>
            <p:cNvSpPr/>
            <p:nvPr/>
          </p:nvSpPr>
          <p:spPr>
            <a:xfrm>
              <a:off x="187325" y="2714625"/>
              <a:ext cx="1925638" cy="31750"/>
            </a:xfrm>
            <a:custGeom>
              <a:rect b="b" l="l" r="r" t="t"/>
              <a:pathLst>
                <a:path extrusionOk="0" h="14" w="100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40" name="Google Shape;240;p15"/>
            <p:cNvSpPr/>
            <p:nvPr/>
          </p:nvSpPr>
          <p:spPr>
            <a:xfrm>
              <a:off x="1947862" y="2735263"/>
              <a:ext cx="47625" cy="0"/>
            </a:xfrm>
            <a:custGeom>
              <a:rect b="b" l="l" r="r" t="t"/>
              <a:pathLst>
                <a:path extrusionOk="0" h="120000" w="25">
                  <a:moveTo>
                    <a:pt x="0" y="0"/>
                  </a:moveTo>
                  <a:lnTo>
                    <a:pt x="0" y="0"/>
                  </a:lnTo>
                  <a:lnTo>
                    <a:pt x="25"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41" name="Google Shape;241;p15"/>
            <p:cNvSpPr/>
            <p:nvPr/>
          </p:nvSpPr>
          <p:spPr>
            <a:xfrm>
              <a:off x="112712" y="2724150"/>
              <a:ext cx="74613" cy="0"/>
            </a:xfrm>
            <a:custGeom>
              <a:rect b="b" l="l" r="r" t="t"/>
              <a:pathLst>
                <a:path extrusionOk="0" h="120000" w="39">
                  <a:moveTo>
                    <a:pt x="0" y="0"/>
                  </a:moveTo>
                  <a:lnTo>
                    <a:pt x="0" y="0"/>
                  </a:lnTo>
                  <a:lnTo>
                    <a:pt x="39" y="0"/>
                  </a:lnTo>
                  <a:cubicBezTo>
                    <a:pt x="27" y="0"/>
                    <a:pt x="14" y="0"/>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42" name="Google Shape;242;p15"/>
            <p:cNvSpPr/>
            <p:nvPr/>
          </p:nvSpPr>
          <p:spPr>
            <a:xfrm>
              <a:off x="2187575" y="2717800"/>
              <a:ext cx="176213" cy="6350"/>
            </a:xfrm>
            <a:custGeom>
              <a:rect b="b" l="l" r="r" t="t"/>
              <a:pathLst>
                <a:path extrusionOk="0" h="3" w="92">
                  <a:moveTo>
                    <a:pt x="71" y="3"/>
                  </a:moveTo>
                  <a:lnTo>
                    <a:pt x="71" y="3"/>
                  </a:lnTo>
                  <a:cubicBezTo>
                    <a:pt x="47" y="2"/>
                    <a:pt x="88" y="1"/>
                    <a:pt x="92" y="0"/>
                  </a:cubicBezTo>
                  <a:lnTo>
                    <a:pt x="8" y="1"/>
                  </a:lnTo>
                  <a:cubicBezTo>
                    <a:pt x="8" y="1"/>
                    <a:pt x="0" y="2"/>
                    <a:pt x="2" y="3"/>
                  </a:cubicBezTo>
                  <a:lnTo>
                    <a:pt x="71"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43" name="Google Shape;243;p15"/>
            <p:cNvSpPr/>
            <p:nvPr/>
          </p:nvSpPr>
          <p:spPr>
            <a:xfrm>
              <a:off x="2112962" y="2714625"/>
              <a:ext cx="90488" cy="4762"/>
            </a:xfrm>
            <a:custGeom>
              <a:rect b="b" l="l" r="r" t="t"/>
              <a:pathLst>
                <a:path extrusionOk="0" h="2" w="47">
                  <a:moveTo>
                    <a:pt x="22" y="0"/>
                  </a:moveTo>
                  <a:lnTo>
                    <a:pt x="22" y="0"/>
                  </a:lnTo>
                  <a:cubicBezTo>
                    <a:pt x="19" y="1"/>
                    <a:pt x="11" y="1"/>
                    <a:pt x="0" y="2"/>
                  </a:cubicBezTo>
                  <a:lnTo>
                    <a:pt x="47" y="2"/>
                  </a:lnTo>
                  <a:cubicBezTo>
                    <a:pt x="47" y="1"/>
                    <a:pt x="41" y="0"/>
                    <a:pt x="2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44" name="Google Shape;244;p15"/>
            <p:cNvSpPr/>
            <p:nvPr/>
          </p:nvSpPr>
          <p:spPr>
            <a:xfrm>
              <a:off x="2101850" y="2811463"/>
              <a:ext cx="71438" cy="3175"/>
            </a:xfrm>
            <a:custGeom>
              <a:rect b="b" l="l" r="r" t="t"/>
              <a:pathLst>
                <a:path extrusionOk="0" h="1" w="37">
                  <a:moveTo>
                    <a:pt x="37" y="0"/>
                  </a:moveTo>
                  <a:lnTo>
                    <a:pt x="37" y="0"/>
                  </a:lnTo>
                  <a:lnTo>
                    <a:pt x="22" y="1"/>
                  </a:lnTo>
                  <a:lnTo>
                    <a:pt x="0" y="1"/>
                  </a:lnTo>
                  <a:lnTo>
                    <a:pt x="37"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45" name="Google Shape;245;p15"/>
            <p:cNvSpPr/>
            <p:nvPr/>
          </p:nvSpPr>
          <p:spPr>
            <a:xfrm>
              <a:off x="1724025" y="2805113"/>
              <a:ext cx="120650" cy="4762"/>
            </a:xfrm>
            <a:custGeom>
              <a:rect b="b" l="l" r="r" t="t"/>
              <a:pathLst>
                <a:path extrusionOk="0" h="2" w="63">
                  <a:moveTo>
                    <a:pt x="0" y="0"/>
                  </a:moveTo>
                  <a:lnTo>
                    <a:pt x="0" y="0"/>
                  </a:lnTo>
                  <a:cubicBezTo>
                    <a:pt x="18" y="2"/>
                    <a:pt x="52" y="1"/>
                    <a:pt x="63" y="0"/>
                  </a:cubicBezTo>
                  <a:cubicBezTo>
                    <a:pt x="24" y="0"/>
                    <a:pt x="41" y="0"/>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46" name="Google Shape;246;p15"/>
            <p:cNvSpPr/>
            <p:nvPr/>
          </p:nvSpPr>
          <p:spPr>
            <a:xfrm>
              <a:off x="1744662" y="2833688"/>
              <a:ext cx="73025" cy="3175"/>
            </a:xfrm>
            <a:custGeom>
              <a:rect b="b" l="l" r="r" t="t"/>
              <a:pathLst>
                <a:path extrusionOk="0" h="1" w="38">
                  <a:moveTo>
                    <a:pt x="38" y="0"/>
                  </a:moveTo>
                  <a:lnTo>
                    <a:pt x="38" y="0"/>
                  </a:lnTo>
                  <a:lnTo>
                    <a:pt x="0" y="1"/>
                  </a:lnTo>
                  <a:lnTo>
                    <a:pt x="3" y="1"/>
                  </a:lnTo>
                  <a:lnTo>
                    <a:pt x="38"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47" name="Google Shape;247;p15"/>
            <p:cNvSpPr/>
            <p:nvPr/>
          </p:nvSpPr>
          <p:spPr>
            <a:xfrm>
              <a:off x="-474663" y="2741613"/>
              <a:ext cx="34925" cy="0"/>
            </a:xfrm>
            <a:custGeom>
              <a:rect b="b" l="l" r="r" t="t"/>
              <a:pathLst>
                <a:path extrusionOk="0" h="120000" w="18">
                  <a:moveTo>
                    <a:pt x="18" y="0"/>
                  </a:moveTo>
                  <a:lnTo>
                    <a:pt x="18" y="0"/>
                  </a:lnTo>
                  <a:lnTo>
                    <a:pt x="0" y="0"/>
                  </a:lnTo>
                  <a:lnTo>
                    <a:pt x="18"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48" name="Google Shape;248;p15"/>
            <p:cNvSpPr/>
            <p:nvPr/>
          </p:nvSpPr>
          <p:spPr>
            <a:xfrm>
              <a:off x="-947738" y="2725738"/>
              <a:ext cx="1239838" cy="19050"/>
            </a:xfrm>
            <a:custGeom>
              <a:rect b="b" l="l" r="r" t="t"/>
              <a:pathLst>
                <a:path extrusionOk="0" h="8" w="647">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49" name="Google Shape;249;p15"/>
            <p:cNvSpPr/>
            <p:nvPr/>
          </p:nvSpPr>
          <p:spPr>
            <a:xfrm>
              <a:off x="-1944688" y="2741613"/>
              <a:ext cx="4763" cy="0"/>
            </a:xfrm>
            <a:custGeom>
              <a:rect b="b" l="l" r="r" t="t"/>
              <a:pathLst>
                <a:path extrusionOk="0" h="120000" w="2">
                  <a:moveTo>
                    <a:pt x="1" y="0"/>
                  </a:moveTo>
                  <a:lnTo>
                    <a:pt x="1" y="0"/>
                  </a:lnTo>
                  <a:lnTo>
                    <a:pt x="2" y="0"/>
                  </a:lnTo>
                  <a:cubicBezTo>
                    <a:pt x="0" y="0"/>
                    <a:pt x="0" y="0"/>
                    <a:pt x="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50" name="Google Shape;250;p15"/>
            <p:cNvSpPr/>
            <p:nvPr/>
          </p:nvSpPr>
          <p:spPr>
            <a:xfrm>
              <a:off x="-1939925" y="2735263"/>
              <a:ext cx="173038" cy="6350"/>
            </a:xfrm>
            <a:custGeom>
              <a:rect b="b" l="l" r="r" t="t"/>
              <a:pathLst>
                <a:path extrusionOk="0" h="3" w="90">
                  <a:moveTo>
                    <a:pt x="36" y="3"/>
                  </a:moveTo>
                  <a:lnTo>
                    <a:pt x="36" y="3"/>
                  </a:lnTo>
                  <a:lnTo>
                    <a:pt x="90" y="0"/>
                  </a:lnTo>
                  <a:lnTo>
                    <a:pt x="6" y="1"/>
                  </a:lnTo>
                  <a:lnTo>
                    <a:pt x="0" y="3"/>
                  </a:lnTo>
                  <a:cubicBezTo>
                    <a:pt x="8" y="2"/>
                    <a:pt x="37" y="1"/>
                    <a:pt x="48" y="2"/>
                  </a:cubicBezTo>
                  <a:lnTo>
                    <a:pt x="36"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51" name="Google Shape;251;p15"/>
            <p:cNvSpPr/>
            <p:nvPr/>
          </p:nvSpPr>
          <p:spPr>
            <a:xfrm>
              <a:off x="-1773238" y="2733675"/>
              <a:ext cx="123825" cy="12700"/>
            </a:xfrm>
            <a:custGeom>
              <a:rect b="b" l="l" r="r" t="t"/>
              <a:pathLst>
                <a:path extrusionOk="0" h="6" w="65">
                  <a:moveTo>
                    <a:pt x="65" y="0"/>
                  </a:moveTo>
                  <a:lnTo>
                    <a:pt x="65" y="0"/>
                  </a:lnTo>
                  <a:cubicBezTo>
                    <a:pt x="22" y="1"/>
                    <a:pt x="25" y="3"/>
                    <a:pt x="48" y="4"/>
                  </a:cubicBezTo>
                  <a:cubicBezTo>
                    <a:pt x="8" y="5"/>
                    <a:pt x="27" y="1"/>
                    <a:pt x="0" y="4"/>
                  </a:cubicBezTo>
                  <a:cubicBezTo>
                    <a:pt x="1" y="6"/>
                    <a:pt x="50" y="5"/>
                    <a:pt x="61" y="4"/>
                  </a:cubicBezTo>
                  <a:lnTo>
                    <a:pt x="65"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52" name="Google Shape;252;p15"/>
            <p:cNvSpPr/>
            <p:nvPr/>
          </p:nvSpPr>
          <p:spPr>
            <a:xfrm>
              <a:off x="-1057275" y="2735263"/>
              <a:ext cx="57150" cy="3175"/>
            </a:xfrm>
            <a:custGeom>
              <a:rect b="b" l="l" r="r" t="t"/>
              <a:pathLst>
                <a:path extrusionOk="0" h="1" w="30">
                  <a:moveTo>
                    <a:pt x="12" y="0"/>
                  </a:moveTo>
                  <a:lnTo>
                    <a:pt x="12" y="0"/>
                  </a:lnTo>
                  <a:lnTo>
                    <a:pt x="0" y="1"/>
                  </a:lnTo>
                  <a:lnTo>
                    <a:pt x="30" y="1"/>
                  </a:lnTo>
                  <a:lnTo>
                    <a:pt x="12"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53" name="Google Shape;253;p15"/>
            <p:cNvSpPr/>
            <p:nvPr/>
          </p:nvSpPr>
          <p:spPr>
            <a:xfrm>
              <a:off x="-1116013" y="2738438"/>
              <a:ext cx="58738" cy="3175"/>
            </a:xfrm>
            <a:custGeom>
              <a:rect b="b" l="l" r="r" t="t"/>
              <a:pathLst>
                <a:path extrusionOk="0" h="2" w="30">
                  <a:moveTo>
                    <a:pt x="30" y="0"/>
                  </a:moveTo>
                  <a:lnTo>
                    <a:pt x="30" y="0"/>
                  </a:lnTo>
                  <a:lnTo>
                    <a:pt x="0" y="0"/>
                  </a:lnTo>
                  <a:cubicBezTo>
                    <a:pt x="2" y="0"/>
                    <a:pt x="4" y="1"/>
                    <a:pt x="9" y="2"/>
                  </a:cubicBezTo>
                  <a:lnTo>
                    <a:pt x="3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54" name="Google Shape;254;p15"/>
            <p:cNvSpPr/>
            <p:nvPr/>
          </p:nvSpPr>
          <p:spPr>
            <a:xfrm>
              <a:off x="-1349375" y="2735263"/>
              <a:ext cx="84138" cy="0"/>
            </a:xfrm>
            <a:custGeom>
              <a:rect b="b" l="l" r="r" t="t"/>
              <a:pathLst>
                <a:path extrusionOk="0" h="120000" w="44">
                  <a:moveTo>
                    <a:pt x="44" y="0"/>
                  </a:moveTo>
                  <a:lnTo>
                    <a:pt x="44" y="0"/>
                  </a:lnTo>
                  <a:lnTo>
                    <a:pt x="0" y="0"/>
                  </a:lnTo>
                  <a:lnTo>
                    <a:pt x="4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55" name="Google Shape;255;p15"/>
            <p:cNvSpPr/>
            <p:nvPr/>
          </p:nvSpPr>
          <p:spPr>
            <a:xfrm>
              <a:off x="-1265238" y="2735263"/>
              <a:ext cx="65088" cy="3175"/>
            </a:xfrm>
            <a:custGeom>
              <a:rect b="b" l="l" r="r" t="t"/>
              <a:pathLst>
                <a:path extrusionOk="0" h="1" w="34">
                  <a:moveTo>
                    <a:pt x="34" y="1"/>
                  </a:moveTo>
                  <a:lnTo>
                    <a:pt x="34" y="1"/>
                  </a:lnTo>
                  <a:lnTo>
                    <a:pt x="33" y="0"/>
                  </a:lnTo>
                  <a:lnTo>
                    <a:pt x="0" y="0"/>
                  </a:lnTo>
                  <a:lnTo>
                    <a:pt x="34"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56" name="Google Shape;256;p15"/>
            <p:cNvSpPr/>
            <p:nvPr/>
          </p:nvSpPr>
          <p:spPr>
            <a:xfrm>
              <a:off x="-1219200" y="2728913"/>
              <a:ext cx="103188" cy="9525"/>
            </a:xfrm>
            <a:custGeom>
              <a:rect b="b" l="l" r="r" t="t"/>
              <a:pathLst>
                <a:path extrusionOk="0" h="4" w="54">
                  <a:moveTo>
                    <a:pt x="54" y="4"/>
                  </a:moveTo>
                  <a:lnTo>
                    <a:pt x="54" y="4"/>
                  </a:lnTo>
                  <a:cubicBezTo>
                    <a:pt x="49" y="2"/>
                    <a:pt x="43" y="0"/>
                    <a:pt x="0" y="1"/>
                  </a:cubicBezTo>
                  <a:lnTo>
                    <a:pt x="9" y="3"/>
                  </a:lnTo>
                  <a:lnTo>
                    <a:pt x="54"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57" name="Google Shape;257;p15"/>
            <p:cNvSpPr/>
            <p:nvPr/>
          </p:nvSpPr>
          <p:spPr>
            <a:xfrm>
              <a:off x="1225550" y="2830513"/>
              <a:ext cx="73025" cy="3175"/>
            </a:xfrm>
            <a:custGeom>
              <a:rect b="b" l="l" r="r" t="t"/>
              <a:pathLst>
                <a:path extrusionOk="0" h="2" w="38">
                  <a:moveTo>
                    <a:pt x="34" y="0"/>
                  </a:moveTo>
                  <a:lnTo>
                    <a:pt x="34" y="0"/>
                  </a:lnTo>
                  <a:lnTo>
                    <a:pt x="0" y="1"/>
                  </a:lnTo>
                  <a:lnTo>
                    <a:pt x="4" y="2"/>
                  </a:lnTo>
                  <a:lnTo>
                    <a:pt x="38" y="1"/>
                  </a:lnTo>
                  <a:lnTo>
                    <a:pt x="3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58" name="Google Shape;258;p15"/>
            <p:cNvSpPr/>
            <p:nvPr/>
          </p:nvSpPr>
          <p:spPr>
            <a:xfrm>
              <a:off x="874712" y="2827338"/>
              <a:ext cx="39688" cy="3175"/>
            </a:xfrm>
            <a:custGeom>
              <a:rect b="b" l="l" r="r" t="t"/>
              <a:pathLst>
                <a:path extrusionOk="0" h="1" w="21">
                  <a:moveTo>
                    <a:pt x="21" y="0"/>
                  </a:moveTo>
                  <a:lnTo>
                    <a:pt x="21" y="0"/>
                  </a:lnTo>
                  <a:lnTo>
                    <a:pt x="0" y="1"/>
                  </a:lnTo>
                  <a:cubicBezTo>
                    <a:pt x="9" y="1"/>
                    <a:pt x="16" y="1"/>
                    <a:pt x="2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59" name="Google Shape;259;p15"/>
            <p:cNvSpPr/>
            <p:nvPr/>
          </p:nvSpPr>
          <p:spPr>
            <a:xfrm>
              <a:off x="417512" y="2827338"/>
              <a:ext cx="457200" cy="31750"/>
            </a:xfrm>
            <a:custGeom>
              <a:rect b="b" l="l" r="r" t="t"/>
              <a:pathLst>
                <a:path extrusionOk="0" h="14" w="238">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60" name="Google Shape;260;p15"/>
            <p:cNvSpPr/>
            <p:nvPr/>
          </p:nvSpPr>
          <p:spPr>
            <a:xfrm>
              <a:off x="755650" y="2859087"/>
              <a:ext cx="68263" cy="4762"/>
            </a:xfrm>
            <a:custGeom>
              <a:rect b="b" l="l" r="r" t="t"/>
              <a:pathLst>
                <a:path extrusionOk="0" h="2" w="36">
                  <a:moveTo>
                    <a:pt x="0" y="1"/>
                  </a:moveTo>
                  <a:lnTo>
                    <a:pt x="0" y="1"/>
                  </a:lnTo>
                  <a:cubicBezTo>
                    <a:pt x="19" y="2"/>
                    <a:pt x="24" y="1"/>
                    <a:pt x="36" y="1"/>
                  </a:cubicBezTo>
                  <a:cubicBezTo>
                    <a:pt x="33" y="0"/>
                    <a:pt x="15" y="1"/>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61" name="Google Shape;261;p15"/>
            <p:cNvSpPr/>
            <p:nvPr/>
          </p:nvSpPr>
          <p:spPr>
            <a:xfrm>
              <a:off x="-133350" y="2798763"/>
              <a:ext cx="111125" cy="4762"/>
            </a:xfrm>
            <a:custGeom>
              <a:rect b="b" l="l" r="r" t="t"/>
              <a:pathLst>
                <a:path extrusionOk="0" h="2" w="58">
                  <a:moveTo>
                    <a:pt x="37" y="0"/>
                  </a:moveTo>
                  <a:lnTo>
                    <a:pt x="37" y="0"/>
                  </a:lnTo>
                  <a:cubicBezTo>
                    <a:pt x="34" y="1"/>
                    <a:pt x="0" y="1"/>
                    <a:pt x="7" y="2"/>
                  </a:cubicBezTo>
                  <a:lnTo>
                    <a:pt x="58" y="2"/>
                  </a:lnTo>
                  <a:cubicBezTo>
                    <a:pt x="46" y="2"/>
                    <a:pt x="42" y="1"/>
                    <a:pt x="37"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62" name="Google Shape;262;p15"/>
            <p:cNvSpPr/>
            <p:nvPr/>
          </p:nvSpPr>
          <p:spPr>
            <a:xfrm>
              <a:off x="-22225" y="2800350"/>
              <a:ext cx="44450" cy="3175"/>
            </a:xfrm>
            <a:custGeom>
              <a:rect b="b" l="l" r="r" t="t"/>
              <a:pathLst>
                <a:path extrusionOk="0" h="1" w="23">
                  <a:moveTo>
                    <a:pt x="23" y="0"/>
                  </a:moveTo>
                  <a:lnTo>
                    <a:pt x="23" y="0"/>
                  </a:lnTo>
                  <a:lnTo>
                    <a:pt x="0" y="1"/>
                  </a:lnTo>
                  <a:cubicBezTo>
                    <a:pt x="6" y="1"/>
                    <a:pt x="13" y="1"/>
                    <a:pt x="2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63" name="Google Shape;263;p15"/>
            <p:cNvSpPr/>
            <p:nvPr/>
          </p:nvSpPr>
          <p:spPr>
            <a:xfrm>
              <a:off x="-66675" y="2798763"/>
              <a:ext cx="6350" cy="0"/>
            </a:xfrm>
            <a:custGeom>
              <a:rect b="b" l="l" r="r" t="t"/>
              <a:pathLst>
                <a:path extrusionOk="0" h="120000" w="3">
                  <a:moveTo>
                    <a:pt x="0" y="0"/>
                  </a:moveTo>
                  <a:lnTo>
                    <a:pt x="0" y="0"/>
                  </a:lnTo>
                  <a:lnTo>
                    <a:pt x="2" y="0"/>
                  </a:lnTo>
                  <a:cubicBezTo>
                    <a:pt x="3" y="0"/>
                    <a:pt x="3" y="0"/>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64" name="Google Shape;264;p15"/>
            <p:cNvSpPr/>
            <p:nvPr/>
          </p:nvSpPr>
          <p:spPr>
            <a:xfrm>
              <a:off x="-1566863" y="2730500"/>
              <a:ext cx="65088" cy="3175"/>
            </a:xfrm>
            <a:custGeom>
              <a:rect b="b" l="l" r="r" t="t"/>
              <a:pathLst>
                <a:path extrusionOk="0" h="1" w="34">
                  <a:moveTo>
                    <a:pt x="33" y="1"/>
                  </a:moveTo>
                  <a:lnTo>
                    <a:pt x="33" y="1"/>
                  </a:lnTo>
                  <a:cubicBezTo>
                    <a:pt x="34" y="0"/>
                    <a:pt x="12" y="1"/>
                    <a:pt x="0" y="1"/>
                  </a:cubicBezTo>
                  <a:cubicBezTo>
                    <a:pt x="9" y="1"/>
                    <a:pt x="22" y="1"/>
                    <a:pt x="33"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65" name="Google Shape;265;p15"/>
            <p:cNvSpPr/>
            <p:nvPr/>
          </p:nvSpPr>
          <p:spPr>
            <a:xfrm>
              <a:off x="-3175000" y="2740025"/>
              <a:ext cx="38100" cy="0"/>
            </a:xfrm>
            <a:custGeom>
              <a:rect b="b" l="l" r="r" t="t"/>
              <a:pathLst>
                <a:path extrusionOk="0" h="120000" w="20">
                  <a:moveTo>
                    <a:pt x="20" y="0"/>
                  </a:moveTo>
                  <a:lnTo>
                    <a:pt x="20" y="0"/>
                  </a:lnTo>
                  <a:lnTo>
                    <a:pt x="0" y="0"/>
                  </a:lnTo>
                  <a:cubicBezTo>
                    <a:pt x="7" y="0"/>
                    <a:pt x="11" y="0"/>
                    <a:pt x="2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66" name="Google Shape;266;p15"/>
            <p:cNvSpPr/>
            <p:nvPr/>
          </p:nvSpPr>
          <p:spPr>
            <a:xfrm>
              <a:off x="-3735388" y="2803525"/>
              <a:ext cx="6350" cy="1587"/>
            </a:xfrm>
            <a:custGeom>
              <a:rect b="b" l="l" r="r" t="t"/>
              <a:pathLst>
                <a:path extrusionOk="0" h="1" w="4">
                  <a:moveTo>
                    <a:pt x="4" y="0"/>
                  </a:moveTo>
                  <a:lnTo>
                    <a:pt x="4" y="0"/>
                  </a:lnTo>
                  <a:cubicBezTo>
                    <a:pt x="3" y="0"/>
                    <a:pt x="2" y="1"/>
                    <a:pt x="0" y="1"/>
                  </a:cubicBezTo>
                  <a:cubicBezTo>
                    <a:pt x="2" y="1"/>
                    <a:pt x="3" y="1"/>
                    <a:pt x="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67" name="Google Shape;267;p15"/>
            <p:cNvSpPr/>
            <p:nvPr/>
          </p:nvSpPr>
          <p:spPr>
            <a:xfrm>
              <a:off x="-3924300" y="2803525"/>
              <a:ext cx="188913" cy="3175"/>
            </a:xfrm>
            <a:custGeom>
              <a:rect b="b" l="l" r="r" t="t"/>
              <a:pathLst>
                <a:path extrusionOk="0" h="2" w="98">
                  <a:moveTo>
                    <a:pt x="98" y="1"/>
                  </a:moveTo>
                  <a:lnTo>
                    <a:pt x="98" y="1"/>
                  </a:lnTo>
                  <a:cubicBezTo>
                    <a:pt x="84" y="2"/>
                    <a:pt x="42" y="0"/>
                    <a:pt x="26" y="1"/>
                  </a:cubicBezTo>
                  <a:lnTo>
                    <a:pt x="28" y="1"/>
                  </a:lnTo>
                  <a:lnTo>
                    <a:pt x="0" y="2"/>
                  </a:lnTo>
                  <a:cubicBezTo>
                    <a:pt x="27" y="2"/>
                    <a:pt x="82" y="2"/>
                    <a:pt x="98"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grpSp>
      <p:sp>
        <p:nvSpPr>
          <p:cNvPr id="268" name="Google Shape;268;p15"/>
          <p:cNvSpPr txBox="1"/>
          <p:nvPr>
            <p:ph idx="1" type="body"/>
          </p:nvPr>
        </p:nvSpPr>
        <p:spPr>
          <a:xfrm>
            <a:off x="1522413" y="5102525"/>
            <a:ext cx="9143999" cy="106967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chemeClr val="lt1"/>
              </a:buClr>
              <a:buSzPts val="2400"/>
              <a:buNone/>
              <a:defRPr sz="2400">
                <a:solidFill>
                  <a:schemeClr val="lt1"/>
                </a:solidFill>
              </a:defRPr>
            </a:lvl1pPr>
            <a:lvl2pPr indent="-228600" lvl="1" marL="914400" algn="l">
              <a:lnSpc>
                <a:spcPct val="90000"/>
              </a:lnSpc>
              <a:spcBef>
                <a:spcPts val="600"/>
              </a:spcBef>
              <a:spcAft>
                <a:spcPts val="0"/>
              </a:spcAft>
              <a:buClr>
                <a:schemeClr val="lt1"/>
              </a:buClr>
              <a:buSzPts val="1800"/>
              <a:buNone/>
              <a:defRPr sz="1800">
                <a:solidFill>
                  <a:schemeClr val="lt1"/>
                </a:solidFill>
              </a:defRPr>
            </a:lvl2pPr>
            <a:lvl3pPr indent="-228600" lvl="2" marL="1371600" algn="l">
              <a:lnSpc>
                <a:spcPct val="90000"/>
              </a:lnSpc>
              <a:spcBef>
                <a:spcPts val="600"/>
              </a:spcBef>
              <a:spcAft>
                <a:spcPts val="0"/>
              </a:spcAft>
              <a:buClr>
                <a:schemeClr val="lt1"/>
              </a:buClr>
              <a:buSzPts val="1600"/>
              <a:buNone/>
              <a:defRPr sz="1600">
                <a:solidFill>
                  <a:schemeClr val="lt1"/>
                </a:solidFill>
              </a:defRPr>
            </a:lvl3pPr>
            <a:lvl4pPr indent="-228600" lvl="3" marL="1828800" algn="l">
              <a:lnSpc>
                <a:spcPct val="90000"/>
              </a:lnSpc>
              <a:spcBef>
                <a:spcPts val="600"/>
              </a:spcBef>
              <a:spcAft>
                <a:spcPts val="0"/>
              </a:spcAft>
              <a:buClr>
                <a:schemeClr val="lt1"/>
              </a:buClr>
              <a:buSzPts val="1400"/>
              <a:buNone/>
              <a:defRPr sz="1400">
                <a:solidFill>
                  <a:schemeClr val="lt1"/>
                </a:solidFill>
              </a:defRPr>
            </a:lvl4pPr>
            <a:lvl5pPr indent="-228600" lvl="4" marL="2286000" algn="l">
              <a:lnSpc>
                <a:spcPct val="90000"/>
              </a:lnSpc>
              <a:spcBef>
                <a:spcPts val="600"/>
              </a:spcBef>
              <a:spcAft>
                <a:spcPts val="0"/>
              </a:spcAft>
              <a:buClr>
                <a:schemeClr val="lt1"/>
              </a:buClr>
              <a:buSzPts val="1400"/>
              <a:buNone/>
              <a:defRPr sz="1400">
                <a:solidFill>
                  <a:schemeClr val="lt1"/>
                </a:solidFill>
              </a:defRPr>
            </a:lvl5pPr>
            <a:lvl6pPr indent="-228600" lvl="5" marL="2743200" algn="l">
              <a:lnSpc>
                <a:spcPct val="90000"/>
              </a:lnSpc>
              <a:spcBef>
                <a:spcPts val="600"/>
              </a:spcBef>
              <a:spcAft>
                <a:spcPts val="0"/>
              </a:spcAft>
              <a:buClr>
                <a:schemeClr val="lt1"/>
              </a:buClr>
              <a:buSzPts val="1400"/>
              <a:buNone/>
              <a:defRPr sz="1400">
                <a:solidFill>
                  <a:schemeClr val="lt1"/>
                </a:solidFill>
              </a:defRPr>
            </a:lvl6pPr>
            <a:lvl7pPr indent="-228600" lvl="6" marL="3200400" algn="l">
              <a:lnSpc>
                <a:spcPct val="90000"/>
              </a:lnSpc>
              <a:spcBef>
                <a:spcPts val="600"/>
              </a:spcBef>
              <a:spcAft>
                <a:spcPts val="0"/>
              </a:spcAft>
              <a:buClr>
                <a:schemeClr val="lt1"/>
              </a:buClr>
              <a:buSzPts val="1400"/>
              <a:buNone/>
              <a:defRPr sz="1400">
                <a:solidFill>
                  <a:schemeClr val="lt1"/>
                </a:solidFill>
              </a:defRPr>
            </a:lvl7pPr>
            <a:lvl8pPr indent="-228600" lvl="7" marL="3657600" algn="l">
              <a:lnSpc>
                <a:spcPct val="90000"/>
              </a:lnSpc>
              <a:spcBef>
                <a:spcPts val="600"/>
              </a:spcBef>
              <a:spcAft>
                <a:spcPts val="0"/>
              </a:spcAft>
              <a:buClr>
                <a:schemeClr val="lt1"/>
              </a:buClr>
              <a:buSzPts val="1400"/>
              <a:buNone/>
              <a:defRPr sz="1400">
                <a:solidFill>
                  <a:schemeClr val="lt1"/>
                </a:solidFill>
              </a:defRPr>
            </a:lvl8pPr>
            <a:lvl9pPr indent="-228600" lvl="8" marL="4114800" algn="l">
              <a:lnSpc>
                <a:spcPct val="90000"/>
              </a:lnSpc>
              <a:spcBef>
                <a:spcPts val="600"/>
              </a:spcBef>
              <a:spcAft>
                <a:spcPts val="0"/>
              </a:spcAft>
              <a:buClr>
                <a:schemeClr val="lt1"/>
              </a:buClr>
              <a:buSzPts val="1400"/>
              <a:buNone/>
              <a:defRPr sz="1400">
                <a:solidFill>
                  <a:schemeClr val="lt1"/>
                </a:solidFill>
              </a:defRPr>
            </a:lvl9pPr>
          </a:lstStyle>
          <a:p/>
        </p:txBody>
      </p:sp>
      <p:sp>
        <p:nvSpPr>
          <p:cNvPr id="269" name="Google Shape;269;p15"/>
          <p:cNvSpPr txBox="1"/>
          <p:nvPr>
            <p:ph idx="11" type="ftr"/>
          </p:nvPr>
        </p:nvSpPr>
        <p:spPr>
          <a:xfrm>
            <a:off x="1522413" y="6400801"/>
            <a:ext cx="6324599" cy="276226"/>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0" name="Google Shape;270;p15"/>
          <p:cNvSpPr txBox="1"/>
          <p:nvPr>
            <p:ph idx="10" type="dt"/>
          </p:nvPr>
        </p:nvSpPr>
        <p:spPr>
          <a:xfrm>
            <a:off x="8075612" y="6400801"/>
            <a:ext cx="1243859" cy="2762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1" name="Google Shape;271;p15"/>
          <p:cNvSpPr txBox="1"/>
          <p:nvPr>
            <p:ph idx="12" type="sldNum"/>
          </p:nvPr>
        </p:nvSpPr>
        <p:spPr>
          <a:xfrm>
            <a:off x="9523412" y="6400801"/>
            <a:ext cx="1143002" cy="2762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2" name="Shape 272"/>
        <p:cNvGrpSpPr/>
        <p:nvPr/>
      </p:nvGrpSpPr>
      <p:grpSpPr>
        <a:xfrm>
          <a:off x="0" y="0"/>
          <a:ext cx="0" cy="0"/>
          <a:chOff x="0" y="0"/>
          <a:chExt cx="0" cy="0"/>
        </a:xfrm>
      </p:grpSpPr>
      <p:sp>
        <p:nvSpPr>
          <p:cNvPr id="273" name="Google Shape;273;p18"/>
          <p:cNvSpPr txBox="1"/>
          <p:nvPr>
            <p:ph type="title"/>
          </p:nvPr>
        </p:nvSpPr>
        <p:spPr>
          <a:xfrm>
            <a:off x="1522414" y="274638"/>
            <a:ext cx="9143998" cy="10207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grpSp>
        <p:nvGrpSpPr>
          <p:cNvPr descr="Line graphic" id="274" name="Google Shape;274;p18"/>
          <p:cNvGrpSpPr/>
          <p:nvPr/>
        </p:nvGrpSpPr>
        <p:grpSpPr>
          <a:xfrm>
            <a:off x="1522413" y="1514475"/>
            <a:ext cx="10569575" cy="64008"/>
            <a:chOff x="1522413" y="1514475"/>
            <a:chExt cx="10569575" cy="64008"/>
          </a:xfrm>
        </p:grpSpPr>
        <p:sp>
          <p:nvSpPr>
            <p:cNvPr id="275" name="Google Shape;275;p18"/>
            <p:cNvSpPr/>
            <p:nvPr/>
          </p:nvSpPr>
          <p:spPr>
            <a:xfrm>
              <a:off x="12028488" y="1525554"/>
              <a:ext cx="63500" cy="4924"/>
            </a:xfrm>
            <a:custGeom>
              <a:rect b="b" l="l" r="r" t="t"/>
              <a:pathLst>
                <a:path extrusionOk="0" h="6" w="67">
                  <a:moveTo>
                    <a:pt x="30" y="6"/>
                  </a:moveTo>
                  <a:lnTo>
                    <a:pt x="30" y="6"/>
                  </a:lnTo>
                  <a:lnTo>
                    <a:pt x="67" y="3"/>
                  </a:lnTo>
                  <a:cubicBezTo>
                    <a:pt x="60" y="2"/>
                    <a:pt x="26" y="1"/>
                    <a:pt x="39" y="0"/>
                  </a:cubicBezTo>
                  <a:cubicBezTo>
                    <a:pt x="0" y="1"/>
                    <a:pt x="8" y="3"/>
                    <a:pt x="30"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76" name="Google Shape;276;p18"/>
            <p:cNvSpPr/>
            <p:nvPr/>
          </p:nvSpPr>
          <p:spPr>
            <a:xfrm>
              <a:off x="12022138" y="1532939"/>
              <a:ext cx="19050" cy="1231"/>
            </a:xfrm>
            <a:custGeom>
              <a:rect b="b" l="l" r="r" t="t"/>
              <a:pathLst>
                <a:path extrusionOk="0" h="2" w="20">
                  <a:moveTo>
                    <a:pt x="0" y="2"/>
                  </a:moveTo>
                  <a:lnTo>
                    <a:pt x="0" y="2"/>
                  </a:lnTo>
                  <a:lnTo>
                    <a:pt x="20" y="1"/>
                  </a:lnTo>
                  <a:cubicBezTo>
                    <a:pt x="16" y="0"/>
                    <a:pt x="11" y="0"/>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77" name="Google Shape;277;p18"/>
            <p:cNvSpPr/>
            <p:nvPr/>
          </p:nvSpPr>
          <p:spPr>
            <a:xfrm>
              <a:off x="12041188" y="1531708"/>
              <a:ext cx="39687" cy="6155"/>
            </a:xfrm>
            <a:custGeom>
              <a:rect b="b" l="l" r="r" t="t"/>
              <a:pathLst>
                <a:path extrusionOk="0" h="6" w="41">
                  <a:moveTo>
                    <a:pt x="41" y="0"/>
                  </a:moveTo>
                  <a:lnTo>
                    <a:pt x="41" y="0"/>
                  </a:lnTo>
                  <a:lnTo>
                    <a:pt x="0" y="2"/>
                  </a:lnTo>
                  <a:cubicBezTo>
                    <a:pt x="5" y="3"/>
                    <a:pt x="6" y="6"/>
                    <a:pt x="19" y="1"/>
                  </a:cubicBezTo>
                  <a:cubicBezTo>
                    <a:pt x="15" y="3"/>
                    <a:pt x="23" y="1"/>
                    <a:pt x="4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78" name="Google Shape;278;p18"/>
            <p:cNvSpPr/>
            <p:nvPr/>
          </p:nvSpPr>
          <p:spPr>
            <a:xfrm>
              <a:off x="11831638" y="1526784"/>
              <a:ext cx="42862" cy="4924"/>
            </a:xfrm>
            <a:custGeom>
              <a:rect b="b" l="l" r="r" t="t"/>
              <a:pathLst>
                <a:path extrusionOk="0" h="6" w="45">
                  <a:moveTo>
                    <a:pt x="2" y="0"/>
                  </a:moveTo>
                  <a:lnTo>
                    <a:pt x="2" y="0"/>
                  </a:lnTo>
                  <a:cubicBezTo>
                    <a:pt x="0" y="1"/>
                    <a:pt x="15" y="4"/>
                    <a:pt x="18" y="6"/>
                  </a:cubicBezTo>
                  <a:lnTo>
                    <a:pt x="45" y="4"/>
                  </a:lnTo>
                  <a:cubicBezTo>
                    <a:pt x="31" y="3"/>
                    <a:pt x="4" y="2"/>
                    <a:pt x="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79" name="Google Shape;279;p18"/>
            <p:cNvSpPr/>
            <p:nvPr/>
          </p:nvSpPr>
          <p:spPr>
            <a:xfrm>
              <a:off x="11809413" y="1531708"/>
              <a:ext cx="41275" cy="2462"/>
            </a:xfrm>
            <a:custGeom>
              <a:rect b="b" l="l" r="r" t="t"/>
              <a:pathLst>
                <a:path extrusionOk="0" h="3" w="44">
                  <a:moveTo>
                    <a:pt x="42" y="0"/>
                  </a:moveTo>
                  <a:lnTo>
                    <a:pt x="42" y="0"/>
                  </a:lnTo>
                  <a:lnTo>
                    <a:pt x="0" y="3"/>
                  </a:lnTo>
                  <a:cubicBezTo>
                    <a:pt x="37" y="3"/>
                    <a:pt x="44" y="2"/>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80" name="Google Shape;280;p18"/>
            <p:cNvSpPr/>
            <p:nvPr/>
          </p:nvSpPr>
          <p:spPr>
            <a:xfrm>
              <a:off x="12003088" y="1537863"/>
              <a:ext cx="77787" cy="3693"/>
            </a:xfrm>
            <a:custGeom>
              <a:rect b="b" l="l" r="r" t="t"/>
              <a:pathLst>
                <a:path extrusionOk="0" h="5" w="82">
                  <a:moveTo>
                    <a:pt x="14" y="5"/>
                  </a:moveTo>
                  <a:lnTo>
                    <a:pt x="14" y="5"/>
                  </a:lnTo>
                  <a:lnTo>
                    <a:pt x="82" y="0"/>
                  </a:lnTo>
                  <a:lnTo>
                    <a:pt x="0" y="5"/>
                  </a:lnTo>
                  <a:lnTo>
                    <a:pt x="14"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81" name="Google Shape;281;p18"/>
            <p:cNvSpPr/>
            <p:nvPr/>
          </p:nvSpPr>
          <p:spPr>
            <a:xfrm>
              <a:off x="11664950" y="1523092"/>
              <a:ext cx="39687" cy="4924"/>
            </a:xfrm>
            <a:custGeom>
              <a:rect b="b" l="l" r="r" t="t"/>
              <a:pathLst>
                <a:path extrusionOk="0" h="5" w="42">
                  <a:moveTo>
                    <a:pt x="19" y="4"/>
                  </a:moveTo>
                  <a:lnTo>
                    <a:pt x="19" y="4"/>
                  </a:lnTo>
                  <a:lnTo>
                    <a:pt x="42" y="0"/>
                  </a:lnTo>
                  <a:lnTo>
                    <a:pt x="0" y="5"/>
                  </a:lnTo>
                  <a:lnTo>
                    <a:pt x="19"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82" name="Google Shape;282;p18"/>
            <p:cNvSpPr/>
            <p:nvPr/>
          </p:nvSpPr>
          <p:spPr>
            <a:xfrm>
              <a:off x="11506200" y="1521861"/>
              <a:ext cx="92075" cy="4924"/>
            </a:xfrm>
            <a:custGeom>
              <a:rect b="b" l="l" r="r" t="t"/>
              <a:pathLst>
                <a:path extrusionOk="0" h="6" w="98">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83" name="Google Shape;283;p18"/>
            <p:cNvSpPr/>
            <p:nvPr/>
          </p:nvSpPr>
          <p:spPr>
            <a:xfrm>
              <a:off x="11471275" y="1525554"/>
              <a:ext cx="34925" cy="3693"/>
            </a:xfrm>
            <a:custGeom>
              <a:rect b="b" l="l" r="r" t="t"/>
              <a:pathLst>
                <a:path extrusionOk="0" h="3" w="36">
                  <a:moveTo>
                    <a:pt x="0" y="3"/>
                  </a:moveTo>
                  <a:lnTo>
                    <a:pt x="0" y="3"/>
                  </a:lnTo>
                  <a:cubicBezTo>
                    <a:pt x="11" y="2"/>
                    <a:pt x="23" y="1"/>
                    <a:pt x="36" y="0"/>
                  </a:cubicBezTo>
                  <a:cubicBezTo>
                    <a:pt x="24" y="0"/>
                    <a:pt x="12"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84" name="Google Shape;284;p18"/>
            <p:cNvSpPr/>
            <p:nvPr/>
          </p:nvSpPr>
          <p:spPr>
            <a:xfrm>
              <a:off x="11710988" y="1529246"/>
              <a:ext cx="30162" cy="4924"/>
            </a:xfrm>
            <a:custGeom>
              <a:rect b="b" l="l" r="r" t="t"/>
              <a:pathLst>
                <a:path extrusionOk="0" h="5" w="32">
                  <a:moveTo>
                    <a:pt x="32" y="5"/>
                  </a:moveTo>
                  <a:lnTo>
                    <a:pt x="32" y="5"/>
                  </a:lnTo>
                  <a:cubicBezTo>
                    <a:pt x="29" y="4"/>
                    <a:pt x="23" y="1"/>
                    <a:pt x="0" y="0"/>
                  </a:cubicBezTo>
                  <a:lnTo>
                    <a:pt x="16" y="5"/>
                  </a:lnTo>
                  <a:lnTo>
                    <a:pt x="32"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85" name="Google Shape;285;p18"/>
            <p:cNvSpPr/>
            <p:nvPr/>
          </p:nvSpPr>
          <p:spPr>
            <a:xfrm>
              <a:off x="11691938" y="1532939"/>
              <a:ext cx="34925" cy="1231"/>
            </a:xfrm>
            <a:custGeom>
              <a:rect b="b" l="l" r="r" t="t"/>
              <a:pathLst>
                <a:path extrusionOk="0" h="1" w="36">
                  <a:moveTo>
                    <a:pt x="36" y="1"/>
                  </a:moveTo>
                  <a:lnTo>
                    <a:pt x="36" y="1"/>
                  </a:lnTo>
                  <a:lnTo>
                    <a:pt x="35" y="1"/>
                  </a:lnTo>
                  <a:lnTo>
                    <a:pt x="0" y="0"/>
                  </a:lnTo>
                  <a:lnTo>
                    <a:pt x="36"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86" name="Google Shape;286;p18"/>
            <p:cNvSpPr/>
            <p:nvPr/>
          </p:nvSpPr>
          <p:spPr>
            <a:xfrm>
              <a:off x="11741150" y="1534170"/>
              <a:ext cx="4762" cy="0"/>
            </a:xfrm>
            <a:custGeom>
              <a:rect b="b" l="l" r="r" t="t"/>
              <a:pathLst>
                <a:path extrusionOk="0" h="120000" w="5">
                  <a:moveTo>
                    <a:pt x="5" y="0"/>
                  </a:moveTo>
                  <a:lnTo>
                    <a:pt x="5" y="0"/>
                  </a:lnTo>
                  <a:lnTo>
                    <a:pt x="0" y="0"/>
                  </a:lnTo>
                  <a:cubicBezTo>
                    <a:pt x="2" y="0"/>
                    <a:pt x="3" y="0"/>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87" name="Google Shape;287;p18"/>
            <p:cNvSpPr/>
            <p:nvPr/>
          </p:nvSpPr>
          <p:spPr>
            <a:xfrm>
              <a:off x="11841163" y="1537863"/>
              <a:ext cx="71437" cy="8617"/>
            </a:xfrm>
            <a:custGeom>
              <a:rect b="b" l="l" r="r" t="t"/>
              <a:pathLst>
                <a:path extrusionOk="0" h="9" w="75">
                  <a:moveTo>
                    <a:pt x="75" y="0"/>
                  </a:moveTo>
                  <a:lnTo>
                    <a:pt x="75" y="0"/>
                  </a:lnTo>
                  <a:cubicBezTo>
                    <a:pt x="51" y="3"/>
                    <a:pt x="0" y="5"/>
                    <a:pt x="49" y="9"/>
                  </a:cubicBezTo>
                  <a:cubicBezTo>
                    <a:pt x="66" y="6"/>
                    <a:pt x="38" y="4"/>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88" name="Google Shape;288;p18"/>
            <p:cNvSpPr/>
            <p:nvPr/>
          </p:nvSpPr>
          <p:spPr>
            <a:xfrm>
              <a:off x="11764963" y="1535401"/>
              <a:ext cx="44450" cy="3693"/>
            </a:xfrm>
            <a:custGeom>
              <a:rect b="b" l="l" r="r" t="t"/>
              <a:pathLst>
                <a:path extrusionOk="0" h="4" w="47">
                  <a:moveTo>
                    <a:pt x="0" y="3"/>
                  </a:moveTo>
                  <a:lnTo>
                    <a:pt x="0" y="3"/>
                  </a:lnTo>
                  <a:lnTo>
                    <a:pt x="44" y="4"/>
                  </a:lnTo>
                  <a:cubicBezTo>
                    <a:pt x="43" y="3"/>
                    <a:pt x="35" y="1"/>
                    <a:pt x="47" y="0"/>
                  </a:cubicBez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89" name="Google Shape;289;p18"/>
            <p:cNvSpPr/>
            <p:nvPr/>
          </p:nvSpPr>
          <p:spPr>
            <a:xfrm>
              <a:off x="11744325" y="1537863"/>
              <a:ext cx="20637" cy="2462"/>
            </a:xfrm>
            <a:custGeom>
              <a:rect b="b" l="l" r="r" t="t"/>
              <a:pathLst>
                <a:path extrusionOk="0" h="2" w="22">
                  <a:moveTo>
                    <a:pt x="0" y="2"/>
                  </a:moveTo>
                  <a:lnTo>
                    <a:pt x="0" y="2"/>
                  </a:lnTo>
                  <a:lnTo>
                    <a:pt x="22" y="0"/>
                  </a:lnTo>
                  <a:lnTo>
                    <a:pt x="5" y="0"/>
                  </a:lnTo>
                  <a:lnTo>
                    <a:pt x="0"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90" name="Google Shape;290;p18"/>
            <p:cNvSpPr/>
            <p:nvPr/>
          </p:nvSpPr>
          <p:spPr>
            <a:xfrm>
              <a:off x="11482388" y="1531708"/>
              <a:ext cx="85725" cy="3693"/>
            </a:xfrm>
            <a:custGeom>
              <a:rect b="b" l="l" r="r" t="t"/>
              <a:pathLst>
                <a:path extrusionOk="0" h="4" w="90">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91" name="Google Shape;291;p18"/>
            <p:cNvSpPr/>
            <p:nvPr/>
          </p:nvSpPr>
          <p:spPr>
            <a:xfrm>
              <a:off x="11626850" y="1532939"/>
              <a:ext cx="4762" cy="1231"/>
            </a:xfrm>
            <a:custGeom>
              <a:rect b="b" l="l" r="r" t="t"/>
              <a:pathLst>
                <a:path extrusionOk="0" h="1" w="5">
                  <a:moveTo>
                    <a:pt x="5" y="0"/>
                  </a:moveTo>
                  <a:lnTo>
                    <a:pt x="5" y="0"/>
                  </a:lnTo>
                  <a:lnTo>
                    <a:pt x="0" y="1"/>
                  </a:lnTo>
                  <a:cubicBezTo>
                    <a:pt x="3" y="1"/>
                    <a:pt x="5" y="1"/>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92" name="Google Shape;292;p18"/>
            <p:cNvSpPr/>
            <p:nvPr/>
          </p:nvSpPr>
          <p:spPr>
            <a:xfrm>
              <a:off x="11261725" y="1534170"/>
              <a:ext cx="4762" cy="0"/>
            </a:xfrm>
            <a:custGeom>
              <a:rect b="b" l="l" r="r" t="t"/>
              <a:pathLst>
                <a:path extrusionOk="0" h="1" w="5">
                  <a:moveTo>
                    <a:pt x="0" y="0"/>
                  </a:moveTo>
                  <a:lnTo>
                    <a:pt x="0" y="0"/>
                  </a:lnTo>
                  <a:lnTo>
                    <a:pt x="4" y="0"/>
                  </a:lnTo>
                  <a:cubicBezTo>
                    <a:pt x="4" y="0"/>
                    <a:pt x="4" y="0"/>
                    <a:pt x="5"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93" name="Google Shape;293;p18"/>
            <p:cNvSpPr/>
            <p:nvPr/>
          </p:nvSpPr>
          <p:spPr>
            <a:xfrm>
              <a:off x="11553825" y="1534170"/>
              <a:ext cx="44450" cy="2462"/>
            </a:xfrm>
            <a:custGeom>
              <a:rect b="b" l="l" r="r" t="t"/>
              <a:pathLst>
                <a:path extrusionOk="0" h="2" w="47">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94" name="Google Shape;294;p18"/>
            <p:cNvSpPr/>
            <p:nvPr/>
          </p:nvSpPr>
          <p:spPr>
            <a:xfrm>
              <a:off x="11409363" y="1529246"/>
              <a:ext cx="31750" cy="2462"/>
            </a:xfrm>
            <a:custGeom>
              <a:rect b="b" l="l" r="r" t="t"/>
              <a:pathLst>
                <a:path extrusionOk="0" h="3" w="33">
                  <a:moveTo>
                    <a:pt x="0" y="1"/>
                  </a:moveTo>
                  <a:lnTo>
                    <a:pt x="0" y="1"/>
                  </a:lnTo>
                  <a:cubicBezTo>
                    <a:pt x="10" y="2"/>
                    <a:pt x="21" y="3"/>
                    <a:pt x="33" y="3"/>
                  </a:cubicBezTo>
                  <a:cubicBezTo>
                    <a:pt x="23" y="2"/>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95" name="Google Shape;295;p18"/>
            <p:cNvSpPr/>
            <p:nvPr/>
          </p:nvSpPr>
          <p:spPr>
            <a:xfrm>
              <a:off x="11618913" y="1531708"/>
              <a:ext cx="6350" cy="0"/>
            </a:xfrm>
            <a:custGeom>
              <a:rect b="b" l="l" r="r" t="t"/>
              <a:pathLst>
                <a:path extrusionOk="0" h="1" w="6">
                  <a:moveTo>
                    <a:pt x="3" y="0"/>
                  </a:moveTo>
                  <a:lnTo>
                    <a:pt x="3" y="0"/>
                  </a:lnTo>
                  <a:lnTo>
                    <a:pt x="6" y="0"/>
                  </a:lnTo>
                  <a:cubicBezTo>
                    <a:pt x="0" y="0"/>
                    <a:pt x="0" y="0"/>
                    <a:pt x="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96" name="Google Shape;296;p18"/>
            <p:cNvSpPr/>
            <p:nvPr/>
          </p:nvSpPr>
          <p:spPr>
            <a:xfrm>
              <a:off x="11598275" y="1531708"/>
              <a:ext cx="28575" cy="2462"/>
            </a:xfrm>
            <a:custGeom>
              <a:rect b="b" l="l" r="r" t="t"/>
              <a:pathLst>
                <a:path extrusionOk="0" h="3" w="31">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97" name="Google Shape;297;p18"/>
            <p:cNvSpPr/>
            <p:nvPr/>
          </p:nvSpPr>
          <p:spPr>
            <a:xfrm>
              <a:off x="11137900" y="1534170"/>
              <a:ext cx="188912" cy="23388"/>
            </a:xfrm>
            <a:custGeom>
              <a:rect b="b" l="l" r="r" t="t"/>
              <a:pathLst>
                <a:path extrusionOk="0" h="27" w="198">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98" name="Google Shape;298;p18"/>
            <p:cNvSpPr/>
            <p:nvPr/>
          </p:nvSpPr>
          <p:spPr>
            <a:xfrm>
              <a:off x="11266488" y="1529246"/>
              <a:ext cx="95250" cy="4924"/>
            </a:xfrm>
            <a:custGeom>
              <a:rect b="b" l="l" r="r" t="t"/>
              <a:pathLst>
                <a:path extrusionOk="0" h="6" w="10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99" name="Google Shape;299;p18"/>
            <p:cNvSpPr/>
            <p:nvPr/>
          </p:nvSpPr>
          <p:spPr>
            <a:xfrm>
              <a:off x="11361738" y="1531708"/>
              <a:ext cx="134937" cy="12309"/>
            </a:xfrm>
            <a:custGeom>
              <a:rect b="b" l="l" r="r" t="t"/>
              <a:pathLst>
                <a:path extrusionOk="0" h="14" w="142">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00" name="Google Shape;300;p18"/>
            <p:cNvSpPr/>
            <p:nvPr/>
          </p:nvSpPr>
          <p:spPr>
            <a:xfrm>
              <a:off x="11834813" y="1552634"/>
              <a:ext cx="9525" cy="1231"/>
            </a:xfrm>
            <a:custGeom>
              <a:rect b="b" l="l" r="r" t="t"/>
              <a:pathLst>
                <a:path extrusionOk="0" h="1" w="11">
                  <a:moveTo>
                    <a:pt x="11" y="1"/>
                  </a:moveTo>
                  <a:lnTo>
                    <a:pt x="11" y="1"/>
                  </a:lnTo>
                  <a:cubicBezTo>
                    <a:pt x="8" y="1"/>
                    <a:pt x="8" y="1"/>
                    <a:pt x="8" y="0"/>
                  </a:cubicBezTo>
                  <a:cubicBezTo>
                    <a:pt x="2" y="1"/>
                    <a:pt x="0" y="1"/>
                    <a:pt x="11"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01" name="Google Shape;301;p18"/>
            <p:cNvSpPr/>
            <p:nvPr/>
          </p:nvSpPr>
          <p:spPr>
            <a:xfrm>
              <a:off x="11764963" y="1542787"/>
              <a:ext cx="117475" cy="9847"/>
            </a:xfrm>
            <a:custGeom>
              <a:rect b="b" l="l" r="r" t="t"/>
              <a:pathLst>
                <a:path extrusionOk="0" h="12" w="12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02" name="Google Shape;302;p18"/>
            <p:cNvSpPr/>
            <p:nvPr/>
          </p:nvSpPr>
          <p:spPr>
            <a:xfrm>
              <a:off x="11555413" y="1544017"/>
              <a:ext cx="69850" cy="4924"/>
            </a:xfrm>
            <a:custGeom>
              <a:rect b="b" l="l" r="r" t="t"/>
              <a:pathLst>
                <a:path extrusionOk="0" h="6" w="74">
                  <a:moveTo>
                    <a:pt x="70" y="0"/>
                  </a:moveTo>
                  <a:lnTo>
                    <a:pt x="70" y="0"/>
                  </a:lnTo>
                  <a:lnTo>
                    <a:pt x="0" y="2"/>
                  </a:lnTo>
                  <a:lnTo>
                    <a:pt x="36" y="6"/>
                  </a:lnTo>
                  <a:lnTo>
                    <a:pt x="34" y="4"/>
                  </a:lnTo>
                  <a:cubicBezTo>
                    <a:pt x="74" y="4"/>
                    <a:pt x="65" y="2"/>
                    <a:pt x="7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03" name="Google Shape;303;p18"/>
            <p:cNvSpPr/>
            <p:nvPr/>
          </p:nvSpPr>
          <p:spPr>
            <a:xfrm>
              <a:off x="11223625" y="1528016"/>
              <a:ext cx="38100" cy="6155"/>
            </a:xfrm>
            <a:custGeom>
              <a:rect b="b" l="l" r="r" t="t"/>
              <a:pathLst>
                <a:path extrusionOk="0" h="7" w="40">
                  <a:moveTo>
                    <a:pt x="31" y="5"/>
                  </a:moveTo>
                  <a:lnTo>
                    <a:pt x="31" y="5"/>
                  </a:lnTo>
                  <a:lnTo>
                    <a:pt x="40" y="0"/>
                  </a:lnTo>
                  <a:lnTo>
                    <a:pt x="0" y="7"/>
                  </a:lnTo>
                  <a:lnTo>
                    <a:pt x="31"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04" name="Google Shape;304;p18"/>
            <p:cNvSpPr/>
            <p:nvPr/>
          </p:nvSpPr>
          <p:spPr>
            <a:xfrm>
              <a:off x="11145838" y="1529246"/>
              <a:ext cx="22225" cy="2462"/>
            </a:xfrm>
            <a:custGeom>
              <a:rect b="b" l="l" r="r" t="t"/>
              <a:pathLst>
                <a:path extrusionOk="0" h="4" w="24">
                  <a:moveTo>
                    <a:pt x="21" y="4"/>
                  </a:moveTo>
                  <a:lnTo>
                    <a:pt x="21" y="4"/>
                  </a:lnTo>
                  <a:lnTo>
                    <a:pt x="24" y="0"/>
                  </a:lnTo>
                  <a:lnTo>
                    <a:pt x="0" y="3"/>
                  </a:lnTo>
                  <a:lnTo>
                    <a:pt x="2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05" name="Google Shape;305;p18"/>
            <p:cNvSpPr/>
            <p:nvPr/>
          </p:nvSpPr>
          <p:spPr>
            <a:xfrm>
              <a:off x="6197600" y="1566174"/>
              <a:ext cx="20637" cy="1231"/>
            </a:xfrm>
            <a:custGeom>
              <a:rect b="b" l="l" r="r" t="t"/>
              <a:pathLst>
                <a:path extrusionOk="0" h="1" w="21">
                  <a:moveTo>
                    <a:pt x="21" y="0"/>
                  </a:moveTo>
                  <a:lnTo>
                    <a:pt x="21" y="0"/>
                  </a:lnTo>
                  <a:lnTo>
                    <a:pt x="0" y="1"/>
                  </a:lnTo>
                  <a:cubicBezTo>
                    <a:pt x="10" y="0"/>
                    <a:pt x="16" y="0"/>
                    <a:pt x="2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06" name="Google Shape;306;p18"/>
            <p:cNvSpPr/>
            <p:nvPr/>
          </p:nvSpPr>
          <p:spPr>
            <a:xfrm>
              <a:off x="6356350" y="1564943"/>
              <a:ext cx="9525" cy="1231"/>
            </a:xfrm>
            <a:custGeom>
              <a:rect b="b" l="l" r="r" t="t"/>
              <a:pathLst>
                <a:path extrusionOk="0" h="2" w="10">
                  <a:moveTo>
                    <a:pt x="6" y="2"/>
                  </a:moveTo>
                  <a:lnTo>
                    <a:pt x="6" y="2"/>
                  </a:lnTo>
                  <a:lnTo>
                    <a:pt x="10" y="0"/>
                  </a:lnTo>
                  <a:cubicBezTo>
                    <a:pt x="3"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07" name="Google Shape;307;p18"/>
            <p:cNvSpPr/>
            <p:nvPr/>
          </p:nvSpPr>
          <p:spPr>
            <a:xfrm>
              <a:off x="8950325" y="1521861"/>
              <a:ext cx="61912" cy="7386"/>
            </a:xfrm>
            <a:custGeom>
              <a:rect b="b" l="l" r="r" t="t"/>
              <a:pathLst>
                <a:path extrusionOk="0" h="9" w="65">
                  <a:moveTo>
                    <a:pt x="65" y="9"/>
                  </a:moveTo>
                  <a:lnTo>
                    <a:pt x="65" y="9"/>
                  </a:lnTo>
                  <a:cubicBezTo>
                    <a:pt x="34" y="5"/>
                    <a:pt x="0" y="0"/>
                    <a:pt x="4" y="4"/>
                  </a:cubicBezTo>
                  <a:lnTo>
                    <a:pt x="13" y="8"/>
                  </a:lnTo>
                  <a:cubicBezTo>
                    <a:pt x="35" y="7"/>
                    <a:pt x="51" y="8"/>
                    <a:pt x="65"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08" name="Google Shape;308;p18"/>
            <p:cNvSpPr/>
            <p:nvPr/>
          </p:nvSpPr>
          <p:spPr>
            <a:xfrm>
              <a:off x="7537450" y="1546479"/>
              <a:ext cx="28575" cy="3693"/>
            </a:xfrm>
            <a:custGeom>
              <a:rect b="b" l="l" r="r" t="t"/>
              <a:pathLst>
                <a:path extrusionOk="0" h="4" w="29">
                  <a:moveTo>
                    <a:pt x="0" y="3"/>
                  </a:moveTo>
                  <a:lnTo>
                    <a:pt x="0" y="3"/>
                  </a:lnTo>
                  <a:lnTo>
                    <a:pt x="9" y="4"/>
                  </a:lnTo>
                  <a:lnTo>
                    <a:pt x="29" y="0"/>
                  </a:ln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09" name="Google Shape;309;p18"/>
            <p:cNvSpPr/>
            <p:nvPr/>
          </p:nvSpPr>
          <p:spPr>
            <a:xfrm>
              <a:off x="7478713" y="1562481"/>
              <a:ext cx="38100" cy="2462"/>
            </a:xfrm>
            <a:custGeom>
              <a:rect b="b" l="l" r="r" t="t"/>
              <a:pathLst>
                <a:path extrusionOk="0" h="3" w="40">
                  <a:moveTo>
                    <a:pt x="40" y="3"/>
                  </a:moveTo>
                  <a:lnTo>
                    <a:pt x="40" y="3"/>
                  </a:lnTo>
                  <a:lnTo>
                    <a:pt x="0" y="0"/>
                  </a:lnTo>
                  <a:cubicBezTo>
                    <a:pt x="9" y="1"/>
                    <a:pt x="22" y="2"/>
                    <a:pt x="4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10" name="Google Shape;310;p18"/>
            <p:cNvSpPr/>
            <p:nvPr/>
          </p:nvSpPr>
          <p:spPr>
            <a:xfrm>
              <a:off x="5410200" y="1568636"/>
              <a:ext cx="36512" cy="3693"/>
            </a:xfrm>
            <a:custGeom>
              <a:rect b="b" l="l" r="r" t="t"/>
              <a:pathLst>
                <a:path extrusionOk="0" h="5" w="38">
                  <a:moveTo>
                    <a:pt x="24" y="0"/>
                  </a:moveTo>
                  <a:lnTo>
                    <a:pt x="24" y="0"/>
                  </a:lnTo>
                  <a:lnTo>
                    <a:pt x="0" y="5"/>
                  </a:lnTo>
                  <a:cubicBezTo>
                    <a:pt x="38" y="5"/>
                    <a:pt x="21" y="3"/>
                    <a:pt x="2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11" name="Google Shape;311;p18"/>
            <p:cNvSpPr/>
            <p:nvPr/>
          </p:nvSpPr>
          <p:spPr>
            <a:xfrm>
              <a:off x="10206038" y="1530477"/>
              <a:ext cx="61912" cy="4924"/>
            </a:xfrm>
            <a:custGeom>
              <a:rect b="b" l="l" r="r" t="t"/>
              <a:pathLst>
                <a:path extrusionOk="0" h="6" w="65">
                  <a:moveTo>
                    <a:pt x="65" y="3"/>
                  </a:moveTo>
                  <a:lnTo>
                    <a:pt x="65" y="3"/>
                  </a:lnTo>
                  <a:cubicBezTo>
                    <a:pt x="39" y="1"/>
                    <a:pt x="18" y="0"/>
                    <a:pt x="0" y="0"/>
                  </a:cubicBezTo>
                  <a:cubicBezTo>
                    <a:pt x="32" y="2"/>
                    <a:pt x="57" y="6"/>
                    <a:pt x="65"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12" name="Google Shape;312;p18"/>
            <p:cNvSpPr/>
            <p:nvPr/>
          </p:nvSpPr>
          <p:spPr>
            <a:xfrm>
              <a:off x="6257925" y="1525554"/>
              <a:ext cx="19050" cy="2462"/>
            </a:xfrm>
            <a:custGeom>
              <a:rect b="b" l="l" r="r" t="t"/>
              <a:pathLst>
                <a:path extrusionOk="0" h="2" w="21">
                  <a:moveTo>
                    <a:pt x="18" y="0"/>
                  </a:moveTo>
                  <a:lnTo>
                    <a:pt x="18" y="0"/>
                  </a:lnTo>
                  <a:cubicBezTo>
                    <a:pt x="5" y="1"/>
                    <a:pt x="0" y="2"/>
                    <a:pt x="0" y="2"/>
                  </a:cubicBezTo>
                  <a:cubicBezTo>
                    <a:pt x="13" y="2"/>
                    <a:pt x="21" y="1"/>
                    <a:pt x="1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13" name="Google Shape;313;p18"/>
            <p:cNvSpPr/>
            <p:nvPr/>
          </p:nvSpPr>
          <p:spPr>
            <a:xfrm>
              <a:off x="10134600" y="1528016"/>
              <a:ext cx="71437" cy="3693"/>
            </a:xfrm>
            <a:custGeom>
              <a:rect b="b" l="l" r="r" t="t"/>
              <a:pathLst>
                <a:path extrusionOk="0" h="4" w="75">
                  <a:moveTo>
                    <a:pt x="0" y="3"/>
                  </a:moveTo>
                  <a:lnTo>
                    <a:pt x="0" y="3"/>
                  </a:lnTo>
                  <a:lnTo>
                    <a:pt x="13" y="4"/>
                  </a:lnTo>
                  <a:cubicBezTo>
                    <a:pt x="32" y="3"/>
                    <a:pt x="52" y="2"/>
                    <a:pt x="75" y="3"/>
                  </a:cubicBezTo>
                  <a:cubicBezTo>
                    <a:pt x="52" y="1"/>
                    <a:pt x="25" y="0"/>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14" name="Google Shape;314;p18"/>
            <p:cNvSpPr/>
            <p:nvPr/>
          </p:nvSpPr>
          <p:spPr>
            <a:xfrm>
              <a:off x="2582863" y="1560020"/>
              <a:ext cx="7937" cy="1231"/>
            </a:xfrm>
            <a:custGeom>
              <a:rect b="b" l="l" r="r" t="t"/>
              <a:pathLst>
                <a:path extrusionOk="0" h="1" w="8">
                  <a:moveTo>
                    <a:pt x="8" y="1"/>
                  </a:moveTo>
                  <a:lnTo>
                    <a:pt x="8" y="1"/>
                  </a:lnTo>
                  <a:lnTo>
                    <a:pt x="1" y="0"/>
                  </a:lnTo>
                  <a:cubicBezTo>
                    <a:pt x="0" y="1"/>
                    <a:pt x="3" y="1"/>
                    <a:pt x="8"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15" name="Google Shape;315;p18"/>
            <p:cNvSpPr/>
            <p:nvPr/>
          </p:nvSpPr>
          <p:spPr>
            <a:xfrm>
              <a:off x="1762125" y="1521861"/>
              <a:ext cx="34925" cy="1231"/>
            </a:xfrm>
            <a:custGeom>
              <a:rect b="b" l="l" r="r" t="t"/>
              <a:pathLst>
                <a:path extrusionOk="0" h="1" w="36">
                  <a:moveTo>
                    <a:pt x="0" y="1"/>
                  </a:moveTo>
                  <a:lnTo>
                    <a:pt x="0" y="1"/>
                  </a:lnTo>
                  <a:cubicBezTo>
                    <a:pt x="9" y="1"/>
                    <a:pt x="23" y="1"/>
                    <a:pt x="36" y="1"/>
                  </a:cubicBezTo>
                  <a:cubicBezTo>
                    <a:pt x="29" y="0"/>
                    <a:pt x="19"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16" name="Google Shape;316;p18"/>
            <p:cNvSpPr/>
            <p:nvPr/>
          </p:nvSpPr>
          <p:spPr>
            <a:xfrm>
              <a:off x="10812463" y="1529246"/>
              <a:ext cx="19050" cy="1231"/>
            </a:xfrm>
            <a:custGeom>
              <a:rect b="b" l="l" r="r" t="t"/>
              <a:pathLst>
                <a:path extrusionOk="0" h="1" w="20">
                  <a:moveTo>
                    <a:pt x="0" y="1"/>
                  </a:moveTo>
                  <a:lnTo>
                    <a:pt x="0" y="1"/>
                  </a:lnTo>
                  <a:cubicBezTo>
                    <a:pt x="20" y="1"/>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17" name="Google Shape;317;p18"/>
            <p:cNvSpPr/>
            <p:nvPr/>
          </p:nvSpPr>
          <p:spPr>
            <a:xfrm>
              <a:off x="10896600" y="1545248"/>
              <a:ext cx="7937" cy="2462"/>
            </a:xfrm>
            <a:custGeom>
              <a:rect b="b" l="l" r="r" t="t"/>
              <a:pathLst>
                <a:path extrusionOk="0" h="3" w="8">
                  <a:moveTo>
                    <a:pt x="8" y="0"/>
                  </a:moveTo>
                  <a:lnTo>
                    <a:pt x="8" y="0"/>
                  </a:lnTo>
                  <a:cubicBezTo>
                    <a:pt x="4" y="1"/>
                    <a:pt x="1" y="2"/>
                    <a:pt x="0" y="3"/>
                  </a:cubicBezTo>
                  <a:cubicBezTo>
                    <a:pt x="2" y="2"/>
                    <a:pt x="4" y="1"/>
                    <a:pt x="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18" name="Google Shape;318;p18"/>
            <p:cNvSpPr/>
            <p:nvPr/>
          </p:nvSpPr>
          <p:spPr>
            <a:xfrm>
              <a:off x="9947275" y="1553865"/>
              <a:ext cx="4762" cy="1231"/>
            </a:xfrm>
            <a:custGeom>
              <a:rect b="b" l="l" r="r" t="t"/>
              <a:pathLst>
                <a:path extrusionOk="0" h="1" w="5">
                  <a:moveTo>
                    <a:pt x="1" y="0"/>
                  </a:moveTo>
                  <a:lnTo>
                    <a:pt x="1" y="0"/>
                  </a:lnTo>
                  <a:lnTo>
                    <a:pt x="0" y="0"/>
                  </a:lnTo>
                  <a:cubicBezTo>
                    <a:pt x="5" y="1"/>
                    <a:pt x="4" y="0"/>
                    <a:pt x="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19" name="Google Shape;319;p18"/>
            <p:cNvSpPr/>
            <p:nvPr/>
          </p:nvSpPr>
          <p:spPr>
            <a:xfrm>
              <a:off x="10817225" y="1531708"/>
              <a:ext cx="23812" cy="0"/>
            </a:xfrm>
            <a:custGeom>
              <a:rect b="b" l="l" r="r" t="t"/>
              <a:pathLst>
                <a:path extrusionOk="0" h="1" w="25">
                  <a:moveTo>
                    <a:pt x="25" y="0"/>
                  </a:moveTo>
                  <a:lnTo>
                    <a:pt x="25" y="0"/>
                  </a:lnTo>
                  <a:cubicBezTo>
                    <a:pt x="18" y="0"/>
                    <a:pt x="10" y="0"/>
                    <a:pt x="0" y="0"/>
                  </a:cubicBezTo>
                  <a:cubicBezTo>
                    <a:pt x="5" y="0"/>
                    <a:pt x="12" y="0"/>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20" name="Google Shape;320;p18"/>
            <p:cNvSpPr/>
            <p:nvPr/>
          </p:nvSpPr>
          <p:spPr>
            <a:xfrm>
              <a:off x="10836275" y="1529246"/>
              <a:ext cx="19050" cy="1231"/>
            </a:xfrm>
            <a:custGeom>
              <a:rect b="b" l="l" r="r" t="t"/>
              <a:pathLst>
                <a:path extrusionOk="0" h="1" w="20">
                  <a:moveTo>
                    <a:pt x="0" y="1"/>
                  </a:moveTo>
                  <a:lnTo>
                    <a:pt x="0" y="1"/>
                  </a:lnTo>
                  <a:lnTo>
                    <a:pt x="18" y="1"/>
                  </a:lnTo>
                  <a:cubicBezTo>
                    <a:pt x="20" y="1"/>
                    <a:pt x="18"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21" name="Google Shape;321;p18"/>
            <p:cNvSpPr/>
            <p:nvPr/>
          </p:nvSpPr>
          <p:spPr>
            <a:xfrm>
              <a:off x="10787063" y="1530477"/>
              <a:ext cx="30162" cy="1231"/>
            </a:xfrm>
            <a:custGeom>
              <a:rect b="b" l="l" r="r" t="t"/>
              <a:pathLst>
                <a:path extrusionOk="0" h="1" w="31">
                  <a:moveTo>
                    <a:pt x="0" y="0"/>
                  </a:moveTo>
                  <a:lnTo>
                    <a:pt x="0" y="0"/>
                  </a:lnTo>
                  <a:cubicBezTo>
                    <a:pt x="11" y="0"/>
                    <a:pt x="21" y="0"/>
                    <a:pt x="31" y="1"/>
                  </a:cubicBezTo>
                  <a:cubicBezTo>
                    <a:pt x="28" y="0"/>
                    <a:pt x="26" y="0"/>
                    <a:pt x="27"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22" name="Google Shape;322;p18"/>
            <p:cNvSpPr/>
            <p:nvPr/>
          </p:nvSpPr>
          <p:spPr>
            <a:xfrm>
              <a:off x="4092575" y="1552634"/>
              <a:ext cx="20637" cy="2462"/>
            </a:xfrm>
            <a:custGeom>
              <a:rect b="b" l="l" r="r" t="t"/>
              <a:pathLst>
                <a:path extrusionOk="0" h="2" w="23">
                  <a:moveTo>
                    <a:pt x="23" y="0"/>
                  </a:moveTo>
                  <a:lnTo>
                    <a:pt x="23" y="0"/>
                  </a:lnTo>
                  <a:lnTo>
                    <a:pt x="19" y="0"/>
                  </a:lnTo>
                  <a:cubicBezTo>
                    <a:pt x="0" y="2"/>
                    <a:pt x="8" y="1"/>
                    <a:pt x="2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23" name="Google Shape;323;p18"/>
            <p:cNvSpPr/>
            <p:nvPr/>
          </p:nvSpPr>
          <p:spPr>
            <a:xfrm>
              <a:off x="8528050" y="1567405"/>
              <a:ext cx="3175" cy="1231"/>
            </a:xfrm>
            <a:custGeom>
              <a:rect b="b" l="l" r="r" t="t"/>
              <a:pathLst>
                <a:path extrusionOk="0" h="1" w="3">
                  <a:moveTo>
                    <a:pt x="1" y="1"/>
                  </a:moveTo>
                  <a:lnTo>
                    <a:pt x="1" y="1"/>
                  </a:lnTo>
                  <a:lnTo>
                    <a:pt x="3" y="0"/>
                  </a:lnTo>
                  <a:lnTo>
                    <a:pt x="0" y="0"/>
                  </a:lnTo>
                  <a:lnTo>
                    <a:pt x="1"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24" name="Google Shape;324;p18"/>
            <p:cNvSpPr/>
            <p:nvPr/>
          </p:nvSpPr>
          <p:spPr>
            <a:xfrm>
              <a:off x="8461375" y="1556326"/>
              <a:ext cx="66675" cy="14771"/>
            </a:xfrm>
            <a:custGeom>
              <a:rect b="b" l="l" r="r" t="t"/>
              <a:pathLst>
                <a:path extrusionOk="0" h="17" w="69">
                  <a:moveTo>
                    <a:pt x="0" y="17"/>
                  </a:moveTo>
                  <a:lnTo>
                    <a:pt x="0" y="17"/>
                  </a:lnTo>
                  <a:cubicBezTo>
                    <a:pt x="30" y="11"/>
                    <a:pt x="47" y="12"/>
                    <a:pt x="69" y="13"/>
                  </a:cubicBezTo>
                  <a:lnTo>
                    <a:pt x="46" y="0"/>
                  </a:lnTo>
                  <a:lnTo>
                    <a:pt x="0" y="17"/>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25" name="Google Shape;325;p18"/>
            <p:cNvSpPr/>
            <p:nvPr/>
          </p:nvSpPr>
          <p:spPr>
            <a:xfrm>
              <a:off x="1562100" y="1514475"/>
              <a:ext cx="9563100" cy="64008"/>
            </a:xfrm>
            <a:custGeom>
              <a:rect b="b" l="l" r="r" t="t"/>
              <a:pathLst>
                <a:path extrusionOk="0" h="75" w="1003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26" name="Google Shape;326;p18"/>
            <p:cNvSpPr/>
            <p:nvPr/>
          </p:nvSpPr>
          <p:spPr>
            <a:xfrm>
              <a:off x="7508875" y="1560020"/>
              <a:ext cx="11112" cy="3693"/>
            </a:xfrm>
            <a:custGeom>
              <a:rect b="b" l="l" r="r" t="t"/>
              <a:pathLst>
                <a:path extrusionOk="0" h="3" w="12">
                  <a:moveTo>
                    <a:pt x="12" y="3"/>
                  </a:moveTo>
                  <a:lnTo>
                    <a:pt x="12" y="3"/>
                  </a:lnTo>
                  <a:cubicBezTo>
                    <a:pt x="8" y="2"/>
                    <a:pt x="7" y="1"/>
                    <a:pt x="6" y="0"/>
                  </a:cubicBezTo>
                  <a:cubicBezTo>
                    <a:pt x="1" y="1"/>
                    <a:pt x="0" y="2"/>
                    <a:pt x="12"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27" name="Google Shape;327;p18"/>
            <p:cNvSpPr/>
            <p:nvPr/>
          </p:nvSpPr>
          <p:spPr>
            <a:xfrm>
              <a:off x="5434013" y="1567405"/>
              <a:ext cx="4762" cy="1231"/>
            </a:xfrm>
            <a:custGeom>
              <a:rect b="b" l="l" r="r" t="t"/>
              <a:pathLst>
                <a:path extrusionOk="0" h="1" w="5">
                  <a:moveTo>
                    <a:pt x="5" y="1"/>
                  </a:moveTo>
                  <a:lnTo>
                    <a:pt x="5" y="1"/>
                  </a:lnTo>
                  <a:lnTo>
                    <a:pt x="3" y="0"/>
                  </a:lnTo>
                  <a:cubicBezTo>
                    <a:pt x="1" y="1"/>
                    <a:pt x="1" y="1"/>
                    <a:pt x="0" y="1"/>
                  </a:cubicBezTo>
                  <a:lnTo>
                    <a:pt x="5"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28" name="Google Shape;328;p18"/>
            <p:cNvSpPr/>
            <p:nvPr/>
          </p:nvSpPr>
          <p:spPr>
            <a:xfrm>
              <a:off x="9672638" y="1567405"/>
              <a:ext cx="25400" cy="2462"/>
            </a:xfrm>
            <a:custGeom>
              <a:rect b="b" l="l" r="r" t="t"/>
              <a:pathLst>
                <a:path extrusionOk="0" h="3" w="27">
                  <a:moveTo>
                    <a:pt x="27" y="3"/>
                  </a:moveTo>
                  <a:lnTo>
                    <a:pt x="27" y="3"/>
                  </a:lnTo>
                  <a:cubicBezTo>
                    <a:pt x="13" y="2"/>
                    <a:pt x="6" y="1"/>
                    <a:pt x="1" y="0"/>
                  </a:cubicBezTo>
                  <a:cubicBezTo>
                    <a:pt x="0" y="1"/>
                    <a:pt x="6"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29" name="Google Shape;329;p18"/>
            <p:cNvSpPr/>
            <p:nvPr/>
          </p:nvSpPr>
          <p:spPr>
            <a:xfrm>
              <a:off x="10966450" y="1529246"/>
              <a:ext cx="39687" cy="2462"/>
            </a:xfrm>
            <a:custGeom>
              <a:rect b="b" l="l" r="r" t="t"/>
              <a:pathLst>
                <a:path extrusionOk="0" h="3" w="42">
                  <a:moveTo>
                    <a:pt x="42" y="0"/>
                  </a:moveTo>
                  <a:lnTo>
                    <a:pt x="42" y="0"/>
                  </a:lnTo>
                  <a:lnTo>
                    <a:pt x="0" y="1"/>
                  </a:lnTo>
                  <a:cubicBezTo>
                    <a:pt x="20" y="1"/>
                    <a:pt x="27" y="2"/>
                    <a:pt x="38" y="3"/>
                  </a:cubicBezTo>
                  <a:cubicBezTo>
                    <a:pt x="37" y="2"/>
                    <a:pt x="29" y="0"/>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30" name="Google Shape;330;p18"/>
            <p:cNvSpPr/>
            <p:nvPr/>
          </p:nvSpPr>
          <p:spPr>
            <a:xfrm>
              <a:off x="11329988" y="1552634"/>
              <a:ext cx="44450" cy="2462"/>
            </a:xfrm>
            <a:custGeom>
              <a:rect b="b" l="l" r="r" t="t"/>
              <a:pathLst>
                <a:path extrusionOk="0" h="3" w="46">
                  <a:moveTo>
                    <a:pt x="27" y="3"/>
                  </a:moveTo>
                  <a:lnTo>
                    <a:pt x="27" y="3"/>
                  </a:lnTo>
                  <a:cubicBezTo>
                    <a:pt x="33" y="2"/>
                    <a:pt x="40" y="3"/>
                    <a:pt x="46" y="2"/>
                  </a:cubicBezTo>
                  <a:lnTo>
                    <a:pt x="44" y="0"/>
                  </a:lnTo>
                  <a:cubicBezTo>
                    <a:pt x="18" y="0"/>
                    <a:pt x="0"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31" name="Google Shape;331;p18"/>
            <p:cNvSpPr/>
            <p:nvPr/>
          </p:nvSpPr>
          <p:spPr>
            <a:xfrm>
              <a:off x="11042650" y="1540325"/>
              <a:ext cx="60325" cy="6155"/>
            </a:xfrm>
            <a:custGeom>
              <a:rect b="b" l="l" r="r" t="t"/>
              <a:pathLst>
                <a:path extrusionOk="0" h="7" w="63">
                  <a:moveTo>
                    <a:pt x="0" y="3"/>
                  </a:moveTo>
                  <a:lnTo>
                    <a:pt x="0" y="3"/>
                  </a:lnTo>
                  <a:cubicBezTo>
                    <a:pt x="3" y="7"/>
                    <a:pt x="30" y="6"/>
                    <a:pt x="60" y="5"/>
                  </a:cubicBezTo>
                  <a:lnTo>
                    <a:pt x="54" y="5"/>
                  </a:lnTo>
                  <a:cubicBezTo>
                    <a:pt x="63" y="0"/>
                    <a:pt x="31"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32" name="Google Shape;332;p18"/>
            <p:cNvSpPr/>
            <p:nvPr/>
          </p:nvSpPr>
          <p:spPr>
            <a:xfrm>
              <a:off x="11106150" y="1542787"/>
              <a:ext cx="28575" cy="1231"/>
            </a:xfrm>
            <a:custGeom>
              <a:rect b="b" l="l" r="r" t="t"/>
              <a:pathLst>
                <a:path extrusionOk="0" h="2" w="31">
                  <a:moveTo>
                    <a:pt x="0" y="2"/>
                  </a:moveTo>
                  <a:lnTo>
                    <a:pt x="0" y="2"/>
                  </a:lnTo>
                  <a:cubicBezTo>
                    <a:pt x="10" y="2"/>
                    <a:pt x="19" y="2"/>
                    <a:pt x="28" y="2"/>
                  </a:cubicBezTo>
                  <a:cubicBezTo>
                    <a:pt x="31" y="0"/>
                    <a:pt x="17" y="2"/>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33" name="Google Shape;333;p18"/>
            <p:cNvSpPr/>
            <p:nvPr/>
          </p:nvSpPr>
          <p:spPr>
            <a:xfrm>
              <a:off x="10679113" y="1525554"/>
              <a:ext cx="103187" cy="9847"/>
            </a:xfrm>
            <a:custGeom>
              <a:rect b="b" l="l" r="r" t="t"/>
              <a:pathLst>
                <a:path extrusionOk="0" h="12" w="109">
                  <a:moveTo>
                    <a:pt x="77" y="9"/>
                  </a:moveTo>
                  <a:lnTo>
                    <a:pt x="77" y="9"/>
                  </a:lnTo>
                  <a:cubicBezTo>
                    <a:pt x="91" y="10"/>
                    <a:pt x="86" y="4"/>
                    <a:pt x="94" y="6"/>
                  </a:cubicBezTo>
                  <a:cubicBezTo>
                    <a:pt x="109" y="0"/>
                    <a:pt x="0" y="12"/>
                    <a:pt x="77"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34" name="Google Shape;334;p18"/>
            <p:cNvSpPr/>
            <p:nvPr/>
          </p:nvSpPr>
          <p:spPr>
            <a:xfrm>
              <a:off x="11039475" y="1550172"/>
              <a:ext cx="26987" cy="4924"/>
            </a:xfrm>
            <a:custGeom>
              <a:rect b="b" l="l" r="r" t="t"/>
              <a:pathLst>
                <a:path extrusionOk="0" h="5" w="27">
                  <a:moveTo>
                    <a:pt x="27" y="5"/>
                  </a:moveTo>
                  <a:lnTo>
                    <a:pt x="27" y="5"/>
                  </a:lnTo>
                  <a:lnTo>
                    <a:pt x="16" y="0"/>
                  </a:lnTo>
                  <a:lnTo>
                    <a:pt x="0" y="4"/>
                  </a:lnTo>
                  <a:lnTo>
                    <a:pt x="27"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35" name="Google Shape;335;p18"/>
            <p:cNvSpPr/>
            <p:nvPr/>
          </p:nvSpPr>
          <p:spPr>
            <a:xfrm>
              <a:off x="10841038" y="1548941"/>
              <a:ext cx="58737" cy="2462"/>
            </a:xfrm>
            <a:custGeom>
              <a:rect b="b" l="l" r="r" t="t"/>
              <a:pathLst>
                <a:path extrusionOk="0" h="3" w="61">
                  <a:moveTo>
                    <a:pt x="1" y="2"/>
                  </a:moveTo>
                  <a:lnTo>
                    <a:pt x="1" y="2"/>
                  </a:lnTo>
                  <a:lnTo>
                    <a:pt x="49" y="3"/>
                  </a:lnTo>
                  <a:cubicBezTo>
                    <a:pt x="48" y="2"/>
                    <a:pt x="54" y="2"/>
                    <a:pt x="61" y="2"/>
                  </a:cubicBezTo>
                  <a:cubicBezTo>
                    <a:pt x="32" y="1"/>
                    <a:pt x="0" y="0"/>
                    <a:pt x="1"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36" name="Google Shape;336;p18"/>
            <p:cNvSpPr/>
            <p:nvPr/>
          </p:nvSpPr>
          <p:spPr>
            <a:xfrm>
              <a:off x="10899775" y="1550172"/>
              <a:ext cx="36512" cy="1231"/>
            </a:xfrm>
            <a:custGeom>
              <a:rect b="b" l="l" r="r" t="t"/>
              <a:pathLst>
                <a:path extrusionOk="0" h="1" w="38">
                  <a:moveTo>
                    <a:pt x="0" y="1"/>
                  </a:moveTo>
                  <a:lnTo>
                    <a:pt x="0" y="1"/>
                  </a:lnTo>
                  <a:cubicBezTo>
                    <a:pt x="15" y="1"/>
                    <a:pt x="30" y="1"/>
                    <a:pt x="38" y="0"/>
                  </a:cubicBezTo>
                  <a:cubicBezTo>
                    <a:pt x="30" y="0"/>
                    <a:pt x="12"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37" name="Google Shape;337;p18"/>
            <p:cNvSpPr/>
            <p:nvPr/>
          </p:nvSpPr>
          <p:spPr>
            <a:xfrm>
              <a:off x="10958513" y="1555096"/>
              <a:ext cx="46037" cy="0"/>
            </a:xfrm>
            <a:custGeom>
              <a:rect b="b" l="l" r="r" t="t"/>
              <a:pathLst>
                <a:path extrusionOk="0" h="1" w="47">
                  <a:moveTo>
                    <a:pt x="47" y="0"/>
                  </a:moveTo>
                  <a:lnTo>
                    <a:pt x="47" y="0"/>
                  </a:lnTo>
                  <a:lnTo>
                    <a:pt x="33" y="0"/>
                  </a:lnTo>
                  <a:lnTo>
                    <a:pt x="0" y="0"/>
                  </a:lnTo>
                  <a:lnTo>
                    <a:pt x="47"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38" name="Google Shape;338;p18"/>
            <p:cNvSpPr/>
            <p:nvPr/>
          </p:nvSpPr>
          <p:spPr>
            <a:xfrm>
              <a:off x="10304463" y="1548941"/>
              <a:ext cx="61912" cy="3693"/>
            </a:xfrm>
            <a:custGeom>
              <a:rect b="b" l="l" r="r" t="t"/>
              <a:pathLst>
                <a:path extrusionOk="0" h="4" w="65">
                  <a:moveTo>
                    <a:pt x="57" y="0"/>
                  </a:moveTo>
                  <a:lnTo>
                    <a:pt x="57" y="0"/>
                  </a:lnTo>
                  <a:lnTo>
                    <a:pt x="5" y="1"/>
                  </a:lnTo>
                  <a:cubicBezTo>
                    <a:pt x="0" y="3"/>
                    <a:pt x="14" y="4"/>
                    <a:pt x="33" y="4"/>
                  </a:cubicBezTo>
                  <a:cubicBezTo>
                    <a:pt x="45" y="2"/>
                    <a:pt x="65" y="2"/>
                    <a:pt x="57"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39" name="Google Shape;339;p18"/>
            <p:cNvSpPr/>
            <p:nvPr/>
          </p:nvSpPr>
          <p:spPr>
            <a:xfrm>
              <a:off x="10483850" y="1557558"/>
              <a:ext cx="23812" cy="6155"/>
            </a:xfrm>
            <a:custGeom>
              <a:rect b="b" l="l" r="r" t="t"/>
              <a:pathLst>
                <a:path extrusionOk="0" h="7" w="25">
                  <a:moveTo>
                    <a:pt x="25" y="4"/>
                  </a:moveTo>
                  <a:lnTo>
                    <a:pt x="25" y="4"/>
                  </a:lnTo>
                  <a:cubicBezTo>
                    <a:pt x="11" y="3"/>
                    <a:pt x="10" y="2"/>
                    <a:pt x="2" y="0"/>
                  </a:cubicBezTo>
                  <a:lnTo>
                    <a:pt x="0" y="7"/>
                  </a:lnTo>
                  <a:lnTo>
                    <a:pt x="25"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40" name="Google Shape;340;p18"/>
            <p:cNvSpPr/>
            <p:nvPr/>
          </p:nvSpPr>
          <p:spPr>
            <a:xfrm>
              <a:off x="10291763" y="1563712"/>
              <a:ext cx="117475" cy="2462"/>
            </a:xfrm>
            <a:custGeom>
              <a:rect b="b" l="l" r="r" t="t"/>
              <a:pathLst>
                <a:path extrusionOk="0" h="4" w="123">
                  <a:moveTo>
                    <a:pt x="75" y="0"/>
                  </a:moveTo>
                  <a:lnTo>
                    <a:pt x="75" y="0"/>
                  </a:lnTo>
                  <a:cubicBezTo>
                    <a:pt x="70" y="1"/>
                    <a:pt x="0" y="4"/>
                    <a:pt x="66" y="4"/>
                  </a:cubicBezTo>
                  <a:cubicBezTo>
                    <a:pt x="71" y="2"/>
                    <a:pt x="123" y="1"/>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41" name="Google Shape;341;p18"/>
            <p:cNvSpPr/>
            <p:nvPr/>
          </p:nvSpPr>
          <p:spPr>
            <a:xfrm>
              <a:off x="9621838" y="1546479"/>
              <a:ext cx="11112" cy="8617"/>
            </a:xfrm>
            <a:custGeom>
              <a:rect b="b" l="l" r="r" t="t"/>
              <a:pathLst>
                <a:path extrusionOk="0" h="10" w="13">
                  <a:moveTo>
                    <a:pt x="0" y="10"/>
                  </a:moveTo>
                  <a:lnTo>
                    <a:pt x="0" y="10"/>
                  </a:lnTo>
                  <a:lnTo>
                    <a:pt x="13" y="10"/>
                  </a:lnTo>
                  <a:lnTo>
                    <a:pt x="12" y="0"/>
                  </a:lnTo>
                  <a:lnTo>
                    <a:pt x="0" y="1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42" name="Google Shape;342;p18"/>
            <p:cNvSpPr/>
            <p:nvPr/>
          </p:nvSpPr>
          <p:spPr>
            <a:xfrm>
              <a:off x="8951913" y="1568636"/>
              <a:ext cx="96837" cy="8617"/>
            </a:xfrm>
            <a:custGeom>
              <a:rect b="b" l="l" r="r" t="t"/>
              <a:pathLst>
                <a:path extrusionOk="0" h="10" w="101">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43" name="Google Shape;343;p18"/>
            <p:cNvSpPr/>
            <p:nvPr/>
          </p:nvSpPr>
          <p:spPr>
            <a:xfrm>
              <a:off x="9005888" y="1566174"/>
              <a:ext cx="17462" cy="2462"/>
            </a:xfrm>
            <a:custGeom>
              <a:rect b="b" l="l" r="r" t="t"/>
              <a:pathLst>
                <a:path extrusionOk="0" h="2" w="19">
                  <a:moveTo>
                    <a:pt x="0" y="2"/>
                  </a:moveTo>
                  <a:lnTo>
                    <a:pt x="0" y="2"/>
                  </a:lnTo>
                  <a:lnTo>
                    <a:pt x="19" y="0"/>
                  </a:lnTo>
                  <a:cubicBezTo>
                    <a:pt x="8" y="1"/>
                    <a:pt x="3" y="1"/>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44" name="Google Shape;344;p18"/>
            <p:cNvSpPr/>
            <p:nvPr/>
          </p:nvSpPr>
          <p:spPr>
            <a:xfrm>
              <a:off x="1587500" y="1516937"/>
              <a:ext cx="38100" cy="3693"/>
            </a:xfrm>
            <a:custGeom>
              <a:rect b="b" l="l" r="r" t="t"/>
              <a:pathLst>
                <a:path extrusionOk="0" h="4" w="39">
                  <a:moveTo>
                    <a:pt x="39" y="2"/>
                  </a:moveTo>
                  <a:lnTo>
                    <a:pt x="39" y="2"/>
                  </a:lnTo>
                  <a:lnTo>
                    <a:pt x="0" y="0"/>
                  </a:lnTo>
                  <a:lnTo>
                    <a:pt x="25" y="4"/>
                  </a:lnTo>
                  <a:lnTo>
                    <a:pt x="39"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45" name="Google Shape;345;p18"/>
            <p:cNvSpPr/>
            <p:nvPr/>
          </p:nvSpPr>
          <p:spPr>
            <a:xfrm>
              <a:off x="1522413" y="1519399"/>
              <a:ext cx="30162" cy="4924"/>
            </a:xfrm>
            <a:custGeom>
              <a:rect b="b" l="l" r="r" t="t"/>
              <a:pathLst>
                <a:path extrusionOk="0" h="6" w="32">
                  <a:moveTo>
                    <a:pt x="32" y="6"/>
                  </a:moveTo>
                  <a:lnTo>
                    <a:pt x="32" y="6"/>
                  </a:lnTo>
                  <a:lnTo>
                    <a:pt x="23" y="0"/>
                  </a:lnTo>
                  <a:lnTo>
                    <a:pt x="0" y="5"/>
                  </a:lnTo>
                  <a:cubicBezTo>
                    <a:pt x="8" y="5"/>
                    <a:pt x="26" y="5"/>
                    <a:pt x="32"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46" name="Google Shape;346;p18"/>
            <p:cNvSpPr/>
            <p:nvPr/>
          </p:nvSpPr>
          <p:spPr>
            <a:xfrm>
              <a:off x="6650038" y="1573559"/>
              <a:ext cx="33337" cy="3693"/>
            </a:xfrm>
            <a:custGeom>
              <a:rect b="b" l="l" r="r" t="t"/>
              <a:pathLst>
                <a:path extrusionOk="0" h="4" w="34">
                  <a:moveTo>
                    <a:pt x="31" y="4"/>
                  </a:moveTo>
                  <a:lnTo>
                    <a:pt x="31" y="4"/>
                  </a:lnTo>
                  <a:lnTo>
                    <a:pt x="34" y="2"/>
                  </a:lnTo>
                  <a:cubicBezTo>
                    <a:pt x="28" y="1"/>
                    <a:pt x="18" y="1"/>
                    <a:pt x="0" y="0"/>
                  </a:cubicBezTo>
                  <a:lnTo>
                    <a:pt x="3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47" name="Google Shape;347;p18"/>
            <p:cNvSpPr/>
            <p:nvPr/>
          </p:nvSpPr>
          <p:spPr>
            <a:xfrm>
              <a:off x="6162675" y="1566174"/>
              <a:ext cx="15875" cy="4924"/>
            </a:xfrm>
            <a:custGeom>
              <a:rect b="b" l="l" r="r" t="t"/>
              <a:pathLst>
                <a:path extrusionOk="0" h="6" w="17">
                  <a:moveTo>
                    <a:pt x="8" y="6"/>
                  </a:moveTo>
                  <a:lnTo>
                    <a:pt x="8" y="6"/>
                  </a:lnTo>
                  <a:lnTo>
                    <a:pt x="17" y="6"/>
                  </a:lnTo>
                  <a:lnTo>
                    <a:pt x="0" y="0"/>
                  </a:lnTo>
                  <a:lnTo>
                    <a:pt x="8"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48" name="Google Shape;348;p18"/>
            <p:cNvSpPr/>
            <p:nvPr/>
          </p:nvSpPr>
          <p:spPr>
            <a:xfrm>
              <a:off x="5738813" y="1571097"/>
              <a:ext cx="60325" cy="6155"/>
            </a:xfrm>
            <a:custGeom>
              <a:rect b="b" l="l" r="r" t="t"/>
              <a:pathLst>
                <a:path extrusionOk="0" h="8" w="63">
                  <a:moveTo>
                    <a:pt x="5" y="7"/>
                  </a:moveTo>
                  <a:lnTo>
                    <a:pt x="5" y="7"/>
                  </a:lnTo>
                  <a:cubicBezTo>
                    <a:pt x="23" y="8"/>
                    <a:pt x="45" y="6"/>
                    <a:pt x="63" y="7"/>
                  </a:cubicBezTo>
                  <a:cubicBezTo>
                    <a:pt x="23" y="8"/>
                    <a:pt x="0" y="0"/>
                    <a:pt x="5" y="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grpSp>
      <p:sp>
        <p:nvSpPr>
          <p:cNvPr id="349" name="Google Shape;349;p18"/>
          <p:cNvSpPr txBox="1"/>
          <p:nvPr>
            <p:ph idx="11" type="ftr"/>
          </p:nvPr>
        </p:nvSpPr>
        <p:spPr>
          <a:xfrm>
            <a:off x="1522413" y="6400801"/>
            <a:ext cx="6324599" cy="276226"/>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0" name="Google Shape;350;p18"/>
          <p:cNvSpPr txBox="1"/>
          <p:nvPr>
            <p:ph idx="10" type="dt"/>
          </p:nvPr>
        </p:nvSpPr>
        <p:spPr>
          <a:xfrm>
            <a:off x="8075612" y="6400801"/>
            <a:ext cx="1243859" cy="2762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1" name="Google Shape;351;p18"/>
          <p:cNvSpPr txBox="1"/>
          <p:nvPr>
            <p:ph idx="12" type="sldNum"/>
          </p:nvPr>
        </p:nvSpPr>
        <p:spPr>
          <a:xfrm>
            <a:off x="9523412" y="6400801"/>
            <a:ext cx="1143002" cy="2762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52" name="Shape 352"/>
        <p:cNvGrpSpPr/>
        <p:nvPr/>
      </p:nvGrpSpPr>
      <p:grpSpPr>
        <a:xfrm>
          <a:off x="0" y="0"/>
          <a:ext cx="0" cy="0"/>
          <a:chOff x="0" y="0"/>
          <a:chExt cx="0" cy="0"/>
        </a:xfrm>
      </p:grpSpPr>
      <p:sp>
        <p:nvSpPr>
          <p:cNvPr id="353" name="Google Shape;353;p21"/>
          <p:cNvSpPr txBox="1"/>
          <p:nvPr>
            <p:ph type="title"/>
          </p:nvPr>
        </p:nvSpPr>
        <p:spPr>
          <a:xfrm>
            <a:off x="1522414" y="274638"/>
            <a:ext cx="9143998" cy="102076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3200"/>
              <a:buFont typeface="Consolas"/>
              <a:buNone/>
              <a:defRPr b="0"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4" name="Google Shape;354;p21"/>
          <p:cNvSpPr txBox="1"/>
          <p:nvPr>
            <p:ph idx="1" type="body"/>
          </p:nvPr>
        </p:nvSpPr>
        <p:spPr>
          <a:xfrm>
            <a:off x="1522413" y="3429000"/>
            <a:ext cx="2743200" cy="27432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200"/>
              </a:spcBef>
              <a:spcAft>
                <a:spcPts val="0"/>
              </a:spcAft>
              <a:buClr>
                <a:schemeClr val="lt1"/>
              </a:buClr>
              <a:buSzPts val="1600"/>
              <a:buNone/>
              <a:defRPr sz="1600"/>
            </a:lvl1pPr>
            <a:lvl2pPr indent="-228600" lvl="1" marL="914400" algn="l">
              <a:lnSpc>
                <a:spcPct val="90000"/>
              </a:lnSpc>
              <a:spcBef>
                <a:spcPts val="600"/>
              </a:spcBef>
              <a:spcAft>
                <a:spcPts val="0"/>
              </a:spcAft>
              <a:buClr>
                <a:schemeClr val="lt1"/>
              </a:buClr>
              <a:buSzPts val="1200"/>
              <a:buNone/>
              <a:defRPr sz="1200"/>
            </a:lvl2pPr>
            <a:lvl3pPr indent="-228600" lvl="2" marL="1371600" algn="l">
              <a:lnSpc>
                <a:spcPct val="90000"/>
              </a:lnSpc>
              <a:spcBef>
                <a:spcPts val="600"/>
              </a:spcBef>
              <a:spcAft>
                <a:spcPts val="0"/>
              </a:spcAft>
              <a:buClr>
                <a:schemeClr val="lt1"/>
              </a:buClr>
              <a:buSzPts val="1000"/>
              <a:buNone/>
              <a:defRPr sz="1000"/>
            </a:lvl3pPr>
            <a:lvl4pPr indent="-228600" lvl="3" marL="1828800" algn="l">
              <a:lnSpc>
                <a:spcPct val="90000"/>
              </a:lnSpc>
              <a:spcBef>
                <a:spcPts val="600"/>
              </a:spcBef>
              <a:spcAft>
                <a:spcPts val="0"/>
              </a:spcAft>
              <a:buClr>
                <a:schemeClr val="lt1"/>
              </a:buClr>
              <a:buSzPts val="900"/>
              <a:buNone/>
              <a:defRPr sz="900"/>
            </a:lvl4pPr>
            <a:lvl5pPr indent="-228600" lvl="4" marL="2286000" algn="l">
              <a:lnSpc>
                <a:spcPct val="90000"/>
              </a:lnSpc>
              <a:spcBef>
                <a:spcPts val="600"/>
              </a:spcBef>
              <a:spcAft>
                <a:spcPts val="0"/>
              </a:spcAft>
              <a:buClr>
                <a:schemeClr val="lt1"/>
              </a:buClr>
              <a:buSzPts val="900"/>
              <a:buNone/>
              <a:defRPr sz="900"/>
            </a:lvl5pPr>
            <a:lvl6pPr indent="-228600" lvl="5" marL="2743200" algn="l">
              <a:lnSpc>
                <a:spcPct val="90000"/>
              </a:lnSpc>
              <a:spcBef>
                <a:spcPts val="600"/>
              </a:spcBef>
              <a:spcAft>
                <a:spcPts val="0"/>
              </a:spcAft>
              <a:buClr>
                <a:schemeClr val="lt1"/>
              </a:buClr>
              <a:buSzPts val="900"/>
              <a:buNone/>
              <a:defRPr sz="900"/>
            </a:lvl6pPr>
            <a:lvl7pPr indent="-228600" lvl="6" marL="3200400" algn="l">
              <a:lnSpc>
                <a:spcPct val="90000"/>
              </a:lnSpc>
              <a:spcBef>
                <a:spcPts val="600"/>
              </a:spcBef>
              <a:spcAft>
                <a:spcPts val="0"/>
              </a:spcAft>
              <a:buClr>
                <a:schemeClr val="lt1"/>
              </a:buClr>
              <a:buSzPts val="900"/>
              <a:buNone/>
              <a:defRPr sz="900"/>
            </a:lvl7pPr>
            <a:lvl8pPr indent="-228600" lvl="7" marL="3657600" algn="l">
              <a:lnSpc>
                <a:spcPct val="90000"/>
              </a:lnSpc>
              <a:spcBef>
                <a:spcPts val="600"/>
              </a:spcBef>
              <a:spcAft>
                <a:spcPts val="0"/>
              </a:spcAft>
              <a:buClr>
                <a:schemeClr val="lt1"/>
              </a:buClr>
              <a:buSzPts val="900"/>
              <a:buNone/>
              <a:defRPr sz="900"/>
            </a:lvl8pPr>
            <a:lvl9pPr indent="-228600" lvl="8" marL="4114800" algn="l">
              <a:lnSpc>
                <a:spcPct val="90000"/>
              </a:lnSpc>
              <a:spcBef>
                <a:spcPts val="600"/>
              </a:spcBef>
              <a:spcAft>
                <a:spcPts val="0"/>
              </a:spcAft>
              <a:buClr>
                <a:schemeClr val="lt1"/>
              </a:buClr>
              <a:buSzPts val="900"/>
              <a:buNone/>
              <a:defRPr sz="900"/>
            </a:lvl9pPr>
          </a:lstStyle>
          <a:p/>
        </p:txBody>
      </p:sp>
      <p:sp>
        <p:nvSpPr>
          <p:cNvPr id="355" name="Google Shape;355;p21"/>
          <p:cNvSpPr txBox="1"/>
          <p:nvPr>
            <p:ph idx="2" type="body"/>
          </p:nvPr>
        </p:nvSpPr>
        <p:spPr>
          <a:xfrm>
            <a:off x="4710022" y="1905000"/>
            <a:ext cx="5669280" cy="403860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800"/>
              </a:spcBef>
              <a:spcAft>
                <a:spcPts val="0"/>
              </a:spcAft>
              <a:buClr>
                <a:schemeClr val="lt1"/>
              </a:buClr>
              <a:buSzPts val="2400"/>
              <a:buChar char="▪"/>
              <a:defRPr sz="2400"/>
            </a:lvl1pPr>
            <a:lvl2pPr indent="-355600" lvl="1" marL="914400" algn="l">
              <a:lnSpc>
                <a:spcPct val="90000"/>
              </a:lnSpc>
              <a:spcBef>
                <a:spcPts val="600"/>
              </a:spcBef>
              <a:spcAft>
                <a:spcPts val="0"/>
              </a:spcAft>
              <a:buClr>
                <a:schemeClr val="lt1"/>
              </a:buClr>
              <a:buSzPts val="2000"/>
              <a:buChar char="–"/>
              <a:defRPr sz="2000"/>
            </a:lvl2pPr>
            <a:lvl3pPr indent="-342900" lvl="2" marL="1371600" algn="l">
              <a:lnSpc>
                <a:spcPct val="90000"/>
              </a:lnSpc>
              <a:spcBef>
                <a:spcPts val="600"/>
              </a:spcBef>
              <a:spcAft>
                <a:spcPts val="0"/>
              </a:spcAft>
              <a:buClr>
                <a:schemeClr val="lt1"/>
              </a:buClr>
              <a:buSzPts val="1800"/>
              <a:buChar char="▪"/>
              <a:defRPr sz="1800"/>
            </a:lvl3pPr>
            <a:lvl4pPr indent="-330200" lvl="3" marL="1828800" algn="l">
              <a:lnSpc>
                <a:spcPct val="90000"/>
              </a:lnSpc>
              <a:spcBef>
                <a:spcPts val="600"/>
              </a:spcBef>
              <a:spcAft>
                <a:spcPts val="0"/>
              </a:spcAft>
              <a:buClr>
                <a:schemeClr val="lt1"/>
              </a:buClr>
              <a:buSzPts val="1600"/>
              <a:buChar char="–"/>
              <a:defRPr sz="1600"/>
            </a:lvl4pPr>
            <a:lvl5pPr indent="-330200" lvl="4" marL="2286000" algn="l">
              <a:lnSpc>
                <a:spcPct val="90000"/>
              </a:lnSpc>
              <a:spcBef>
                <a:spcPts val="600"/>
              </a:spcBef>
              <a:spcAft>
                <a:spcPts val="0"/>
              </a:spcAft>
              <a:buClr>
                <a:schemeClr val="lt1"/>
              </a:buClr>
              <a:buSzPts val="1600"/>
              <a:buChar char="▪"/>
              <a:defRPr sz="1600"/>
            </a:lvl5pPr>
            <a:lvl6pPr indent="-330200" lvl="5" marL="2743200" algn="l">
              <a:lnSpc>
                <a:spcPct val="90000"/>
              </a:lnSpc>
              <a:spcBef>
                <a:spcPts val="600"/>
              </a:spcBef>
              <a:spcAft>
                <a:spcPts val="0"/>
              </a:spcAft>
              <a:buClr>
                <a:schemeClr val="lt1"/>
              </a:buClr>
              <a:buSzPts val="1600"/>
              <a:buChar char="–"/>
              <a:defRPr sz="1600"/>
            </a:lvl6pPr>
            <a:lvl7pPr indent="-330200" lvl="6" marL="3200400" algn="l">
              <a:lnSpc>
                <a:spcPct val="90000"/>
              </a:lnSpc>
              <a:spcBef>
                <a:spcPts val="600"/>
              </a:spcBef>
              <a:spcAft>
                <a:spcPts val="0"/>
              </a:spcAft>
              <a:buClr>
                <a:schemeClr val="lt1"/>
              </a:buClr>
              <a:buSzPts val="1600"/>
              <a:buChar char="▪"/>
              <a:defRPr sz="1600"/>
            </a:lvl7pPr>
            <a:lvl8pPr indent="-330200" lvl="7" marL="3657600" algn="l">
              <a:lnSpc>
                <a:spcPct val="90000"/>
              </a:lnSpc>
              <a:spcBef>
                <a:spcPts val="600"/>
              </a:spcBef>
              <a:spcAft>
                <a:spcPts val="0"/>
              </a:spcAft>
              <a:buClr>
                <a:schemeClr val="lt1"/>
              </a:buClr>
              <a:buSzPts val="1600"/>
              <a:buChar char="–"/>
              <a:defRPr sz="1600"/>
            </a:lvl8pPr>
            <a:lvl9pPr indent="-330200" lvl="8" marL="4114800" algn="l">
              <a:lnSpc>
                <a:spcPct val="90000"/>
              </a:lnSpc>
              <a:spcBef>
                <a:spcPts val="600"/>
              </a:spcBef>
              <a:spcAft>
                <a:spcPts val="0"/>
              </a:spcAft>
              <a:buClr>
                <a:schemeClr val="lt1"/>
              </a:buClr>
              <a:buSzPts val="1600"/>
              <a:buChar char="▪"/>
              <a:defRPr sz="1600"/>
            </a:lvl9pPr>
          </a:lstStyle>
          <a:p/>
        </p:txBody>
      </p:sp>
      <p:grpSp>
        <p:nvGrpSpPr>
          <p:cNvPr descr="Box graphic" id="356" name="Google Shape;356;p21"/>
          <p:cNvGrpSpPr/>
          <p:nvPr/>
        </p:nvGrpSpPr>
        <p:grpSpPr>
          <a:xfrm>
            <a:off x="4417839" y="1630821"/>
            <a:ext cx="6291028" cy="4575885"/>
            <a:chOff x="4417839" y="1630821"/>
            <a:chExt cx="6291028" cy="4575885"/>
          </a:xfrm>
        </p:grpSpPr>
        <p:grpSp>
          <p:nvGrpSpPr>
            <p:cNvPr id="357" name="Google Shape;357;p21"/>
            <p:cNvGrpSpPr/>
            <p:nvPr/>
          </p:nvGrpSpPr>
          <p:grpSpPr>
            <a:xfrm>
              <a:off x="5414491" y="1630821"/>
              <a:ext cx="5294376" cy="4114800"/>
              <a:chOff x="3310555" y="716546"/>
              <a:chExt cx="5294376" cy="4114800"/>
            </a:xfrm>
          </p:grpSpPr>
          <p:grpSp>
            <p:nvGrpSpPr>
              <p:cNvPr id="358" name="Google Shape;358;p21"/>
              <p:cNvGrpSpPr/>
              <p:nvPr/>
            </p:nvGrpSpPr>
            <p:grpSpPr>
              <a:xfrm flipH="1">
                <a:off x="3310555" y="737968"/>
                <a:ext cx="5294376" cy="54864"/>
                <a:chOff x="1522413" y="1514475"/>
                <a:chExt cx="10569575" cy="64008"/>
              </a:xfrm>
            </p:grpSpPr>
            <p:sp>
              <p:nvSpPr>
                <p:cNvPr id="359" name="Google Shape;359;p21"/>
                <p:cNvSpPr/>
                <p:nvPr/>
              </p:nvSpPr>
              <p:spPr>
                <a:xfrm>
                  <a:off x="12028488" y="1525554"/>
                  <a:ext cx="63500" cy="4924"/>
                </a:xfrm>
                <a:custGeom>
                  <a:rect b="b" l="l" r="r" t="t"/>
                  <a:pathLst>
                    <a:path extrusionOk="0" h="6" w="67">
                      <a:moveTo>
                        <a:pt x="30" y="6"/>
                      </a:moveTo>
                      <a:lnTo>
                        <a:pt x="30" y="6"/>
                      </a:lnTo>
                      <a:lnTo>
                        <a:pt x="67" y="3"/>
                      </a:lnTo>
                      <a:cubicBezTo>
                        <a:pt x="60" y="2"/>
                        <a:pt x="26" y="1"/>
                        <a:pt x="39" y="0"/>
                      </a:cubicBezTo>
                      <a:cubicBezTo>
                        <a:pt x="0" y="1"/>
                        <a:pt x="8" y="3"/>
                        <a:pt x="30"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60" name="Google Shape;360;p21"/>
                <p:cNvSpPr/>
                <p:nvPr/>
              </p:nvSpPr>
              <p:spPr>
                <a:xfrm>
                  <a:off x="12022138" y="1532939"/>
                  <a:ext cx="19050" cy="1231"/>
                </a:xfrm>
                <a:custGeom>
                  <a:rect b="b" l="l" r="r" t="t"/>
                  <a:pathLst>
                    <a:path extrusionOk="0" h="2" w="20">
                      <a:moveTo>
                        <a:pt x="0" y="2"/>
                      </a:moveTo>
                      <a:lnTo>
                        <a:pt x="0" y="2"/>
                      </a:lnTo>
                      <a:lnTo>
                        <a:pt x="20" y="1"/>
                      </a:lnTo>
                      <a:cubicBezTo>
                        <a:pt x="16" y="0"/>
                        <a:pt x="11" y="0"/>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61" name="Google Shape;361;p21"/>
                <p:cNvSpPr/>
                <p:nvPr/>
              </p:nvSpPr>
              <p:spPr>
                <a:xfrm>
                  <a:off x="12041188" y="1531708"/>
                  <a:ext cx="39687" cy="6155"/>
                </a:xfrm>
                <a:custGeom>
                  <a:rect b="b" l="l" r="r" t="t"/>
                  <a:pathLst>
                    <a:path extrusionOk="0" h="6" w="41">
                      <a:moveTo>
                        <a:pt x="41" y="0"/>
                      </a:moveTo>
                      <a:lnTo>
                        <a:pt x="41" y="0"/>
                      </a:lnTo>
                      <a:lnTo>
                        <a:pt x="0" y="2"/>
                      </a:lnTo>
                      <a:cubicBezTo>
                        <a:pt x="5" y="3"/>
                        <a:pt x="6" y="6"/>
                        <a:pt x="19" y="1"/>
                      </a:cubicBezTo>
                      <a:cubicBezTo>
                        <a:pt x="15" y="3"/>
                        <a:pt x="23" y="1"/>
                        <a:pt x="4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62" name="Google Shape;362;p21"/>
                <p:cNvSpPr/>
                <p:nvPr/>
              </p:nvSpPr>
              <p:spPr>
                <a:xfrm>
                  <a:off x="11831638" y="1526784"/>
                  <a:ext cx="42862" cy="4924"/>
                </a:xfrm>
                <a:custGeom>
                  <a:rect b="b" l="l" r="r" t="t"/>
                  <a:pathLst>
                    <a:path extrusionOk="0" h="6" w="45">
                      <a:moveTo>
                        <a:pt x="2" y="0"/>
                      </a:moveTo>
                      <a:lnTo>
                        <a:pt x="2" y="0"/>
                      </a:lnTo>
                      <a:cubicBezTo>
                        <a:pt x="0" y="1"/>
                        <a:pt x="15" y="4"/>
                        <a:pt x="18" y="6"/>
                      </a:cubicBezTo>
                      <a:lnTo>
                        <a:pt x="45" y="4"/>
                      </a:lnTo>
                      <a:cubicBezTo>
                        <a:pt x="31" y="3"/>
                        <a:pt x="4" y="2"/>
                        <a:pt x="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63" name="Google Shape;363;p21"/>
                <p:cNvSpPr/>
                <p:nvPr/>
              </p:nvSpPr>
              <p:spPr>
                <a:xfrm>
                  <a:off x="11809413" y="1531708"/>
                  <a:ext cx="41275" cy="2462"/>
                </a:xfrm>
                <a:custGeom>
                  <a:rect b="b" l="l" r="r" t="t"/>
                  <a:pathLst>
                    <a:path extrusionOk="0" h="3" w="44">
                      <a:moveTo>
                        <a:pt x="42" y="0"/>
                      </a:moveTo>
                      <a:lnTo>
                        <a:pt x="42" y="0"/>
                      </a:lnTo>
                      <a:lnTo>
                        <a:pt x="0" y="3"/>
                      </a:lnTo>
                      <a:cubicBezTo>
                        <a:pt x="37" y="3"/>
                        <a:pt x="44" y="2"/>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64" name="Google Shape;364;p21"/>
                <p:cNvSpPr/>
                <p:nvPr/>
              </p:nvSpPr>
              <p:spPr>
                <a:xfrm>
                  <a:off x="12003088" y="1537863"/>
                  <a:ext cx="77787" cy="3693"/>
                </a:xfrm>
                <a:custGeom>
                  <a:rect b="b" l="l" r="r" t="t"/>
                  <a:pathLst>
                    <a:path extrusionOk="0" h="5" w="82">
                      <a:moveTo>
                        <a:pt x="14" y="5"/>
                      </a:moveTo>
                      <a:lnTo>
                        <a:pt x="14" y="5"/>
                      </a:lnTo>
                      <a:lnTo>
                        <a:pt x="82" y="0"/>
                      </a:lnTo>
                      <a:lnTo>
                        <a:pt x="0" y="5"/>
                      </a:lnTo>
                      <a:lnTo>
                        <a:pt x="14"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65" name="Google Shape;365;p21"/>
                <p:cNvSpPr/>
                <p:nvPr/>
              </p:nvSpPr>
              <p:spPr>
                <a:xfrm>
                  <a:off x="11664950" y="1523092"/>
                  <a:ext cx="39687" cy="4924"/>
                </a:xfrm>
                <a:custGeom>
                  <a:rect b="b" l="l" r="r" t="t"/>
                  <a:pathLst>
                    <a:path extrusionOk="0" h="5" w="42">
                      <a:moveTo>
                        <a:pt x="19" y="4"/>
                      </a:moveTo>
                      <a:lnTo>
                        <a:pt x="19" y="4"/>
                      </a:lnTo>
                      <a:lnTo>
                        <a:pt x="42" y="0"/>
                      </a:lnTo>
                      <a:lnTo>
                        <a:pt x="0" y="5"/>
                      </a:lnTo>
                      <a:lnTo>
                        <a:pt x="19"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66" name="Google Shape;366;p21"/>
                <p:cNvSpPr/>
                <p:nvPr/>
              </p:nvSpPr>
              <p:spPr>
                <a:xfrm>
                  <a:off x="11506200" y="1521861"/>
                  <a:ext cx="92075" cy="4924"/>
                </a:xfrm>
                <a:custGeom>
                  <a:rect b="b" l="l" r="r" t="t"/>
                  <a:pathLst>
                    <a:path extrusionOk="0" h="6" w="98">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67" name="Google Shape;367;p21"/>
                <p:cNvSpPr/>
                <p:nvPr/>
              </p:nvSpPr>
              <p:spPr>
                <a:xfrm>
                  <a:off x="11471275" y="1525554"/>
                  <a:ext cx="34925" cy="3693"/>
                </a:xfrm>
                <a:custGeom>
                  <a:rect b="b" l="l" r="r" t="t"/>
                  <a:pathLst>
                    <a:path extrusionOk="0" h="3" w="36">
                      <a:moveTo>
                        <a:pt x="0" y="3"/>
                      </a:moveTo>
                      <a:lnTo>
                        <a:pt x="0" y="3"/>
                      </a:lnTo>
                      <a:cubicBezTo>
                        <a:pt x="11" y="2"/>
                        <a:pt x="23" y="1"/>
                        <a:pt x="36" y="0"/>
                      </a:cubicBezTo>
                      <a:cubicBezTo>
                        <a:pt x="24" y="0"/>
                        <a:pt x="12"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68" name="Google Shape;368;p21"/>
                <p:cNvSpPr/>
                <p:nvPr/>
              </p:nvSpPr>
              <p:spPr>
                <a:xfrm>
                  <a:off x="11710988" y="1529246"/>
                  <a:ext cx="30162" cy="4924"/>
                </a:xfrm>
                <a:custGeom>
                  <a:rect b="b" l="l" r="r" t="t"/>
                  <a:pathLst>
                    <a:path extrusionOk="0" h="5" w="32">
                      <a:moveTo>
                        <a:pt x="32" y="5"/>
                      </a:moveTo>
                      <a:lnTo>
                        <a:pt x="32" y="5"/>
                      </a:lnTo>
                      <a:cubicBezTo>
                        <a:pt x="29" y="4"/>
                        <a:pt x="23" y="1"/>
                        <a:pt x="0" y="0"/>
                      </a:cubicBezTo>
                      <a:lnTo>
                        <a:pt x="16" y="5"/>
                      </a:lnTo>
                      <a:lnTo>
                        <a:pt x="32"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69" name="Google Shape;369;p21"/>
                <p:cNvSpPr/>
                <p:nvPr/>
              </p:nvSpPr>
              <p:spPr>
                <a:xfrm>
                  <a:off x="11691938" y="1532939"/>
                  <a:ext cx="34925" cy="1231"/>
                </a:xfrm>
                <a:custGeom>
                  <a:rect b="b" l="l" r="r" t="t"/>
                  <a:pathLst>
                    <a:path extrusionOk="0" h="1" w="36">
                      <a:moveTo>
                        <a:pt x="36" y="1"/>
                      </a:moveTo>
                      <a:lnTo>
                        <a:pt x="36" y="1"/>
                      </a:lnTo>
                      <a:lnTo>
                        <a:pt x="35" y="1"/>
                      </a:lnTo>
                      <a:lnTo>
                        <a:pt x="0" y="0"/>
                      </a:lnTo>
                      <a:lnTo>
                        <a:pt x="36"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70" name="Google Shape;370;p21"/>
                <p:cNvSpPr/>
                <p:nvPr/>
              </p:nvSpPr>
              <p:spPr>
                <a:xfrm>
                  <a:off x="11741150" y="1534170"/>
                  <a:ext cx="4762" cy="0"/>
                </a:xfrm>
                <a:custGeom>
                  <a:rect b="b" l="l" r="r" t="t"/>
                  <a:pathLst>
                    <a:path extrusionOk="0" h="120000" w="5">
                      <a:moveTo>
                        <a:pt x="5" y="0"/>
                      </a:moveTo>
                      <a:lnTo>
                        <a:pt x="5" y="0"/>
                      </a:lnTo>
                      <a:lnTo>
                        <a:pt x="0" y="0"/>
                      </a:lnTo>
                      <a:cubicBezTo>
                        <a:pt x="2" y="0"/>
                        <a:pt x="3" y="0"/>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71" name="Google Shape;371;p21"/>
                <p:cNvSpPr/>
                <p:nvPr/>
              </p:nvSpPr>
              <p:spPr>
                <a:xfrm>
                  <a:off x="11841163" y="1537863"/>
                  <a:ext cx="71437" cy="8617"/>
                </a:xfrm>
                <a:custGeom>
                  <a:rect b="b" l="l" r="r" t="t"/>
                  <a:pathLst>
                    <a:path extrusionOk="0" h="9" w="75">
                      <a:moveTo>
                        <a:pt x="75" y="0"/>
                      </a:moveTo>
                      <a:lnTo>
                        <a:pt x="75" y="0"/>
                      </a:lnTo>
                      <a:cubicBezTo>
                        <a:pt x="51" y="3"/>
                        <a:pt x="0" y="5"/>
                        <a:pt x="49" y="9"/>
                      </a:cubicBezTo>
                      <a:cubicBezTo>
                        <a:pt x="66" y="6"/>
                        <a:pt x="38" y="4"/>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72" name="Google Shape;372;p21"/>
                <p:cNvSpPr/>
                <p:nvPr/>
              </p:nvSpPr>
              <p:spPr>
                <a:xfrm>
                  <a:off x="11764963" y="1535401"/>
                  <a:ext cx="44450" cy="3693"/>
                </a:xfrm>
                <a:custGeom>
                  <a:rect b="b" l="l" r="r" t="t"/>
                  <a:pathLst>
                    <a:path extrusionOk="0" h="4" w="47">
                      <a:moveTo>
                        <a:pt x="0" y="3"/>
                      </a:moveTo>
                      <a:lnTo>
                        <a:pt x="0" y="3"/>
                      </a:lnTo>
                      <a:lnTo>
                        <a:pt x="44" y="4"/>
                      </a:lnTo>
                      <a:cubicBezTo>
                        <a:pt x="43" y="3"/>
                        <a:pt x="35" y="1"/>
                        <a:pt x="47" y="0"/>
                      </a:cubicBez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73" name="Google Shape;373;p21"/>
                <p:cNvSpPr/>
                <p:nvPr/>
              </p:nvSpPr>
              <p:spPr>
                <a:xfrm>
                  <a:off x="11744325" y="1537863"/>
                  <a:ext cx="20637" cy="2462"/>
                </a:xfrm>
                <a:custGeom>
                  <a:rect b="b" l="l" r="r" t="t"/>
                  <a:pathLst>
                    <a:path extrusionOk="0" h="2" w="22">
                      <a:moveTo>
                        <a:pt x="0" y="2"/>
                      </a:moveTo>
                      <a:lnTo>
                        <a:pt x="0" y="2"/>
                      </a:lnTo>
                      <a:lnTo>
                        <a:pt x="22" y="0"/>
                      </a:lnTo>
                      <a:lnTo>
                        <a:pt x="5" y="0"/>
                      </a:lnTo>
                      <a:lnTo>
                        <a:pt x="0"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74" name="Google Shape;374;p21"/>
                <p:cNvSpPr/>
                <p:nvPr/>
              </p:nvSpPr>
              <p:spPr>
                <a:xfrm>
                  <a:off x="11482388" y="1531708"/>
                  <a:ext cx="85725" cy="3693"/>
                </a:xfrm>
                <a:custGeom>
                  <a:rect b="b" l="l" r="r" t="t"/>
                  <a:pathLst>
                    <a:path extrusionOk="0" h="4" w="90">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75" name="Google Shape;375;p21"/>
                <p:cNvSpPr/>
                <p:nvPr/>
              </p:nvSpPr>
              <p:spPr>
                <a:xfrm>
                  <a:off x="11626850" y="1532939"/>
                  <a:ext cx="4762" cy="1231"/>
                </a:xfrm>
                <a:custGeom>
                  <a:rect b="b" l="l" r="r" t="t"/>
                  <a:pathLst>
                    <a:path extrusionOk="0" h="1" w="5">
                      <a:moveTo>
                        <a:pt x="5" y="0"/>
                      </a:moveTo>
                      <a:lnTo>
                        <a:pt x="5" y="0"/>
                      </a:lnTo>
                      <a:lnTo>
                        <a:pt x="0" y="1"/>
                      </a:lnTo>
                      <a:cubicBezTo>
                        <a:pt x="3" y="1"/>
                        <a:pt x="5" y="1"/>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76" name="Google Shape;376;p21"/>
                <p:cNvSpPr/>
                <p:nvPr/>
              </p:nvSpPr>
              <p:spPr>
                <a:xfrm>
                  <a:off x="11261725" y="1534170"/>
                  <a:ext cx="4762" cy="0"/>
                </a:xfrm>
                <a:custGeom>
                  <a:rect b="b" l="l" r="r" t="t"/>
                  <a:pathLst>
                    <a:path extrusionOk="0" h="1" w="5">
                      <a:moveTo>
                        <a:pt x="0" y="0"/>
                      </a:moveTo>
                      <a:lnTo>
                        <a:pt x="0" y="0"/>
                      </a:lnTo>
                      <a:lnTo>
                        <a:pt x="4" y="0"/>
                      </a:lnTo>
                      <a:cubicBezTo>
                        <a:pt x="4" y="0"/>
                        <a:pt x="4" y="0"/>
                        <a:pt x="5"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77" name="Google Shape;377;p21"/>
                <p:cNvSpPr/>
                <p:nvPr/>
              </p:nvSpPr>
              <p:spPr>
                <a:xfrm>
                  <a:off x="11553825" y="1534170"/>
                  <a:ext cx="44450" cy="2462"/>
                </a:xfrm>
                <a:custGeom>
                  <a:rect b="b" l="l" r="r" t="t"/>
                  <a:pathLst>
                    <a:path extrusionOk="0" h="2" w="47">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78" name="Google Shape;378;p21"/>
                <p:cNvSpPr/>
                <p:nvPr/>
              </p:nvSpPr>
              <p:spPr>
                <a:xfrm>
                  <a:off x="11409363" y="1529246"/>
                  <a:ext cx="31750" cy="2462"/>
                </a:xfrm>
                <a:custGeom>
                  <a:rect b="b" l="l" r="r" t="t"/>
                  <a:pathLst>
                    <a:path extrusionOk="0" h="3" w="33">
                      <a:moveTo>
                        <a:pt x="0" y="1"/>
                      </a:moveTo>
                      <a:lnTo>
                        <a:pt x="0" y="1"/>
                      </a:lnTo>
                      <a:cubicBezTo>
                        <a:pt x="10" y="2"/>
                        <a:pt x="21" y="3"/>
                        <a:pt x="33" y="3"/>
                      </a:cubicBezTo>
                      <a:cubicBezTo>
                        <a:pt x="23" y="2"/>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79" name="Google Shape;379;p21"/>
                <p:cNvSpPr/>
                <p:nvPr/>
              </p:nvSpPr>
              <p:spPr>
                <a:xfrm>
                  <a:off x="11618913" y="1531708"/>
                  <a:ext cx="6350" cy="0"/>
                </a:xfrm>
                <a:custGeom>
                  <a:rect b="b" l="l" r="r" t="t"/>
                  <a:pathLst>
                    <a:path extrusionOk="0" h="1" w="6">
                      <a:moveTo>
                        <a:pt x="3" y="0"/>
                      </a:moveTo>
                      <a:lnTo>
                        <a:pt x="3" y="0"/>
                      </a:lnTo>
                      <a:lnTo>
                        <a:pt x="6" y="0"/>
                      </a:lnTo>
                      <a:cubicBezTo>
                        <a:pt x="0" y="0"/>
                        <a:pt x="0" y="0"/>
                        <a:pt x="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80" name="Google Shape;380;p21"/>
                <p:cNvSpPr/>
                <p:nvPr/>
              </p:nvSpPr>
              <p:spPr>
                <a:xfrm>
                  <a:off x="11598275" y="1531708"/>
                  <a:ext cx="28575" cy="2462"/>
                </a:xfrm>
                <a:custGeom>
                  <a:rect b="b" l="l" r="r" t="t"/>
                  <a:pathLst>
                    <a:path extrusionOk="0" h="3" w="31">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81" name="Google Shape;381;p21"/>
                <p:cNvSpPr/>
                <p:nvPr/>
              </p:nvSpPr>
              <p:spPr>
                <a:xfrm>
                  <a:off x="11137900" y="1534170"/>
                  <a:ext cx="188912" cy="23388"/>
                </a:xfrm>
                <a:custGeom>
                  <a:rect b="b" l="l" r="r" t="t"/>
                  <a:pathLst>
                    <a:path extrusionOk="0" h="27" w="198">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82" name="Google Shape;382;p21"/>
                <p:cNvSpPr/>
                <p:nvPr/>
              </p:nvSpPr>
              <p:spPr>
                <a:xfrm>
                  <a:off x="11266488" y="1529246"/>
                  <a:ext cx="95250" cy="4924"/>
                </a:xfrm>
                <a:custGeom>
                  <a:rect b="b" l="l" r="r" t="t"/>
                  <a:pathLst>
                    <a:path extrusionOk="0" h="6" w="10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83" name="Google Shape;383;p21"/>
                <p:cNvSpPr/>
                <p:nvPr/>
              </p:nvSpPr>
              <p:spPr>
                <a:xfrm>
                  <a:off x="11361738" y="1531708"/>
                  <a:ext cx="134937" cy="12309"/>
                </a:xfrm>
                <a:custGeom>
                  <a:rect b="b" l="l" r="r" t="t"/>
                  <a:pathLst>
                    <a:path extrusionOk="0" h="14" w="142">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84" name="Google Shape;384;p21"/>
                <p:cNvSpPr/>
                <p:nvPr/>
              </p:nvSpPr>
              <p:spPr>
                <a:xfrm>
                  <a:off x="11834813" y="1552634"/>
                  <a:ext cx="9525" cy="1231"/>
                </a:xfrm>
                <a:custGeom>
                  <a:rect b="b" l="l" r="r" t="t"/>
                  <a:pathLst>
                    <a:path extrusionOk="0" h="1" w="11">
                      <a:moveTo>
                        <a:pt x="11" y="1"/>
                      </a:moveTo>
                      <a:lnTo>
                        <a:pt x="11" y="1"/>
                      </a:lnTo>
                      <a:cubicBezTo>
                        <a:pt x="8" y="1"/>
                        <a:pt x="8" y="1"/>
                        <a:pt x="8" y="0"/>
                      </a:cubicBezTo>
                      <a:cubicBezTo>
                        <a:pt x="2" y="1"/>
                        <a:pt x="0" y="1"/>
                        <a:pt x="11"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85" name="Google Shape;385;p21"/>
                <p:cNvSpPr/>
                <p:nvPr/>
              </p:nvSpPr>
              <p:spPr>
                <a:xfrm>
                  <a:off x="11764963" y="1542787"/>
                  <a:ext cx="117475" cy="9847"/>
                </a:xfrm>
                <a:custGeom>
                  <a:rect b="b" l="l" r="r" t="t"/>
                  <a:pathLst>
                    <a:path extrusionOk="0" h="12" w="12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86" name="Google Shape;386;p21"/>
                <p:cNvSpPr/>
                <p:nvPr/>
              </p:nvSpPr>
              <p:spPr>
                <a:xfrm>
                  <a:off x="11555413" y="1544017"/>
                  <a:ext cx="69850" cy="4924"/>
                </a:xfrm>
                <a:custGeom>
                  <a:rect b="b" l="l" r="r" t="t"/>
                  <a:pathLst>
                    <a:path extrusionOk="0" h="6" w="74">
                      <a:moveTo>
                        <a:pt x="70" y="0"/>
                      </a:moveTo>
                      <a:lnTo>
                        <a:pt x="70" y="0"/>
                      </a:lnTo>
                      <a:lnTo>
                        <a:pt x="0" y="2"/>
                      </a:lnTo>
                      <a:lnTo>
                        <a:pt x="36" y="6"/>
                      </a:lnTo>
                      <a:lnTo>
                        <a:pt x="34" y="4"/>
                      </a:lnTo>
                      <a:cubicBezTo>
                        <a:pt x="74" y="4"/>
                        <a:pt x="65" y="2"/>
                        <a:pt x="7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87" name="Google Shape;387;p21"/>
                <p:cNvSpPr/>
                <p:nvPr/>
              </p:nvSpPr>
              <p:spPr>
                <a:xfrm>
                  <a:off x="11223625" y="1528016"/>
                  <a:ext cx="38100" cy="6155"/>
                </a:xfrm>
                <a:custGeom>
                  <a:rect b="b" l="l" r="r" t="t"/>
                  <a:pathLst>
                    <a:path extrusionOk="0" h="7" w="40">
                      <a:moveTo>
                        <a:pt x="31" y="5"/>
                      </a:moveTo>
                      <a:lnTo>
                        <a:pt x="31" y="5"/>
                      </a:lnTo>
                      <a:lnTo>
                        <a:pt x="40" y="0"/>
                      </a:lnTo>
                      <a:lnTo>
                        <a:pt x="0" y="7"/>
                      </a:lnTo>
                      <a:lnTo>
                        <a:pt x="31"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88" name="Google Shape;388;p21"/>
                <p:cNvSpPr/>
                <p:nvPr/>
              </p:nvSpPr>
              <p:spPr>
                <a:xfrm>
                  <a:off x="11145838" y="1529246"/>
                  <a:ext cx="22225" cy="2462"/>
                </a:xfrm>
                <a:custGeom>
                  <a:rect b="b" l="l" r="r" t="t"/>
                  <a:pathLst>
                    <a:path extrusionOk="0" h="4" w="24">
                      <a:moveTo>
                        <a:pt x="21" y="4"/>
                      </a:moveTo>
                      <a:lnTo>
                        <a:pt x="21" y="4"/>
                      </a:lnTo>
                      <a:lnTo>
                        <a:pt x="24" y="0"/>
                      </a:lnTo>
                      <a:lnTo>
                        <a:pt x="0" y="3"/>
                      </a:lnTo>
                      <a:lnTo>
                        <a:pt x="2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89" name="Google Shape;389;p21"/>
                <p:cNvSpPr/>
                <p:nvPr/>
              </p:nvSpPr>
              <p:spPr>
                <a:xfrm>
                  <a:off x="6197600" y="1566174"/>
                  <a:ext cx="20637" cy="1231"/>
                </a:xfrm>
                <a:custGeom>
                  <a:rect b="b" l="l" r="r" t="t"/>
                  <a:pathLst>
                    <a:path extrusionOk="0" h="1" w="21">
                      <a:moveTo>
                        <a:pt x="21" y="0"/>
                      </a:moveTo>
                      <a:lnTo>
                        <a:pt x="21" y="0"/>
                      </a:lnTo>
                      <a:lnTo>
                        <a:pt x="0" y="1"/>
                      </a:lnTo>
                      <a:cubicBezTo>
                        <a:pt x="10" y="0"/>
                        <a:pt x="16" y="0"/>
                        <a:pt x="2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90" name="Google Shape;390;p21"/>
                <p:cNvSpPr/>
                <p:nvPr/>
              </p:nvSpPr>
              <p:spPr>
                <a:xfrm>
                  <a:off x="6356350" y="1564943"/>
                  <a:ext cx="9525" cy="1231"/>
                </a:xfrm>
                <a:custGeom>
                  <a:rect b="b" l="l" r="r" t="t"/>
                  <a:pathLst>
                    <a:path extrusionOk="0" h="2" w="10">
                      <a:moveTo>
                        <a:pt x="6" y="2"/>
                      </a:moveTo>
                      <a:lnTo>
                        <a:pt x="6" y="2"/>
                      </a:lnTo>
                      <a:lnTo>
                        <a:pt x="10" y="0"/>
                      </a:lnTo>
                      <a:cubicBezTo>
                        <a:pt x="3"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91" name="Google Shape;391;p21"/>
                <p:cNvSpPr/>
                <p:nvPr/>
              </p:nvSpPr>
              <p:spPr>
                <a:xfrm>
                  <a:off x="8950325" y="1521861"/>
                  <a:ext cx="61912" cy="7386"/>
                </a:xfrm>
                <a:custGeom>
                  <a:rect b="b" l="l" r="r" t="t"/>
                  <a:pathLst>
                    <a:path extrusionOk="0" h="9" w="65">
                      <a:moveTo>
                        <a:pt x="65" y="9"/>
                      </a:moveTo>
                      <a:lnTo>
                        <a:pt x="65" y="9"/>
                      </a:lnTo>
                      <a:cubicBezTo>
                        <a:pt x="34" y="5"/>
                        <a:pt x="0" y="0"/>
                        <a:pt x="4" y="4"/>
                      </a:cubicBezTo>
                      <a:lnTo>
                        <a:pt x="13" y="8"/>
                      </a:lnTo>
                      <a:cubicBezTo>
                        <a:pt x="35" y="7"/>
                        <a:pt x="51" y="8"/>
                        <a:pt x="65"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92" name="Google Shape;392;p21"/>
                <p:cNvSpPr/>
                <p:nvPr/>
              </p:nvSpPr>
              <p:spPr>
                <a:xfrm>
                  <a:off x="7537450" y="1546479"/>
                  <a:ext cx="28575" cy="3693"/>
                </a:xfrm>
                <a:custGeom>
                  <a:rect b="b" l="l" r="r" t="t"/>
                  <a:pathLst>
                    <a:path extrusionOk="0" h="4" w="29">
                      <a:moveTo>
                        <a:pt x="0" y="3"/>
                      </a:moveTo>
                      <a:lnTo>
                        <a:pt x="0" y="3"/>
                      </a:lnTo>
                      <a:lnTo>
                        <a:pt x="9" y="4"/>
                      </a:lnTo>
                      <a:lnTo>
                        <a:pt x="29" y="0"/>
                      </a:ln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93" name="Google Shape;393;p21"/>
                <p:cNvSpPr/>
                <p:nvPr/>
              </p:nvSpPr>
              <p:spPr>
                <a:xfrm>
                  <a:off x="7478713" y="1562481"/>
                  <a:ext cx="38100" cy="2462"/>
                </a:xfrm>
                <a:custGeom>
                  <a:rect b="b" l="l" r="r" t="t"/>
                  <a:pathLst>
                    <a:path extrusionOk="0" h="3" w="40">
                      <a:moveTo>
                        <a:pt x="40" y="3"/>
                      </a:moveTo>
                      <a:lnTo>
                        <a:pt x="40" y="3"/>
                      </a:lnTo>
                      <a:lnTo>
                        <a:pt x="0" y="0"/>
                      </a:lnTo>
                      <a:cubicBezTo>
                        <a:pt x="9" y="1"/>
                        <a:pt x="22" y="2"/>
                        <a:pt x="4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94" name="Google Shape;394;p21"/>
                <p:cNvSpPr/>
                <p:nvPr/>
              </p:nvSpPr>
              <p:spPr>
                <a:xfrm>
                  <a:off x="5410200" y="1568636"/>
                  <a:ext cx="36512" cy="3693"/>
                </a:xfrm>
                <a:custGeom>
                  <a:rect b="b" l="l" r="r" t="t"/>
                  <a:pathLst>
                    <a:path extrusionOk="0" h="5" w="38">
                      <a:moveTo>
                        <a:pt x="24" y="0"/>
                      </a:moveTo>
                      <a:lnTo>
                        <a:pt x="24" y="0"/>
                      </a:lnTo>
                      <a:lnTo>
                        <a:pt x="0" y="5"/>
                      </a:lnTo>
                      <a:cubicBezTo>
                        <a:pt x="38" y="5"/>
                        <a:pt x="21" y="3"/>
                        <a:pt x="2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95" name="Google Shape;395;p21"/>
                <p:cNvSpPr/>
                <p:nvPr/>
              </p:nvSpPr>
              <p:spPr>
                <a:xfrm>
                  <a:off x="10206038" y="1530477"/>
                  <a:ext cx="61912" cy="4924"/>
                </a:xfrm>
                <a:custGeom>
                  <a:rect b="b" l="l" r="r" t="t"/>
                  <a:pathLst>
                    <a:path extrusionOk="0" h="6" w="65">
                      <a:moveTo>
                        <a:pt x="65" y="3"/>
                      </a:moveTo>
                      <a:lnTo>
                        <a:pt x="65" y="3"/>
                      </a:lnTo>
                      <a:cubicBezTo>
                        <a:pt x="39" y="1"/>
                        <a:pt x="18" y="0"/>
                        <a:pt x="0" y="0"/>
                      </a:cubicBezTo>
                      <a:cubicBezTo>
                        <a:pt x="32" y="2"/>
                        <a:pt x="57" y="6"/>
                        <a:pt x="65"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96" name="Google Shape;396;p21"/>
                <p:cNvSpPr/>
                <p:nvPr/>
              </p:nvSpPr>
              <p:spPr>
                <a:xfrm>
                  <a:off x="6257925" y="1525554"/>
                  <a:ext cx="19050" cy="2462"/>
                </a:xfrm>
                <a:custGeom>
                  <a:rect b="b" l="l" r="r" t="t"/>
                  <a:pathLst>
                    <a:path extrusionOk="0" h="2" w="21">
                      <a:moveTo>
                        <a:pt x="18" y="0"/>
                      </a:moveTo>
                      <a:lnTo>
                        <a:pt x="18" y="0"/>
                      </a:lnTo>
                      <a:cubicBezTo>
                        <a:pt x="5" y="1"/>
                        <a:pt x="0" y="2"/>
                        <a:pt x="0" y="2"/>
                      </a:cubicBezTo>
                      <a:cubicBezTo>
                        <a:pt x="13" y="2"/>
                        <a:pt x="21" y="1"/>
                        <a:pt x="1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97" name="Google Shape;397;p21"/>
                <p:cNvSpPr/>
                <p:nvPr/>
              </p:nvSpPr>
              <p:spPr>
                <a:xfrm>
                  <a:off x="10134600" y="1528016"/>
                  <a:ext cx="71437" cy="3693"/>
                </a:xfrm>
                <a:custGeom>
                  <a:rect b="b" l="l" r="r" t="t"/>
                  <a:pathLst>
                    <a:path extrusionOk="0" h="4" w="75">
                      <a:moveTo>
                        <a:pt x="0" y="3"/>
                      </a:moveTo>
                      <a:lnTo>
                        <a:pt x="0" y="3"/>
                      </a:lnTo>
                      <a:lnTo>
                        <a:pt x="13" y="4"/>
                      </a:lnTo>
                      <a:cubicBezTo>
                        <a:pt x="32" y="3"/>
                        <a:pt x="52" y="2"/>
                        <a:pt x="75" y="3"/>
                      </a:cubicBezTo>
                      <a:cubicBezTo>
                        <a:pt x="52" y="1"/>
                        <a:pt x="25" y="0"/>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98" name="Google Shape;398;p21"/>
                <p:cNvSpPr/>
                <p:nvPr/>
              </p:nvSpPr>
              <p:spPr>
                <a:xfrm>
                  <a:off x="2582863" y="1560020"/>
                  <a:ext cx="7937" cy="1231"/>
                </a:xfrm>
                <a:custGeom>
                  <a:rect b="b" l="l" r="r" t="t"/>
                  <a:pathLst>
                    <a:path extrusionOk="0" h="1" w="8">
                      <a:moveTo>
                        <a:pt x="8" y="1"/>
                      </a:moveTo>
                      <a:lnTo>
                        <a:pt x="8" y="1"/>
                      </a:lnTo>
                      <a:lnTo>
                        <a:pt x="1" y="0"/>
                      </a:lnTo>
                      <a:cubicBezTo>
                        <a:pt x="0" y="1"/>
                        <a:pt x="3" y="1"/>
                        <a:pt x="8"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99" name="Google Shape;399;p21"/>
                <p:cNvSpPr/>
                <p:nvPr/>
              </p:nvSpPr>
              <p:spPr>
                <a:xfrm>
                  <a:off x="1762125" y="1521861"/>
                  <a:ext cx="34925" cy="1231"/>
                </a:xfrm>
                <a:custGeom>
                  <a:rect b="b" l="l" r="r" t="t"/>
                  <a:pathLst>
                    <a:path extrusionOk="0" h="1" w="36">
                      <a:moveTo>
                        <a:pt x="0" y="1"/>
                      </a:moveTo>
                      <a:lnTo>
                        <a:pt x="0" y="1"/>
                      </a:lnTo>
                      <a:cubicBezTo>
                        <a:pt x="9" y="1"/>
                        <a:pt x="23" y="1"/>
                        <a:pt x="36" y="1"/>
                      </a:cubicBezTo>
                      <a:cubicBezTo>
                        <a:pt x="29" y="0"/>
                        <a:pt x="19"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00" name="Google Shape;400;p21"/>
                <p:cNvSpPr/>
                <p:nvPr/>
              </p:nvSpPr>
              <p:spPr>
                <a:xfrm>
                  <a:off x="10812463" y="1529246"/>
                  <a:ext cx="19050" cy="1231"/>
                </a:xfrm>
                <a:custGeom>
                  <a:rect b="b" l="l" r="r" t="t"/>
                  <a:pathLst>
                    <a:path extrusionOk="0" h="1" w="20">
                      <a:moveTo>
                        <a:pt x="0" y="1"/>
                      </a:moveTo>
                      <a:lnTo>
                        <a:pt x="0" y="1"/>
                      </a:lnTo>
                      <a:cubicBezTo>
                        <a:pt x="20" y="1"/>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01" name="Google Shape;401;p21"/>
                <p:cNvSpPr/>
                <p:nvPr/>
              </p:nvSpPr>
              <p:spPr>
                <a:xfrm>
                  <a:off x="10896600" y="1545248"/>
                  <a:ext cx="7937" cy="2462"/>
                </a:xfrm>
                <a:custGeom>
                  <a:rect b="b" l="l" r="r" t="t"/>
                  <a:pathLst>
                    <a:path extrusionOk="0" h="3" w="8">
                      <a:moveTo>
                        <a:pt x="8" y="0"/>
                      </a:moveTo>
                      <a:lnTo>
                        <a:pt x="8" y="0"/>
                      </a:lnTo>
                      <a:cubicBezTo>
                        <a:pt x="4" y="1"/>
                        <a:pt x="1" y="2"/>
                        <a:pt x="0" y="3"/>
                      </a:cubicBezTo>
                      <a:cubicBezTo>
                        <a:pt x="2" y="2"/>
                        <a:pt x="4" y="1"/>
                        <a:pt x="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02" name="Google Shape;402;p21"/>
                <p:cNvSpPr/>
                <p:nvPr/>
              </p:nvSpPr>
              <p:spPr>
                <a:xfrm>
                  <a:off x="9947275" y="1553865"/>
                  <a:ext cx="4762" cy="1231"/>
                </a:xfrm>
                <a:custGeom>
                  <a:rect b="b" l="l" r="r" t="t"/>
                  <a:pathLst>
                    <a:path extrusionOk="0" h="1" w="5">
                      <a:moveTo>
                        <a:pt x="1" y="0"/>
                      </a:moveTo>
                      <a:lnTo>
                        <a:pt x="1" y="0"/>
                      </a:lnTo>
                      <a:lnTo>
                        <a:pt x="0" y="0"/>
                      </a:lnTo>
                      <a:cubicBezTo>
                        <a:pt x="5" y="1"/>
                        <a:pt x="4" y="0"/>
                        <a:pt x="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03" name="Google Shape;403;p21"/>
                <p:cNvSpPr/>
                <p:nvPr/>
              </p:nvSpPr>
              <p:spPr>
                <a:xfrm>
                  <a:off x="10817225" y="1531708"/>
                  <a:ext cx="23812" cy="0"/>
                </a:xfrm>
                <a:custGeom>
                  <a:rect b="b" l="l" r="r" t="t"/>
                  <a:pathLst>
                    <a:path extrusionOk="0" h="1" w="25">
                      <a:moveTo>
                        <a:pt x="25" y="0"/>
                      </a:moveTo>
                      <a:lnTo>
                        <a:pt x="25" y="0"/>
                      </a:lnTo>
                      <a:cubicBezTo>
                        <a:pt x="18" y="0"/>
                        <a:pt x="10" y="0"/>
                        <a:pt x="0" y="0"/>
                      </a:cubicBezTo>
                      <a:cubicBezTo>
                        <a:pt x="5" y="0"/>
                        <a:pt x="12" y="0"/>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04" name="Google Shape;404;p21"/>
                <p:cNvSpPr/>
                <p:nvPr/>
              </p:nvSpPr>
              <p:spPr>
                <a:xfrm>
                  <a:off x="10836275" y="1529246"/>
                  <a:ext cx="19050" cy="1231"/>
                </a:xfrm>
                <a:custGeom>
                  <a:rect b="b" l="l" r="r" t="t"/>
                  <a:pathLst>
                    <a:path extrusionOk="0" h="1" w="20">
                      <a:moveTo>
                        <a:pt x="0" y="1"/>
                      </a:moveTo>
                      <a:lnTo>
                        <a:pt x="0" y="1"/>
                      </a:lnTo>
                      <a:lnTo>
                        <a:pt x="18" y="1"/>
                      </a:lnTo>
                      <a:cubicBezTo>
                        <a:pt x="20" y="1"/>
                        <a:pt x="18"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05" name="Google Shape;405;p21"/>
                <p:cNvSpPr/>
                <p:nvPr/>
              </p:nvSpPr>
              <p:spPr>
                <a:xfrm>
                  <a:off x="10787063" y="1530477"/>
                  <a:ext cx="30162" cy="1231"/>
                </a:xfrm>
                <a:custGeom>
                  <a:rect b="b" l="l" r="r" t="t"/>
                  <a:pathLst>
                    <a:path extrusionOk="0" h="1" w="31">
                      <a:moveTo>
                        <a:pt x="0" y="0"/>
                      </a:moveTo>
                      <a:lnTo>
                        <a:pt x="0" y="0"/>
                      </a:lnTo>
                      <a:cubicBezTo>
                        <a:pt x="11" y="0"/>
                        <a:pt x="21" y="0"/>
                        <a:pt x="31" y="1"/>
                      </a:cubicBezTo>
                      <a:cubicBezTo>
                        <a:pt x="28" y="0"/>
                        <a:pt x="26" y="0"/>
                        <a:pt x="27"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06" name="Google Shape;406;p21"/>
                <p:cNvSpPr/>
                <p:nvPr/>
              </p:nvSpPr>
              <p:spPr>
                <a:xfrm>
                  <a:off x="4092575" y="1552634"/>
                  <a:ext cx="20637" cy="2462"/>
                </a:xfrm>
                <a:custGeom>
                  <a:rect b="b" l="l" r="r" t="t"/>
                  <a:pathLst>
                    <a:path extrusionOk="0" h="2" w="23">
                      <a:moveTo>
                        <a:pt x="23" y="0"/>
                      </a:moveTo>
                      <a:lnTo>
                        <a:pt x="23" y="0"/>
                      </a:lnTo>
                      <a:lnTo>
                        <a:pt x="19" y="0"/>
                      </a:lnTo>
                      <a:cubicBezTo>
                        <a:pt x="0" y="2"/>
                        <a:pt x="8" y="1"/>
                        <a:pt x="2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07" name="Google Shape;407;p21"/>
                <p:cNvSpPr/>
                <p:nvPr/>
              </p:nvSpPr>
              <p:spPr>
                <a:xfrm>
                  <a:off x="8528050" y="1567405"/>
                  <a:ext cx="3175" cy="1231"/>
                </a:xfrm>
                <a:custGeom>
                  <a:rect b="b" l="l" r="r" t="t"/>
                  <a:pathLst>
                    <a:path extrusionOk="0" h="1" w="3">
                      <a:moveTo>
                        <a:pt x="1" y="1"/>
                      </a:moveTo>
                      <a:lnTo>
                        <a:pt x="1" y="1"/>
                      </a:lnTo>
                      <a:lnTo>
                        <a:pt x="3" y="0"/>
                      </a:lnTo>
                      <a:lnTo>
                        <a:pt x="0" y="0"/>
                      </a:lnTo>
                      <a:lnTo>
                        <a:pt x="1"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08" name="Google Shape;408;p21"/>
                <p:cNvSpPr/>
                <p:nvPr/>
              </p:nvSpPr>
              <p:spPr>
                <a:xfrm>
                  <a:off x="8461375" y="1556326"/>
                  <a:ext cx="66675" cy="14771"/>
                </a:xfrm>
                <a:custGeom>
                  <a:rect b="b" l="l" r="r" t="t"/>
                  <a:pathLst>
                    <a:path extrusionOk="0" h="17" w="69">
                      <a:moveTo>
                        <a:pt x="0" y="17"/>
                      </a:moveTo>
                      <a:lnTo>
                        <a:pt x="0" y="17"/>
                      </a:lnTo>
                      <a:cubicBezTo>
                        <a:pt x="30" y="11"/>
                        <a:pt x="47" y="12"/>
                        <a:pt x="69" y="13"/>
                      </a:cubicBezTo>
                      <a:lnTo>
                        <a:pt x="46" y="0"/>
                      </a:lnTo>
                      <a:lnTo>
                        <a:pt x="0" y="17"/>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09" name="Google Shape;409;p21"/>
                <p:cNvSpPr/>
                <p:nvPr/>
              </p:nvSpPr>
              <p:spPr>
                <a:xfrm>
                  <a:off x="1562100" y="1514475"/>
                  <a:ext cx="9563100" cy="64008"/>
                </a:xfrm>
                <a:custGeom>
                  <a:rect b="b" l="l" r="r" t="t"/>
                  <a:pathLst>
                    <a:path extrusionOk="0" h="75" w="1003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10" name="Google Shape;410;p21"/>
                <p:cNvSpPr/>
                <p:nvPr/>
              </p:nvSpPr>
              <p:spPr>
                <a:xfrm>
                  <a:off x="7508875" y="1560020"/>
                  <a:ext cx="11112" cy="3693"/>
                </a:xfrm>
                <a:custGeom>
                  <a:rect b="b" l="l" r="r" t="t"/>
                  <a:pathLst>
                    <a:path extrusionOk="0" h="3" w="12">
                      <a:moveTo>
                        <a:pt x="12" y="3"/>
                      </a:moveTo>
                      <a:lnTo>
                        <a:pt x="12" y="3"/>
                      </a:lnTo>
                      <a:cubicBezTo>
                        <a:pt x="8" y="2"/>
                        <a:pt x="7" y="1"/>
                        <a:pt x="6" y="0"/>
                      </a:cubicBezTo>
                      <a:cubicBezTo>
                        <a:pt x="1" y="1"/>
                        <a:pt x="0" y="2"/>
                        <a:pt x="12"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11" name="Google Shape;411;p21"/>
                <p:cNvSpPr/>
                <p:nvPr/>
              </p:nvSpPr>
              <p:spPr>
                <a:xfrm>
                  <a:off x="5434013" y="1567405"/>
                  <a:ext cx="4762" cy="1231"/>
                </a:xfrm>
                <a:custGeom>
                  <a:rect b="b" l="l" r="r" t="t"/>
                  <a:pathLst>
                    <a:path extrusionOk="0" h="1" w="5">
                      <a:moveTo>
                        <a:pt x="5" y="1"/>
                      </a:moveTo>
                      <a:lnTo>
                        <a:pt x="5" y="1"/>
                      </a:lnTo>
                      <a:lnTo>
                        <a:pt x="3" y="0"/>
                      </a:lnTo>
                      <a:cubicBezTo>
                        <a:pt x="1" y="1"/>
                        <a:pt x="1" y="1"/>
                        <a:pt x="0" y="1"/>
                      </a:cubicBezTo>
                      <a:lnTo>
                        <a:pt x="5"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12" name="Google Shape;412;p21"/>
                <p:cNvSpPr/>
                <p:nvPr/>
              </p:nvSpPr>
              <p:spPr>
                <a:xfrm>
                  <a:off x="9672638" y="1567405"/>
                  <a:ext cx="25400" cy="2462"/>
                </a:xfrm>
                <a:custGeom>
                  <a:rect b="b" l="l" r="r" t="t"/>
                  <a:pathLst>
                    <a:path extrusionOk="0" h="3" w="27">
                      <a:moveTo>
                        <a:pt x="27" y="3"/>
                      </a:moveTo>
                      <a:lnTo>
                        <a:pt x="27" y="3"/>
                      </a:lnTo>
                      <a:cubicBezTo>
                        <a:pt x="13" y="2"/>
                        <a:pt x="6" y="1"/>
                        <a:pt x="1" y="0"/>
                      </a:cubicBezTo>
                      <a:cubicBezTo>
                        <a:pt x="0" y="1"/>
                        <a:pt x="6"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13" name="Google Shape;413;p21"/>
                <p:cNvSpPr/>
                <p:nvPr/>
              </p:nvSpPr>
              <p:spPr>
                <a:xfrm>
                  <a:off x="10966450" y="1529246"/>
                  <a:ext cx="39687" cy="2462"/>
                </a:xfrm>
                <a:custGeom>
                  <a:rect b="b" l="l" r="r" t="t"/>
                  <a:pathLst>
                    <a:path extrusionOk="0" h="3" w="42">
                      <a:moveTo>
                        <a:pt x="42" y="0"/>
                      </a:moveTo>
                      <a:lnTo>
                        <a:pt x="42" y="0"/>
                      </a:lnTo>
                      <a:lnTo>
                        <a:pt x="0" y="1"/>
                      </a:lnTo>
                      <a:cubicBezTo>
                        <a:pt x="20" y="1"/>
                        <a:pt x="27" y="2"/>
                        <a:pt x="38" y="3"/>
                      </a:cubicBezTo>
                      <a:cubicBezTo>
                        <a:pt x="37" y="2"/>
                        <a:pt x="29" y="0"/>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14" name="Google Shape;414;p21"/>
                <p:cNvSpPr/>
                <p:nvPr/>
              </p:nvSpPr>
              <p:spPr>
                <a:xfrm>
                  <a:off x="11329988" y="1552634"/>
                  <a:ext cx="44450" cy="2462"/>
                </a:xfrm>
                <a:custGeom>
                  <a:rect b="b" l="l" r="r" t="t"/>
                  <a:pathLst>
                    <a:path extrusionOk="0" h="3" w="46">
                      <a:moveTo>
                        <a:pt x="27" y="3"/>
                      </a:moveTo>
                      <a:lnTo>
                        <a:pt x="27" y="3"/>
                      </a:lnTo>
                      <a:cubicBezTo>
                        <a:pt x="33" y="2"/>
                        <a:pt x="40" y="3"/>
                        <a:pt x="46" y="2"/>
                      </a:cubicBezTo>
                      <a:lnTo>
                        <a:pt x="44" y="0"/>
                      </a:lnTo>
                      <a:cubicBezTo>
                        <a:pt x="18" y="0"/>
                        <a:pt x="0"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15" name="Google Shape;415;p21"/>
                <p:cNvSpPr/>
                <p:nvPr/>
              </p:nvSpPr>
              <p:spPr>
                <a:xfrm>
                  <a:off x="11042650" y="1540325"/>
                  <a:ext cx="60325" cy="6155"/>
                </a:xfrm>
                <a:custGeom>
                  <a:rect b="b" l="l" r="r" t="t"/>
                  <a:pathLst>
                    <a:path extrusionOk="0" h="7" w="63">
                      <a:moveTo>
                        <a:pt x="0" y="3"/>
                      </a:moveTo>
                      <a:lnTo>
                        <a:pt x="0" y="3"/>
                      </a:lnTo>
                      <a:cubicBezTo>
                        <a:pt x="3" y="7"/>
                        <a:pt x="30" y="6"/>
                        <a:pt x="60" y="5"/>
                      </a:cubicBezTo>
                      <a:lnTo>
                        <a:pt x="54" y="5"/>
                      </a:lnTo>
                      <a:cubicBezTo>
                        <a:pt x="63" y="0"/>
                        <a:pt x="31"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16" name="Google Shape;416;p21"/>
                <p:cNvSpPr/>
                <p:nvPr/>
              </p:nvSpPr>
              <p:spPr>
                <a:xfrm>
                  <a:off x="11106150" y="1542787"/>
                  <a:ext cx="28575" cy="1231"/>
                </a:xfrm>
                <a:custGeom>
                  <a:rect b="b" l="l" r="r" t="t"/>
                  <a:pathLst>
                    <a:path extrusionOk="0" h="2" w="31">
                      <a:moveTo>
                        <a:pt x="0" y="2"/>
                      </a:moveTo>
                      <a:lnTo>
                        <a:pt x="0" y="2"/>
                      </a:lnTo>
                      <a:cubicBezTo>
                        <a:pt x="10" y="2"/>
                        <a:pt x="19" y="2"/>
                        <a:pt x="28" y="2"/>
                      </a:cubicBezTo>
                      <a:cubicBezTo>
                        <a:pt x="31" y="0"/>
                        <a:pt x="17" y="2"/>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17" name="Google Shape;417;p21"/>
                <p:cNvSpPr/>
                <p:nvPr/>
              </p:nvSpPr>
              <p:spPr>
                <a:xfrm>
                  <a:off x="10679113" y="1525554"/>
                  <a:ext cx="103187" cy="9847"/>
                </a:xfrm>
                <a:custGeom>
                  <a:rect b="b" l="l" r="r" t="t"/>
                  <a:pathLst>
                    <a:path extrusionOk="0" h="12" w="109">
                      <a:moveTo>
                        <a:pt x="77" y="9"/>
                      </a:moveTo>
                      <a:lnTo>
                        <a:pt x="77" y="9"/>
                      </a:lnTo>
                      <a:cubicBezTo>
                        <a:pt x="91" y="10"/>
                        <a:pt x="86" y="4"/>
                        <a:pt x="94" y="6"/>
                      </a:cubicBezTo>
                      <a:cubicBezTo>
                        <a:pt x="109" y="0"/>
                        <a:pt x="0" y="12"/>
                        <a:pt x="77"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18" name="Google Shape;418;p21"/>
                <p:cNvSpPr/>
                <p:nvPr/>
              </p:nvSpPr>
              <p:spPr>
                <a:xfrm>
                  <a:off x="11039475" y="1550172"/>
                  <a:ext cx="26987" cy="4924"/>
                </a:xfrm>
                <a:custGeom>
                  <a:rect b="b" l="l" r="r" t="t"/>
                  <a:pathLst>
                    <a:path extrusionOk="0" h="5" w="27">
                      <a:moveTo>
                        <a:pt x="27" y="5"/>
                      </a:moveTo>
                      <a:lnTo>
                        <a:pt x="27" y="5"/>
                      </a:lnTo>
                      <a:lnTo>
                        <a:pt x="16" y="0"/>
                      </a:lnTo>
                      <a:lnTo>
                        <a:pt x="0" y="4"/>
                      </a:lnTo>
                      <a:lnTo>
                        <a:pt x="27"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19" name="Google Shape;419;p21"/>
                <p:cNvSpPr/>
                <p:nvPr/>
              </p:nvSpPr>
              <p:spPr>
                <a:xfrm>
                  <a:off x="10841038" y="1548941"/>
                  <a:ext cx="58737" cy="2462"/>
                </a:xfrm>
                <a:custGeom>
                  <a:rect b="b" l="l" r="r" t="t"/>
                  <a:pathLst>
                    <a:path extrusionOk="0" h="3" w="61">
                      <a:moveTo>
                        <a:pt x="1" y="2"/>
                      </a:moveTo>
                      <a:lnTo>
                        <a:pt x="1" y="2"/>
                      </a:lnTo>
                      <a:lnTo>
                        <a:pt x="49" y="3"/>
                      </a:lnTo>
                      <a:cubicBezTo>
                        <a:pt x="48" y="2"/>
                        <a:pt x="54" y="2"/>
                        <a:pt x="61" y="2"/>
                      </a:cubicBezTo>
                      <a:cubicBezTo>
                        <a:pt x="32" y="1"/>
                        <a:pt x="0" y="0"/>
                        <a:pt x="1"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20" name="Google Shape;420;p21"/>
                <p:cNvSpPr/>
                <p:nvPr/>
              </p:nvSpPr>
              <p:spPr>
                <a:xfrm>
                  <a:off x="10899775" y="1550172"/>
                  <a:ext cx="36512" cy="1231"/>
                </a:xfrm>
                <a:custGeom>
                  <a:rect b="b" l="l" r="r" t="t"/>
                  <a:pathLst>
                    <a:path extrusionOk="0" h="1" w="38">
                      <a:moveTo>
                        <a:pt x="0" y="1"/>
                      </a:moveTo>
                      <a:lnTo>
                        <a:pt x="0" y="1"/>
                      </a:lnTo>
                      <a:cubicBezTo>
                        <a:pt x="15" y="1"/>
                        <a:pt x="30" y="1"/>
                        <a:pt x="38" y="0"/>
                      </a:cubicBezTo>
                      <a:cubicBezTo>
                        <a:pt x="30" y="0"/>
                        <a:pt x="12"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21" name="Google Shape;421;p21"/>
                <p:cNvSpPr/>
                <p:nvPr/>
              </p:nvSpPr>
              <p:spPr>
                <a:xfrm>
                  <a:off x="10958513" y="1555096"/>
                  <a:ext cx="46037" cy="0"/>
                </a:xfrm>
                <a:custGeom>
                  <a:rect b="b" l="l" r="r" t="t"/>
                  <a:pathLst>
                    <a:path extrusionOk="0" h="1" w="47">
                      <a:moveTo>
                        <a:pt x="47" y="0"/>
                      </a:moveTo>
                      <a:lnTo>
                        <a:pt x="47" y="0"/>
                      </a:lnTo>
                      <a:lnTo>
                        <a:pt x="33" y="0"/>
                      </a:lnTo>
                      <a:lnTo>
                        <a:pt x="0" y="0"/>
                      </a:lnTo>
                      <a:lnTo>
                        <a:pt x="47"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22" name="Google Shape;422;p21"/>
                <p:cNvSpPr/>
                <p:nvPr/>
              </p:nvSpPr>
              <p:spPr>
                <a:xfrm>
                  <a:off x="10304463" y="1548941"/>
                  <a:ext cx="61912" cy="3693"/>
                </a:xfrm>
                <a:custGeom>
                  <a:rect b="b" l="l" r="r" t="t"/>
                  <a:pathLst>
                    <a:path extrusionOk="0" h="4" w="65">
                      <a:moveTo>
                        <a:pt x="57" y="0"/>
                      </a:moveTo>
                      <a:lnTo>
                        <a:pt x="57" y="0"/>
                      </a:lnTo>
                      <a:lnTo>
                        <a:pt x="5" y="1"/>
                      </a:lnTo>
                      <a:cubicBezTo>
                        <a:pt x="0" y="3"/>
                        <a:pt x="14" y="4"/>
                        <a:pt x="33" y="4"/>
                      </a:cubicBezTo>
                      <a:cubicBezTo>
                        <a:pt x="45" y="2"/>
                        <a:pt x="65" y="2"/>
                        <a:pt x="57"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23" name="Google Shape;423;p21"/>
                <p:cNvSpPr/>
                <p:nvPr/>
              </p:nvSpPr>
              <p:spPr>
                <a:xfrm>
                  <a:off x="10483850" y="1557558"/>
                  <a:ext cx="23812" cy="6155"/>
                </a:xfrm>
                <a:custGeom>
                  <a:rect b="b" l="l" r="r" t="t"/>
                  <a:pathLst>
                    <a:path extrusionOk="0" h="7" w="25">
                      <a:moveTo>
                        <a:pt x="25" y="4"/>
                      </a:moveTo>
                      <a:lnTo>
                        <a:pt x="25" y="4"/>
                      </a:lnTo>
                      <a:cubicBezTo>
                        <a:pt x="11" y="3"/>
                        <a:pt x="10" y="2"/>
                        <a:pt x="2" y="0"/>
                      </a:cubicBezTo>
                      <a:lnTo>
                        <a:pt x="0" y="7"/>
                      </a:lnTo>
                      <a:lnTo>
                        <a:pt x="25"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24" name="Google Shape;424;p21"/>
                <p:cNvSpPr/>
                <p:nvPr/>
              </p:nvSpPr>
              <p:spPr>
                <a:xfrm>
                  <a:off x="10291763" y="1563712"/>
                  <a:ext cx="117475" cy="2462"/>
                </a:xfrm>
                <a:custGeom>
                  <a:rect b="b" l="l" r="r" t="t"/>
                  <a:pathLst>
                    <a:path extrusionOk="0" h="4" w="123">
                      <a:moveTo>
                        <a:pt x="75" y="0"/>
                      </a:moveTo>
                      <a:lnTo>
                        <a:pt x="75" y="0"/>
                      </a:lnTo>
                      <a:cubicBezTo>
                        <a:pt x="70" y="1"/>
                        <a:pt x="0" y="4"/>
                        <a:pt x="66" y="4"/>
                      </a:cubicBezTo>
                      <a:cubicBezTo>
                        <a:pt x="71" y="2"/>
                        <a:pt x="123" y="1"/>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25" name="Google Shape;425;p21"/>
                <p:cNvSpPr/>
                <p:nvPr/>
              </p:nvSpPr>
              <p:spPr>
                <a:xfrm>
                  <a:off x="9621838" y="1546479"/>
                  <a:ext cx="11112" cy="8617"/>
                </a:xfrm>
                <a:custGeom>
                  <a:rect b="b" l="l" r="r" t="t"/>
                  <a:pathLst>
                    <a:path extrusionOk="0" h="10" w="13">
                      <a:moveTo>
                        <a:pt x="0" y="10"/>
                      </a:moveTo>
                      <a:lnTo>
                        <a:pt x="0" y="10"/>
                      </a:lnTo>
                      <a:lnTo>
                        <a:pt x="13" y="10"/>
                      </a:lnTo>
                      <a:lnTo>
                        <a:pt x="12" y="0"/>
                      </a:lnTo>
                      <a:lnTo>
                        <a:pt x="0" y="1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26" name="Google Shape;426;p21"/>
                <p:cNvSpPr/>
                <p:nvPr/>
              </p:nvSpPr>
              <p:spPr>
                <a:xfrm>
                  <a:off x="8951913" y="1568636"/>
                  <a:ext cx="96837" cy="8617"/>
                </a:xfrm>
                <a:custGeom>
                  <a:rect b="b" l="l" r="r" t="t"/>
                  <a:pathLst>
                    <a:path extrusionOk="0" h="10" w="101">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27" name="Google Shape;427;p21"/>
                <p:cNvSpPr/>
                <p:nvPr/>
              </p:nvSpPr>
              <p:spPr>
                <a:xfrm>
                  <a:off x="9005888" y="1566174"/>
                  <a:ext cx="17462" cy="2462"/>
                </a:xfrm>
                <a:custGeom>
                  <a:rect b="b" l="l" r="r" t="t"/>
                  <a:pathLst>
                    <a:path extrusionOk="0" h="2" w="19">
                      <a:moveTo>
                        <a:pt x="0" y="2"/>
                      </a:moveTo>
                      <a:lnTo>
                        <a:pt x="0" y="2"/>
                      </a:lnTo>
                      <a:lnTo>
                        <a:pt x="19" y="0"/>
                      </a:lnTo>
                      <a:cubicBezTo>
                        <a:pt x="8" y="1"/>
                        <a:pt x="3" y="1"/>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28" name="Google Shape;428;p21"/>
                <p:cNvSpPr/>
                <p:nvPr/>
              </p:nvSpPr>
              <p:spPr>
                <a:xfrm>
                  <a:off x="1587500" y="1516937"/>
                  <a:ext cx="38100" cy="3693"/>
                </a:xfrm>
                <a:custGeom>
                  <a:rect b="b" l="l" r="r" t="t"/>
                  <a:pathLst>
                    <a:path extrusionOk="0" h="4" w="39">
                      <a:moveTo>
                        <a:pt x="39" y="2"/>
                      </a:moveTo>
                      <a:lnTo>
                        <a:pt x="39" y="2"/>
                      </a:lnTo>
                      <a:lnTo>
                        <a:pt x="0" y="0"/>
                      </a:lnTo>
                      <a:lnTo>
                        <a:pt x="25" y="4"/>
                      </a:lnTo>
                      <a:lnTo>
                        <a:pt x="39"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29" name="Google Shape;429;p21"/>
                <p:cNvSpPr/>
                <p:nvPr/>
              </p:nvSpPr>
              <p:spPr>
                <a:xfrm>
                  <a:off x="1522413" y="1519399"/>
                  <a:ext cx="30162" cy="4924"/>
                </a:xfrm>
                <a:custGeom>
                  <a:rect b="b" l="l" r="r" t="t"/>
                  <a:pathLst>
                    <a:path extrusionOk="0" h="6" w="32">
                      <a:moveTo>
                        <a:pt x="32" y="6"/>
                      </a:moveTo>
                      <a:lnTo>
                        <a:pt x="32" y="6"/>
                      </a:lnTo>
                      <a:lnTo>
                        <a:pt x="23" y="0"/>
                      </a:lnTo>
                      <a:lnTo>
                        <a:pt x="0" y="5"/>
                      </a:lnTo>
                      <a:cubicBezTo>
                        <a:pt x="8" y="5"/>
                        <a:pt x="26" y="5"/>
                        <a:pt x="32"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30" name="Google Shape;430;p21"/>
                <p:cNvSpPr/>
                <p:nvPr/>
              </p:nvSpPr>
              <p:spPr>
                <a:xfrm>
                  <a:off x="6650038" y="1573559"/>
                  <a:ext cx="33337" cy="3693"/>
                </a:xfrm>
                <a:custGeom>
                  <a:rect b="b" l="l" r="r" t="t"/>
                  <a:pathLst>
                    <a:path extrusionOk="0" h="4" w="34">
                      <a:moveTo>
                        <a:pt x="31" y="4"/>
                      </a:moveTo>
                      <a:lnTo>
                        <a:pt x="31" y="4"/>
                      </a:lnTo>
                      <a:lnTo>
                        <a:pt x="34" y="2"/>
                      </a:lnTo>
                      <a:cubicBezTo>
                        <a:pt x="28" y="1"/>
                        <a:pt x="18" y="1"/>
                        <a:pt x="0" y="0"/>
                      </a:cubicBezTo>
                      <a:lnTo>
                        <a:pt x="3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31" name="Google Shape;431;p21"/>
                <p:cNvSpPr/>
                <p:nvPr/>
              </p:nvSpPr>
              <p:spPr>
                <a:xfrm>
                  <a:off x="6162675" y="1566174"/>
                  <a:ext cx="15875" cy="4924"/>
                </a:xfrm>
                <a:custGeom>
                  <a:rect b="b" l="l" r="r" t="t"/>
                  <a:pathLst>
                    <a:path extrusionOk="0" h="6" w="17">
                      <a:moveTo>
                        <a:pt x="8" y="6"/>
                      </a:moveTo>
                      <a:lnTo>
                        <a:pt x="8" y="6"/>
                      </a:lnTo>
                      <a:lnTo>
                        <a:pt x="17" y="6"/>
                      </a:lnTo>
                      <a:lnTo>
                        <a:pt x="0" y="0"/>
                      </a:lnTo>
                      <a:lnTo>
                        <a:pt x="8"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32" name="Google Shape;432;p21"/>
                <p:cNvSpPr/>
                <p:nvPr/>
              </p:nvSpPr>
              <p:spPr>
                <a:xfrm>
                  <a:off x="5738813" y="1571097"/>
                  <a:ext cx="60325" cy="6155"/>
                </a:xfrm>
                <a:custGeom>
                  <a:rect b="b" l="l" r="r" t="t"/>
                  <a:pathLst>
                    <a:path extrusionOk="0" h="8" w="63">
                      <a:moveTo>
                        <a:pt x="5" y="7"/>
                      </a:moveTo>
                      <a:lnTo>
                        <a:pt x="5" y="7"/>
                      </a:lnTo>
                      <a:cubicBezTo>
                        <a:pt x="23" y="8"/>
                        <a:pt x="45" y="6"/>
                        <a:pt x="63" y="7"/>
                      </a:cubicBezTo>
                      <a:cubicBezTo>
                        <a:pt x="23" y="8"/>
                        <a:pt x="0" y="0"/>
                        <a:pt x="5" y="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grpSp>
          <p:grpSp>
            <p:nvGrpSpPr>
              <p:cNvPr id="433" name="Google Shape;433;p21"/>
              <p:cNvGrpSpPr/>
              <p:nvPr/>
            </p:nvGrpSpPr>
            <p:grpSpPr>
              <a:xfrm flipH="1" rot="-5400000">
                <a:off x="6492229" y="2755658"/>
                <a:ext cx="4114800" cy="36576"/>
                <a:chOff x="1522413" y="1514475"/>
                <a:chExt cx="10569575" cy="64008"/>
              </a:xfrm>
            </p:grpSpPr>
            <p:sp>
              <p:nvSpPr>
                <p:cNvPr id="434" name="Google Shape;434;p21"/>
                <p:cNvSpPr/>
                <p:nvPr/>
              </p:nvSpPr>
              <p:spPr>
                <a:xfrm>
                  <a:off x="12028488" y="1525554"/>
                  <a:ext cx="63500" cy="4924"/>
                </a:xfrm>
                <a:custGeom>
                  <a:rect b="b" l="l" r="r" t="t"/>
                  <a:pathLst>
                    <a:path extrusionOk="0" h="6" w="67">
                      <a:moveTo>
                        <a:pt x="30" y="6"/>
                      </a:moveTo>
                      <a:lnTo>
                        <a:pt x="30" y="6"/>
                      </a:lnTo>
                      <a:lnTo>
                        <a:pt x="67" y="3"/>
                      </a:lnTo>
                      <a:cubicBezTo>
                        <a:pt x="60" y="2"/>
                        <a:pt x="26" y="1"/>
                        <a:pt x="39" y="0"/>
                      </a:cubicBezTo>
                      <a:cubicBezTo>
                        <a:pt x="0" y="1"/>
                        <a:pt x="8" y="3"/>
                        <a:pt x="30"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35" name="Google Shape;435;p21"/>
                <p:cNvSpPr/>
                <p:nvPr/>
              </p:nvSpPr>
              <p:spPr>
                <a:xfrm>
                  <a:off x="12022138" y="1532939"/>
                  <a:ext cx="19050" cy="1231"/>
                </a:xfrm>
                <a:custGeom>
                  <a:rect b="b" l="l" r="r" t="t"/>
                  <a:pathLst>
                    <a:path extrusionOk="0" h="2" w="20">
                      <a:moveTo>
                        <a:pt x="0" y="2"/>
                      </a:moveTo>
                      <a:lnTo>
                        <a:pt x="0" y="2"/>
                      </a:lnTo>
                      <a:lnTo>
                        <a:pt x="20" y="1"/>
                      </a:lnTo>
                      <a:cubicBezTo>
                        <a:pt x="16" y="0"/>
                        <a:pt x="11" y="0"/>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36" name="Google Shape;436;p21"/>
                <p:cNvSpPr/>
                <p:nvPr/>
              </p:nvSpPr>
              <p:spPr>
                <a:xfrm>
                  <a:off x="12041188" y="1531708"/>
                  <a:ext cx="39687" cy="6155"/>
                </a:xfrm>
                <a:custGeom>
                  <a:rect b="b" l="l" r="r" t="t"/>
                  <a:pathLst>
                    <a:path extrusionOk="0" h="6" w="41">
                      <a:moveTo>
                        <a:pt x="41" y="0"/>
                      </a:moveTo>
                      <a:lnTo>
                        <a:pt x="41" y="0"/>
                      </a:lnTo>
                      <a:lnTo>
                        <a:pt x="0" y="2"/>
                      </a:lnTo>
                      <a:cubicBezTo>
                        <a:pt x="5" y="3"/>
                        <a:pt x="6" y="6"/>
                        <a:pt x="19" y="1"/>
                      </a:cubicBezTo>
                      <a:cubicBezTo>
                        <a:pt x="15" y="3"/>
                        <a:pt x="23" y="1"/>
                        <a:pt x="4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37" name="Google Shape;437;p21"/>
                <p:cNvSpPr/>
                <p:nvPr/>
              </p:nvSpPr>
              <p:spPr>
                <a:xfrm>
                  <a:off x="11831638" y="1526784"/>
                  <a:ext cx="42862" cy="4924"/>
                </a:xfrm>
                <a:custGeom>
                  <a:rect b="b" l="l" r="r" t="t"/>
                  <a:pathLst>
                    <a:path extrusionOk="0" h="6" w="45">
                      <a:moveTo>
                        <a:pt x="2" y="0"/>
                      </a:moveTo>
                      <a:lnTo>
                        <a:pt x="2" y="0"/>
                      </a:lnTo>
                      <a:cubicBezTo>
                        <a:pt x="0" y="1"/>
                        <a:pt x="15" y="4"/>
                        <a:pt x="18" y="6"/>
                      </a:cubicBezTo>
                      <a:lnTo>
                        <a:pt x="45" y="4"/>
                      </a:lnTo>
                      <a:cubicBezTo>
                        <a:pt x="31" y="3"/>
                        <a:pt x="4" y="2"/>
                        <a:pt x="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38" name="Google Shape;438;p21"/>
                <p:cNvSpPr/>
                <p:nvPr/>
              </p:nvSpPr>
              <p:spPr>
                <a:xfrm>
                  <a:off x="11809413" y="1531708"/>
                  <a:ext cx="41275" cy="2462"/>
                </a:xfrm>
                <a:custGeom>
                  <a:rect b="b" l="l" r="r" t="t"/>
                  <a:pathLst>
                    <a:path extrusionOk="0" h="3" w="44">
                      <a:moveTo>
                        <a:pt x="42" y="0"/>
                      </a:moveTo>
                      <a:lnTo>
                        <a:pt x="42" y="0"/>
                      </a:lnTo>
                      <a:lnTo>
                        <a:pt x="0" y="3"/>
                      </a:lnTo>
                      <a:cubicBezTo>
                        <a:pt x="37" y="3"/>
                        <a:pt x="44" y="2"/>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39" name="Google Shape;439;p21"/>
                <p:cNvSpPr/>
                <p:nvPr/>
              </p:nvSpPr>
              <p:spPr>
                <a:xfrm>
                  <a:off x="12003088" y="1537863"/>
                  <a:ext cx="77787" cy="3693"/>
                </a:xfrm>
                <a:custGeom>
                  <a:rect b="b" l="l" r="r" t="t"/>
                  <a:pathLst>
                    <a:path extrusionOk="0" h="5" w="82">
                      <a:moveTo>
                        <a:pt x="14" y="5"/>
                      </a:moveTo>
                      <a:lnTo>
                        <a:pt x="14" y="5"/>
                      </a:lnTo>
                      <a:lnTo>
                        <a:pt x="82" y="0"/>
                      </a:lnTo>
                      <a:lnTo>
                        <a:pt x="0" y="5"/>
                      </a:lnTo>
                      <a:lnTo>
                        <a:pt x="14"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40" name="Google Shape;440;p21"/>
                <p:cNvSpPr/>
                <p:nvPr/>
              </p:nvSpPr>
              <p:spPr>
                <a:xfrm>
                  <a:off x="11664950" y="1523092"/>
                  <a:ext cx="39687" cy="4924"/>
                </a:xfrm>
                <a:custGeom>
                  <a:rect b="b" l="l" r="r" t="t"/>
                  <a:pathLst>
                    <a:path extrusionOk="0" h="5" w="42">
                      <a:moveTo>
                        <a:pt x="19" y="4"/>
                      </a:moveTo>
                      <a:lnTo>
                        <a:pt x="19" y="4"/>
                      </a:lnTo>
                      <a:lnTo>
                        <a:pt x="42" y="0"/>
                      </a:lnTo>
                      <a:lnTo>
                        <a:pt x="0" y="5"/>
                      </a:lnTo>
                      <a:lnTo>
                        <a:pt x="19"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41" name="Google Shape;441;p21"/>
                <p:cNvSpPr/>
                <p:nvPr/>
              </p:nvSpPr>
              <p:spPr>
                <a:xfrm>
                  <a:off x="11506200" y="1521861"/>
                  <a:ext cx="92075" cy="4924"/>
                </a:xfrm>
                <a:custGeom>
                  <a:rect b="b" l="l" r="r" t="t"/>
                  <a:pathLst>
                    <a:path extrusionOk="0" h="6" w="98">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42" name="Google Shape;442;p21"/>
                <p:cNvSpPr/>
                <p:nvPr/>
              </p:nvSpPr>
              <p:spPr>
                <a:xfrm>
                  <a:off x="11471275" y="1525554"/>
                  <a:ext cx="34925" cy="3693"/>
                </a:xfrm>
                <a:custGeom>
                  <a:rect b="b" l="l" r="r" t="t"/>
                  <a:pathLst>
                    <a:path extrusionOk="0" h="3" w="36">
                      <a:moveTo>
                        <a:pt x="0" y="3"/>
                      </a:moveTo>
                      <a:lnTo>
                        <a:pt x="0" y="3"/>
                      </a:lnTo>
                      <a:cubicBezTo>
                        <a:pt x="11" y="2"/>
                        <a:pt x="23" y="1"/>
                        <a:pt x="36" y="0"/>
                      </a:cubicBezTo>
                      <a:cubicBezTo>
                        <a:pt x="24" y="0"/>
                        <a:pt x="12"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43" name="Google Shape;443;p21"/>
                <p:cNvSpPr/>
                <p:nvPr/>
              </p:nvSpPr>
              <p:spPr>
                <a:xfrm>
                  <a:off x="11710988" y="1529246"/>
                  <a:ext cx="30162" cy="4924"/>
                </a:xfrm>
                <a:custGeom>
                  <a:rect b="b" l="l" r="r" t="t"/>
                  <a:pathLst>
                    <a:path extrusionOk="0" h="5" w="32">
                      <a:moveTo>
                        <a:pt x="32" y="5"/>
                      </a:moveTo>
                      <a:lnTo>
                        <a:pt x="32" y="5"/>
                      </a:lnTo>
                      <a:cubicBezTo>
                        <a:pt x="29" y="4"/>
                        <a:pt x="23" y="1"/>
                        <a:pt x="0" y="0"/>
                      </a:cubicBezTo>
                      <a:lnTo>
                        <a:pt x="16" y="5"/>
                      </a:lnTo>
                      <a:lnTo>
                        <a:pt x="32"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44" name="Google Shape;444;p21"/>
                <p:cNvSpPr/>
                <p:nvPr/>
              </p:nvSpPr>
              <p:spPr>
                <a:xfrm>
                  <a:off x="11691938" y="1532939"/>
                  <a:ext cx="34925" cy="1231"/>
                </a:xfrm>
                <a:custGeom>
                  <a:rect b="b" l="l" r="r" t="t"/>
                  <a:pathLst>
                    <a:path extrusionOk="0" h="1" w="36">
                      <a:moveTo>
                        <a:pt x="36" y="1"/>
                      </a:moveTo>
                      <a:lnTo>
                        <a:pt x="36" y="1"/>
                      </a:lnTo>
                      <a:lnTo>
                        <a:pt x="35" y="1"/>
                      </a:lnTo>
                      <a:lnTo>
                        <a:pt x="0" y="0"/>
                      </a:lnTo>
                      <a:lnTo>
                        <a:pt x="36"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45" name="Google Shape;445;p21"/>
                <p:cNvSpPr/>
                <p:nvPr/>
              </p:nvSpPr>
              <p:spPr>
                <a:xfrm>
                  <a:off x="11741150" y="1534170"/>
                  <a:ext cx="4762" cy="0"/>
                </a:xfrm>
                <a:custGeom>
                  <a:rect b="b" l="l" r="r" t="t"/>
                  <a:pathLst>
                    <a:path extrusionOk="0" h="120000" w="5">
                      <a:moveTo>
                        <a:pt x="5" y="0"/>
                      </a:moveTo>
                      <a:lnTo>
                        <a:pt x="5" y="0"/>
                      </a:lnTo>
                      <a:lnTo>
                        <a:pt x="0" y="0"/>
                      </a:lnTo>
                      <a:cubicBezTo>
                        <a:pt x="2" y="0"/>
                        <a:pt x="3" y="0"/>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46" name="Google Shape;446;p21"/>
                <p:cNvSpPr/>
                <p:nvPr/>
              </p:nvSpPr>
              <p:spPr>
                <a:xfrm>
                  <a:off x="11841163" y="1537863"/>
                  <a:ext cx="71437" cy="8617"/>
                </a:xfrm>
                <a:custGeom>
                  <a:rect b="b" l="l" r="r" t="t"/>
                  <a:pathLst>
                    <a:path extrusionOk="0" h="9" w="75">
                      <a:moveTo>
                        <a:pt x="75" y="0"/>
                      </a:moveTo>
                      <a:lnTo>
                        <a:pt x="75" y="0"/>
                      </a:lnTo>
                      <a:cubicBezTo>
                        <a:pt x="51" y="3"/>
                        <a:pt x="0" y="5"/>
                        <a:pt x="49" y="9"/>
                      </a:cubicBezTo>
                      <a:cubicBezTo>
                        <a:pt x="66" y="6"/>
                        <a:pt x="38" y="4"/>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47" name="Google Shape;447;p21"/>
                <p:cNvSpPr/>
                <p:nvPr/>
              </p:nvSpPr>
              <p:spPr>
                <a:xfrm>
                  <a:off x="11764963" y="1535401"/>
                  <a:ext cx="44450" cy="3693"/>
                </a:xfrm>
                <a:custGeom>
                  <a:rect b="b" l="l" r="r" t="t"/>
                  <a:pathLst>
                    <a:path extrusionOk="0" h="4" w="47">
                      <a:moveTo>
                        <a:pt x="0" y="3"/>
                      </a:moveTo>
                      <a:lnTo>
                        <a:pt x="0" y="3"/>
                      </a:lnTo>
                      <a:lnTo>
                        <a:pt x="44" y="4"/>
                      </a:lnTo>
                      <a:cubicBezTo>
                        <a:pt x="43" y="3"/>
                        <a:pt x="35" y="1"/>
                        <a:pt x="47" y="0"/>
                      </a:cubicBez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48" name="Google Shape;448;p21"/>
                <p:cNvSpPr/>
                <p:nvPr/>
              </p:nvSpPr>
              <p:spPr>
                <a:xfrm>
                  <a:off x="11744325" y="1537863"/>
                  <a:ext cx="20637" cy="2462"/>
                </a:xfrm>
                <a:custGeom>
                  <a:rect b="b" l="l" r="r" t="t"/>
                  <a:pathLst>
                    <a:path extrusionOk="0" h="2" w="22">
                      <a:moveTo>
                        <a:pt x="0" y="2"/>
                      </a:moveTo>
                      <a:lnTo>
                        <a:pt x="0" y="2"/>
                      </a:lnTo>
                      <a:lnTo>
                        <a:pt x="22" y="0"/>
                      </a:lnTo>
                      <a:lnTo>
                        <a:pt x="5" y="0"/>
                      </a:lnTo>
                      <a:lnTo>
                        <a:pt x="0"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49" name="Google Shape;449;p21"/>
                <p:cNvSpPr/>
                <p:nvPr/>
              </p:nvSpPr>
              <p:spPr>
                <a:xfrm>
                  <a:off x="11482388" y="1531708"/>
                  <a:ext cx="85725" cy="3693"/>
                </a:xfrm>
                <a:custGeom>
                  <a:rect b="b" l="l" r="r" t="t"/>
                  <a:pathLst>
                    <a:path extrusionOk="0" h="4" w="90">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50" name="Google Shape;450;p21"/>
                <p:cNvSpPr/>
                <p:nvPr/>
              </p:nvSpPr>
              <p:spPr>
                <a:xfrm>
                  <a:off x="11626850" y="1532939"/>
                  <a:ext cx="4762" cy="1231"/>
                </a:xfrm>
                <a:custGeom>
                  <a:rect b="b" l="l" r="r" t="t"/>
                  <a:pathLst>
                    <a:path extrusionOk="0" h="1" w="5">
                      <a:moveTo>
                        <a:pt x="5" y="0"/>
                      </a:moveTo>
                      <a:lnTo>
                        <a:pt x="5" y="0"/>
                      </a:lnTo>
                      <a:lnTo>
                        <a:pt x="0" y="1"/>
                      </a:lnTo>
                      <a:cubicBezTo>
                        <a:pt x="3" y="1"/>
                        <a:pt x="5" y="1"/>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51" name="Google Shape;451;p21"/>
                <p:cNvSpPr/>
                <p:nvPr/>
              </p:nvSpPr>
              <p:spPr>
                <a:xfrm>
                  <a:off x="11261725" y="1534170"/>
                  <a:ext cx="4762" cy="0"/>
                </a:xfrm>
                <a:custGeom>
                  <a:rect b="b" l="l" r="r" t="t"/>
                  <a:pathLst>
                    <a:path extrusionOk="0" h="1" w="5">
                      <a:moveTo>
                        <a:pt x="0" y="0"/>
                      </a:moveTo>
                      <a:lnTo>
                        <a:pt x="0" y="0"/>
                      </a:lnTo>
                      <a:lnTo>
                        <a:pt x="4" y="0"/>
                      </a:lnTo>
                      <a:cubicBezTo>
                        <a:pt x="4" y="0"/>
                        <a:pt x="4" y="0"/>
                        <a:pt x="5"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52" name="Google Shape;452;p21"/>
                <p:cNvSpPr/>
                <p:nvPr/>
              </p:nvSpPr>
              <p:spPr>
                <a:xfrm>
                  <a:off x="11553825" y="1534170"/>
                  <a:ext cx="44450" cy="2462"/>
                </a:xfrm>
                <a:custGeom>
                  <a:rect b="b" l="l" r="r" t="t"/>
                  <a:pathLst>
                    <a:path extrusionOk="0" h="2" w="47">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53" name="Google Shape;453;p21"/>
                <p:cNvSpPr/>
                <p:nvPr/>
              </p:nvSpPr>
              <p:spPr>
                <a:xfrm>
                  <a:off x="11409363" y="1529246"/>
                  <a:ext cx="31750" cy="2462"/>
                </a:xfrm>
                <a:custGeom>
                  <a:rect b="b" l="l" r="r" t="t"/>
                  <a:pathLst>
                    <a:path extrusionOk="0" h="3" w="33">
                      <a:moveTo>
                        <a:pt x="0" y="1"/>
                      </a:moveTo>
                      <a:lnTo>
                        <a:pt x="0" y="1"/>
                      </a:lnTo>
                      <a:cubicBezTo>
                        <a:pt x="10" y="2"/>
                        <a:pt x="21" y="3"/>
                        <a:pt x="33" y="3"/>
                      </a:cubicBezTo>
                      <a:cubicBezTo>
                        <a:pt x="23" y="2"/>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54" name="Google Shape;454;p21"/>
                <p:cNvSpPr/>
                <p:nvPr/>
              </p:nvSpPr>
              <p:spPr>
                <a:xfrm>
                  <a:off x="11618913" y="1531708"/>
                  <a:ext cx="6350" cy="0"/>
                </a:xfrm>
                <a:custGeom>
                  <a:rect b="b" l="l" r="r" t="t"/>
                  <a:pathLst>
                    <a:path extrusionOk="0" h="1" w="6">
                      <a:moveTo>
                        <a:pt x="3" y="0"/>
                      </a:moveTo>
                      <a:lnTo>
                        <a:pt x="3" y="0"/>
                      </a:lnTo>
                      <a:lnTo>
                        <a:pt x="6" y="0"/>
                      </a:lnTo>
                      <a:cubicBezTo>
                        <a:pt x="0" y="0"/>
                        <a:pt x="0" y="0"/>
                        <a:pt x="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55" name="Google Shape;455;p21"/>
                <p:cNvSpPr/>
                <p:nvPr/>
              </p:nvSpPr>
              <p:spPr>
                <a:xfrm>
                  <a:off x="11598275" y="1531708"/>
                  <a:ext cx="28575" cy="2462"/>
                </a:xfrm>
                <a:custGeom>
                  <a:rect b="b" l="l" r="r" t="t"/>
                  <a:pathLst>
                    <a:path extrusionOk="0" h="3" w="31">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56" name="Google Shape;456;p21"/>
                <p:cNvSpPr/>
                <p:nvPr/>
              </p:nvSpPr>
              <p:spPr>
                <a:xfrm>
                  <a:off x="11137900" y="1534170"/>
                  <a:ext cx="188912" cy="23388"/>
                </a:xfrm>
                <a:custGeom>
                  <a:rect b="b" l="l" r="r" t="t"/>
                  <a:pathLst>
                    <a:path extrusionOk="0" h="27" w="198">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57" name="Google Shape;457;p21"/>
                <p:cNvSpPr/>
                <p:nvPr/>
              </p:nvSpPr>
              <p:spPr>
                <a:xfrm>
                  <a:off x="11266488" y="1529246"/>
                  <a:ext cx="95250" cy="4924"/>
                </a:xfrm>
                <a:custGeom>
                  <a:rect b="b" l="l" r="r" t="t"/>
                  <a:pathLst>
                    <a:path extrusionOk="0" h="6" w="10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58" name="Google Shape;458;p21"/>
                <p:cNvSpPr/>
                <p:nvPr/>
              </p:nvSpPr>
              <p:spPr>
                <a:xfrm>
                  <a:off x="11361738" y="1531708"/>
                  <a:ext cx="134937" cy="12309"/>
                </a:xfrm>
                <a:custGeom>
                  <a:rect b="b" l="l" r="r" t="t"/>
                  <a:pathLst>
                    <a:path extrusionOk="0" h="14" w="142">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59" name="Google Shape;459;p21"/>
                <p:cNvSpPr/>
                <p:nvPr/>
              </p:nvSpPr>
              <p:spPr>
                <a:xfrm>
                  <a:off x="11834813" y="1552634"/>
                  <a:ext cx="9525" cy="1231"/>
                </a:xfrm>
                <a:custGeom>
                  <a:rect b="b" l="l" r="r" t="t"/>
                  <a:pathLst>
                    <a:path extrusionOk="0" h="1" w="11">
                      <a:moveTo>
                        <a:pt x="11" y="1"/>
                      </a:moveTo>
                      <a:lnTo>
                        <a:pt x="11" y="1"/>
                      </a:lnTo>
                      <a:cubicBezTo>
                        <a:pt x="8" y="1"/>
                        <a:pt x="8" y="1"/>
                        <a:pt x="8" y="0"/>
                      </a:cubicBezTo>
                      <a:cubicBezTo>
                        <a:pt x="2" y="1"/>
                        <a:pt x="0" y="1"/>
                        <a:pt x="11"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60" name="Google Shape;460;p21"/>
                <p:cNvSpPr/>
                <p:nvPr/>
              </p:nvSpPr>
              <p:spPr>
                <a:xfrm>
                  <a:off x="11764963" y="1542787"/>
                  <a:ext cx="117475" cy="9847"/>
                </a:xfrm>
                <a:custGeom>
                  <a:rect b="b" l="l" r="r" t="t"/>
                  <a:pathLst>
                    <a:path extrusionOk="0" h="12" w="12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61" name="Google Shape;461;p21"/>
                <p:cNvSpPr/>
                <p:nvPr/>
              </p:nvSpPr>
              <p:spPr>
                <a:xfrm>
                  <a:off x="11555413" y="1544017"/>
                  <a:ext cx="69850" cy="4924"/>
                </a:xfrm>
                <a:custGeom>
                  <a:rect b="b" l="l" r="r" t="t"/>
                  <a:pathLst>
                    <a:path extrusionOk="0" h="6" w="74">
                      <a:moveTo>
                        <a:pt x="70" y="0"/>
                      </a:moveTo>
                      <a:lnTo>
                        <a:pt x="70" y="0"/>
                      </a:lnTo>
                      <a:lnTo>
                        <a:pt x="0" y="2"/>
                      </a:lnTo>
                      <a:lnTo>
                        <a:pt x="36" y="6"/>
                      </a:lnTo>
                      <a:lnTo>
                        <a:pt x="34" y="4"/>
                      </a:lnTo>
                      <a:cubicBezTo>
                        <a:pt x="74" y="4"/>
                        <a:pt x="65" y="2"/>
                        <a:pt x="7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62" name="Google Shape;462;p21"/>
                <p:cNvSpPr/>
                <p:nvPr/>
              </p:nvSpPr>
              <p:spPr>
                <a:xfrm>
                  <a:off x="11223625" y="1528016"/>
                  <a:ext cx="38100" cy="6155"/>
                </a:xfrm>
                <a:custGeom>
                  <a:rect b="b" l="l" r="r" t="t"/>
                  <a:pathLst>
                    <a:path extrusionOk="0" h="7" w="40">
                      <a:moveTo>
                        <a:pt x="31" y="5"/>
                      </a:moveTo>
                      <a:lnTo>
                        <a:pt x="31" y="5"/>
                      </a:lnTo>
                      <a:lnTo>
                        <a:pt x="40" y="0"/>
                      </a:lnTo>
                      <a:lnTo>
                        <a:pt x="0" y="7"/>
                      </a:lnTo>
                      <a:lnTo>
                        <a:pt x="31"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63" name="Google Shape;463;p21"/>
                <p:cNvSpPr/>
                <p:nvPr/>
              </p:nvSpPr>
              <p:spPr>
                <a:xfrm>
                  <a:off x="11145838" y="1529246"/>
                  <a:ext cx="22225" cy="2462"/>
                </a:xfrm>
                <a:custGeom>
                  <a:rect b="b" l="l" r="r" t="t"/>
                  <a:pathLst>
                    <a:path extrusionOk="0" h="4" w="24">
                      <a:moveTo>
                        <a:pt x="21" y="4"/>
                      </a:moveTo>
                      <a:lnTo>
                        <a:pt x="21" y="4"/>
                      </a:lnTo>
                      <a:lnTo>
                        <a:pt x="24" y="0"/>
                      </a:lnTo>
                      <a:lnTo>
                        <a:pt x="0" y="3"/>
                      </a:lnTo>
                      <a:lnTo>
                        <a:pt x="2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64" name="Google Shape;464;p21"/>
                <p:cNvSpPr/>
                <p:nvPr/>
              </p:nvSpPr>
              <p:spPr>
                <a:xfrm>
                  <a:off x="6197600" y="1566174"/>
                  <a:ext cx="20637" cy="1231"/>
                </a:xfrm>
                <a:custGeom>
                  <a:rect b="b" l="l" r="r" t="t"/>
                  <a:pathLst>
                    <a:path extrusionOk="0" h="1" w="21">
                      <a:moveTo>
                        <a:pt x="21" y="0"/>
                      </a:moveTo>
                      <a:lnTo>
                        <a:pt x="21" y="0"/>
                      </a:lnTo>
                      <a:lnTo>
                        <a:pt x="0" y="1"/>
                      </a:lnTo>
                      <a:cubicBezTo>
                        <a:pt x="10" y="0"/>
                        <a:pt x="16" y="0"/>
                        <a:pt x="2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65" name="Google Shape;465;p21"/>
                <p:cNvSpPr/>
                <p:nvPr/>
              </p:nvSpPr>
              <p:spPr>
                <a:xfrm>
                  <a:off x="6356350" y="1564943"/>
                  <a:ext cx="9525" cy="1231"/>
                </a:xfrm>
                <a:custGeom>
                  <a:rect b="b" l="l" r="r" t="t"/>
                  <a:pathLst>
                    <a:path extrusionOk="0" h="2" w="10">
                      <a:moveTo>
                        <a:pt x="6" y="2"/>
                      </a:moveTo>
                      <a:lnTo>
                        <a:pt x="6" y="2"/>
                      </a:lnTo>
                      <a:lnTo>
                        <a:pt x="10" y="0"/>
                      </a:lnTo>
                      <a:cubicBezTo>
                        <a:pt x="3"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66" name="Google Shape;466;p21"/>
                <p:cNvSpPr/>
                <p:nvPr/>
              </p:nvSpPr>
              <p:spPr>
                <a:xfrm>
                  <a:off x="8950325" y="1521861"/>
                  <a:ext cx="61912" cy="7386"/>
                </a:xfrm>
                <a:custGeom>
                  <a:rect b="b" l="l" r="r" t="t"/>
                  <a:pathLst>
                    <a:path extrusionOk="0" h="9" w="65">
                      <a:moveTo>
                        <a:pt x="65" y="9"/>
                      </a:moveTo>
                      <a:lnTo>
                        <a:pt x="65" y="9"/>
                      </a:lnTo>
                      <a:cubicBezTo>
                        <a:pt x="34" y="5"/>
                        <a:pt x="0" y="0"/>
                        <a:pt x="4" y="4"/>
                      </a:cubicBezTo>
                      <a:lnTo>
                        <a:pt x="13" y="8"/>
                      </a:lnTo>
                      <a:cubicBezTo>
                        <a:pt x="35" y="7"/>
                        <a:pt x="51" y="8"/>
                        <a:pt x="65"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67" name="Google Shape;467;p21"/>
                <p:cNvSpPr/>
                <p:nvPr/>
              </p:nvSpPr>
              <p:spPr>
                <a:xfrm>
                  <a:off x="7537450" y="1546479"/>
                  <a:ext cx="28575" cy="3693"/>
                </a:xfrm>
                <a:custGeom>
                  <a:rect b="b" l="l" r="r" t="t"/>
                  <a:pathLst>
                    <a:path extrusionOk="0" h="4" w="29">
                      <a:moveTo>
                        <a:pt x="0" y="3"/>
                      </a:moveTo>
                      <a:lnTo>
                        <a:pt x="0" y="3"/>
                      </a:lnTo>
                      <a:lnTo>
                        <a:pt x="9" y="4"/>
                      </a:lnTo>
                      <a:lnTo>
                        <a:pt x="29" y="0"/>
                      </a:ln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68" name="Google Shape;468;p21"/>
                <p:cNvSpPr/>
                <p:nvPr/>
              </p:nvSpPr>
              <p:spPr>
                <a:xfrm>
                  <a:off x="7478713" y="1562481"/>
                  <a:ext cx="38100" cy="2462"/>
                </a:xfrm>
                <a:custGeom>
                  <a:rect b="b" l="l" r="r" t="t"/>
                  <a:pathLst>
                    <a:path extrusionOk="0" h="3" w="40">
                      <a:moveTo>
                        <a:pt x="40" y="3"/>
                      </a:moveTo>
                      <a:lnTo>
                        <a:pt x="40" y="3"/>
                      </a:lnTo>
                      <a:lnTo>
                        <a:pt x="0" y="0"/>
                      </a:lnTo>
                      <a:cubicBezTo>
                        <a:pt x="9" y="1"/>
                        <a:pt x="22" y="2"/>
                        <a:pt x="4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69" name="Google Shape;469;p21"/>
                <p:cNvSpPr/>
                <p:nvPr/>
              </p:nvSpPr>
              <p:spPr>
                <a:xfrm>
                  <a:off x="5410200" y="1568636"/>
                  <a:ext cx="36512" cy="3693"/>
                </a:xfrm>
                <a:custGeom>
                  <a:rect b="b" l="l" r="r" t="t"/>
                  <a:pathLst>
                    <a:path extrusionOk="0" h="5" w="38">
                      <a:moveTo>
                        <a:pt x="24" y="0"/>
                      </a:moveTo>
                      <a:lnTo>
                        <a:pt x="24" y="0"/>
                      </a:lnTo>
                      <a:lnTo>
                        <a:pt x="0" y="5"/>
                      </a:lnTo>
                      <a:cubicBezTo>
                        <a:pt x="38" y="5"/>
                        <a:pt x="21" y="3"/>
                        <a:pt x="2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70" name="Google Shape;470;p21"/>
                <p:cNvSpPr/>
                <p:nvPr/>
              </p:nvSpPr>
              <p:spPr>
                <a:xfrm>
                  <a:off x="10206038" y="1530477"/>
                  <a:ext cx="61912" cy="4924"/>
                </a:xfrm>
                <a:custGeom>
                  <a:rect b="b" l="l" r="r" t="t"/>
                  <a:pathLst>
                    <a:path extrusionOk="0" h="6" w="65">
                      <a:moveTo>
                        <a:pt x="65" y="3"/>
                      </a:moveTo>
                      <a:lnTo>
                        <a:pt x="65" y="3"/>
                      </a:lnTo>
                      <a:cubicBezTo>
                        <a:pt x="39" y="1"/>
                        <a:pt x="18" y="0"/>
                        <a:pt x="0" y="0"/>
                      </a:cubicBezTo>
                      <a:cubicBezTo>
                        <a:pt x="32" y="2"/>
                        <a:pt x="57" y="6"/>
                        <a:pt x="65"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71" name="Google Shape;471;p21"/>
                <p:cNvSpPr/>
                <p:nvPr/>
              </p:nvSpPr>
              <p:spPr>
                <a:xfrm>
                  <a:off x="6257925" y="1525554"/>
                  <a:ext cx="19050" cy="2462"/>
                </a:xfrm>
                <a:custGeom>
                  <a:rect b="b" l="l" r="r" t="t"/>
                  <a:pathLst>
                    <a:path extrusionOk="0" h="2" w="21">
                      <a:moveTo>
                        <a:pt x="18" y="0"/>
                      </a:moveTo>
                      <a:lnTo>
                        <a:pt x="18" y="0"/>
                      </a:lnTo>
                      <a:cubicBezTo>
                        <a:pt x="5" y="1"/>
                        <a:pt x="0" y="2"/>
                        <a:pt x="0" y="2"/>
                      </a:cubicBezTo>
                      <a:cubicBezTo>
                        <a:pt x="13" y="2"/>
                        <a:pt x="21" y="1"/>
                        <a:pt x="1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72" name="Google Shape;472;p21"/>
                <p:cNvSpPr/>
                <p:nvPr/>
              </p:nvSpPr>
              <p:spPr>
                <a:xfrm>
                  <a:off x="10134600" y="1528016"/>
                  <a:ext cx="71437" cy="3693"/>
                </a:xfrm>
                <a:custGeom>
                  <a:rect b="b" l="l" r="r" t="t"/>
                  <a:pathLst>
                    <a:path extrusionOk="0" h="4" w="75">
                      <a:moveTo>
                        <a:pt x="0" y="3"/>
                      </a:moveTo>
                      <a:lnTo>
                        <a:pt x="0" y="3"/>
                      </a:lnTo>
                      <a:lnTo>
                        <a:pt x="13" y="4"/>
                      </a:lnTo>
                      <a:cubicBezTo>
                        <a:pt x="32" y="3"/>
                        <a:pt x="52" y="2"/>
                        <a:pt x="75" y="3"/>
                      </a:cubicBezTo>
                      <a:cubicBezTo>
                        <a:pt x="52" y="1"/>
                        <a:pt x="25" y="0"/>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73" name="Google Shape;473;p21"/>
                <p:cNvSpPr/>
                <p:nvPr/>
              </p:nvSpPr>
              <p:spPr>
                <a:xfrm>
                  <a:off x="2582863" y="1560020"/>
                  <a:ext cx="7937" cy="1231"/>
                </a:xfrm>
                <a:custGeom>
                  <a:rect b="b" l="l" r="r" t="t"/>
                  <a:pathLst>
                    <a:path extrusionOk="0" h="1" w="8">
                      <a:moveTo>
                        <a:pt x="8" y="1"/>
                      </a:moveTo>
                      <a:lnTo>
                        <a:pt x="8" y="1"/>
                      </a:lnTo>
                      <a:lnTo>
                        <a:pt x="1" y="0"/>
                      </a:lnTo>
                      <a:cubicBezTo>
                        <a:pt x="0" y="1"/>
                        <a:pt x="3" y="1"/>
                        <a:pt x="8"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74" name="Google Shape;474;p21"/>
                <p:cNvSpPr/>
                <p:nvPr/>
              </p:nvSpPr>
              <p:spPr>
                <a:xfrm>
                  <a:off x="1762125" y="1521861"/>
                  <a:ext cx="34925" cy="1231"/>
                </a:xfrm>
                <a:custGeom>
                  <a:rect b="b" l="l" r="r" t="t"/>
                  <a:pathLst>
                    <a:path extrusionOk="0" h="1" w="36">
                      <a:moveTo>
                        <a:pt x="0" y="1"/>
                      </a:moveTo>
                      <a:lnTo>
                        <a:pt x="0" y="1"/>
                      </a:lnTo>
                      <a:cubicBezTo>
                        <a:pt x="9" y="1"/>
                        <a:pt x="23" y="1"/>
                        <a:pt x="36" y="1"/>
                      </a:cubicBezTo>
                      <a:cubicBezTo>
                        <a:pt x="29" y="0"/>
                        <a:pt x="19"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75" name="Google Shape;475;p21"/>
                <p:cNvSpPr/>
                <p:nvPr/>
              </p:nvSpPr>
              <p:spPr>
                <a:xfrm>
                  <a:off x="10812463" y="1529246"/>
                  <a:ext cx="19050" cy="1231"/>
                </a:xfrm>
                <a:custGeom>
                  <a:rect b="b" l="l" r="r" t="t"/>
                  <a:pathLst>
                    <a:path extrusionOk="0" h="1" w="20">
                      <a:moveTo>
                        <a:pt x="0" y="1"/>
                      </a:moveTo>
                      <a:lnTo>
                        <a:pt x="0" y="1"/>
                      </a:lnTo>
                      <a:cubicBezTo>
                        <a:pt x="20" y="1"/>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76" name="Google Shape;476;p21"/>
                <p:cNvSpPr/>
                <p:nvPr/>
              </p:nvSpPr>
              <p:spPr>
                <a:xfrm>
                  <a:off x="10896600" y="1545248"/>
                  <a:ext cx="7937" cy="2462"/>
                </a:xfrm>
                <a:custGeom>
                  <a:rect b="b" l="l" r="r" t="t"/>
                  <a:pathLst>
                    <a:path extrusionOk="0" h="3" w="8">
                      <a:moveTo>
                        <a:pt x="8" y="0"/>
                      </a:moveTo>
                      <a:lnTo>
                        <a:pt x="8" y="0"/>
                      </a:lnTo>
                      <a:cubicBezTo>
                        <a:pt x="4" y="1"/>
                        <a:pt x="1" y="2"/>
                        <a:pt x="0" y="3"/>
                      </a:cubicBezTo>
                      <a:cubicBezTo>
                        <a:pt x="2" y="2"/>
                        <a:pt x="4" y="1"/>
                        <a:pt x="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77" name="Google Shape;477;p21"/>
                <p:cNvSpPr/>
                <p:nvPr/>
              </p:nvSpPr>
              <p:spPr>
                <a:xfrm>
                  <a:off x="9947275" y="1553865"/>
                  <a:ext cx="4762" cy="1231"/>
                </a:xfrm>
                <a:custGeom>
                  <a:rect b="b" l="l" r="r" t="t"/>
                  <a:pathLst>
                    <a:path extrusionOk="0" h="1" w="5">
                      <a:moveTo>
                        <a:pt x="1" y="0"/>
                      </a:moveTo>
                      <a:lnTo>
                        <a:pt x="1" y="0"/>
                      </a:lnTo>
                      <a:lnTo>
                        <a:pt x="0" y="0"/>
                      </a:lnTo>
                      <a:cubicBezTo>
                        <a:pt x="5" y="1"/>
                        <a:pt x="4" y="0"/>
                        <a:pt x="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78" name="Google Shape;478;p21"/>
                <p:cNvSpPr/>
                <p:nvPr/>
              </p:nvSpPr>
              <p:spPr>
                <a:xfrm>
                  <a:off x="10817225" y="1531708"/>
                  <a:ext cx="23812" cy="0"/>
                </a:xfrm>
                <a:custGeom>
                  <a:rect b="b" l="l" r="r" t="t"/>
                  <a:pathLst>
                    <a:path extrusionOk="0" h="1" w="25">
                      <a:moveTo>
                        <a:pt x="25" y="0"/>
                      </a:moveTo>
                      <a:lnTo>
                        <a:pt x="25" y="0"/>
                      </a:lnTo>
                      <a:cubicBezTo>
                        <a:pt x="18" y="0"/>
                        <a:pt x="10" y="0"/>
                        <a:pt x="0" y="0"/>
                      </a:cubicBezTo>
                      <a:cubicBezTo>
                        <a:pt x="5" y="0"/>
                        <a:pt x="12" y="0"/>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79" name="Google Shape;479;p21"/>
                <p:cNvSpPr/>
                <p:nvPr/>
              </p:nvSpPr>
              <p:spPr>
                <a:xfrm>
                  <a:off x="10836275" y="1529246"/>
                  <a:ext cx="19050" cy="1231"/>
                </a:xfrm>
                <a:custGeom>
                  <a:rect b="b" l="l" r="r" t="t"/>
                  <a:pathLst>
                    <a:path extrusionOk="0" h="1" w="20">
                      <a:moveTo>
                        <a:pt x="0" y="1"/>
                      </a:moveTo>
                      <a:lnTo>
                        <a:pt x="0" y="1"/>
                      </a:lnTo>
                      <a:lnTo>
                        <a:pt x="18" y="1"/>
                      </a:lnTo>
                      <a:cubicBezTo>
                        <a:pt x="20" y="1"/>
                        <a:pt x="18"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80" name="Google Shape;480;p21"/>
                <p:cNvSpPr/>
                <p:nvPr/>
              </p:nvSpPr>
              <p:spPr>
                <a:xfrm>
                  <a:off x="10787063" y="1530477"/>
                  <a:ext cx="30162" cy="1231"/>
                </a:xfrm>
                <a:custGeom>
                  <a:rect b="b" l="l" r="r" t="t"/>
                  <a:pathLst>
                    <a:path extrusionOk="0" h="1" w="31">
                      <a:moveTo>
                        <a:pt x="0" y="0"/>
                      </a:moveTo>
                      <a:lnTo>
                        <a:pt x="0" y="0"/>
                      </a:lnTo>
                      <a:cubicBezTo>
                        <a:pt x="11" y="0"/>
                        <a:pt x="21" y="0"/>
                        <a:pt x="31" y="1"/>
                      </a:cubicBezTo>
                      <a:cubicBezTo>
                        <a:pt x="28" y="0"/>
                        <a:pt x="26" y="0"/>
                        <a:pt x="27"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81" name="Google Shape;481;p21"/>
                <p:cNvSpPr/>
                <p:nvPr/>
              </p:nvSpPr>
              <p:spPr>
                <a:xfrm>
                  <a:off x="4092575" y="1552634"/>
                  <a:ext cx="20637" cy="2462"/>
                </a:xfrm>
                <a:custGeom>
                  <a:rect b="b" l="l" r="r" t="t"/>
                  <a:pathLst>
                    <a:path extrusionOk="0" h="2" w="23">
                      <a:moveTo>
                        <a:pt x="23" y="0"/>
                      </a:moveTo>
                      <a:lnTo>
                        <a:pt x="23" y="0"/>
                      </a:lnTo>
                      <a:lnTo>
                        <a:pt x="19" y="0"/>
                      </a:lnTo>
                      <a:cubicBezTo>
                        <a:pt x="0" y="2"/>
                        <a:pt x="8" y="1"/>
                        <a:pt x="2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82" name="Google Shape;482;p21"/>
                <p:cNvSpPr/>
                <p:nvPr/>
              </p:nvSpPr>
              <p:spPr>
                <a:xfrm>
                  <a:off x="8528050" y="1567405"/>
                  <a:ext cx="3175" cy="1231"/>
                </a:xfrm>
                <a:custGeom>
                  <a:rect b="b" l="l" r="r" t="t"/>
                  <a:pathLst>
                    <a:path extrusionOk="0" h="1" w="3">
                      <a:moveTo>
                        <a:pt x="1" y="1"/>
                      </a:moveTo>
                      <a:lnTo>
                        <a:pt x="1" y="1"/>
                      </a:lnTo>
                      <a:lnTo>
                        <a:pt x="3" y="0"/>
                      </a:lnTo>
                      <a:lnTo>
                        <a:pt x="0" y="0"/>
                      </a:lnTo>
                      <a:lnTo>
                        <a:pt x="1"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83" name="Google Shape;483;p21"/>
                <p:cNvSpPr/>
                <p:nvPr/>
              </p:nvSpPr>
              <p:spPr>
                <a:xfrm>
                  <a:off x="8461375" y="1556326"/>
                  <a:ext cx="66675" cy="14771"/>
                </a:xfrm>
                <a:custGeom>
                  <a:rect b="b" l="l" r="r" t="t"/>
                  <a:pathLst>
                    <a:path extrusionOk="0" h="17" w="69">
                      <a:moveTo>
                        <a:pt x="0" y="17"/>
                      </a:moveTo>
                      <a:lnTo>
                        <a:pt x="0" y="17"/>
                      </a:lnTo>
                      <a:cubicBezTo>
                        <a:pt x="30" y="11"/>
                        <a:pt x="47" y="12"/>
                        <a:pt x="69" y="13"/>
                      </a:cubicBezTo>
                      <a:lnTo>
                        <a:pt x="46" y="0"/>
                      </a:lnTo>
                      <a:lnTo>
                        <a:pt x="0" y="17"/>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84" name="Google Shape;484;p21"/>
                <p:cNvSpPr/>
                <p:nvPr/>
              </p:nvSpPr>
              <p:spPr>
                <a:xfrm>
                  <a:off x="1562100" y="1514475"/>
                  <a:ext cx="9563100" cy="64008"/>
                </a:xfrm>
                <a:custGeom>
                  <a:rect b="b" l="l" r="r" t="t"/>
                  <a:pathLst>
                    <a:path extrusionOk="0" h="75" w="1003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85" name="Google Shape;485;p21"/>
                <p:cNvSpPr/>
                <p:nvPr/>
              </p:nvSpPr>
              <p:spPr>
                <a:xfrm>
                  <a:off x="7508875" y="1560020"/>
                  <a:ext cx="11112" cy="3693"/>
                </a:xfrm>
                <a:custGeom>
                  <a:rect b="b" l="l" r="r" t="t"/>
                  <a:pathLst>
                    <a:path extrusionOk="0" h="3" w="12">
                      <a:moveTo>
                        <a:pt x="12" y="3"/>
                      </a:moveTo>
                      <a:lnTo>
                        <a:pt x="12" y="3"/>
                      </a:lnTo>
                      <a:cubicBezTo>
                        <a:pt x="8" y="2"/>
                        <a:pt x="7" y="1"/>
                        <a:pt x="6" y="0"/>
                      </a:cubicBezTo>
                      <a:cubicBezTo>
                        <a:pt x="1" y="1"/>
                        <a:pt x="0" y="2"/>
                        <a:pt x="12"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86" name="Google Shape;486;p21"/>
                <p:cNvSpPr/>
                <p:nvPr/>
              </p:nvSpPr>
              <p:spPr>
                <a:xfrm>
                  <a:off x="5434013" y="1567405"/>
                  <a:ext cx="4762" cy="1231"/>
                </a:xfrm>
                <a:custGeom>
                  <a:rect b="b" l="l" r="r" t="t"/>
                  <a:pathLst>
                    <a:path extrusionOk="0" h="1" w="5">
                      <a:moveTo>
                        <a:pt x="5" y="1"/>
                      </a:moveTo>
                      <a:lnTo>
                        <a:pt x="5" y="1"/>
                      </a:lnTo>
                      <a:lnTo>
                        <a:pt x="3" y="0"/>
                      </a:lnTo>
                      <a:cubicBezTo>
                        <a:pt x="1" y="1"/>
                        <a:pt x="1" y="1"/>
                        <a:pt x="0" y="1"/>
                      </a:cubicBezTo>
                      <a:lnTo>
                        <a:pt x="5"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87" name="Google Shape;487;p21"/>
                <p:cNvSpPr/>
                <p:nvPr/>
              </p:nvSpPr>
              <p:spPr>
                <a:xfrm>
                  <a:off x="9672638" y="1567405"/>
                  <a:ext cx="25400" cy="2462"/>
                </a:xfrm>
                <a:custGeom>
                  <a:rect b="b" l="l" r="r" t="t"/>
                  <a:pathLst>
                    <a:path extrusionOk="0" h="3" w="27">
                      <a:moveTo>
                        <a:pt x="27" y="3"/>
                      </a:moveTo>
                      <a:lnTo>
                        <a:pt x="27" y="3"/>
                      </a:lnTo>
                      <a:cubicBezTo>
                        <a:pt x="13" y="2"/>
                        <a:pt x="6" y="1"/>
                        <a:pt x="1" y="0"/>
                      </a:cubicBezTo>
                      <a:cubicBezTo>
                        <a:pt x="0" y="1"/>
                        <a:pt x="6"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88" name="Google Shape;488;p21"/>
                <p:cNvSpPr/>
                <p:nvPr/>
              </p:nvSpPr>
              <p:spPr>
                <a:xfrm>
                  <a:off x="10966450" y="1529246"/>
                  <a:ext cx="39687" cy="2462"/>
                </a:xfrm>
                <a:custGeom>
                  <a:rect b="b" l="l" r="r" t="t"/>
                  <a:pathLst>
                    <a:path extrusionOk="0" h="3" w="42">
                      <a:moveTo>
                        <a:pt x="42" y="0"/>
                      </a:moveTo>
                      <a:lnTo>
                        <a:pt x="42" y="0"/>
                      </a:lnTo>
                      <a:lnTo>
                        <a:pt x="0" y="1"/>
                      </a:lnTo>
                      <a:cubicBezTo>
                        <a:pt x="20" y="1"/>
                        <a:pt x="27" y="2"/>
                        <a:pt x="38" y="3"/>
                      </a:cubicBezTo>
                      <a:cubicBezTo>
                        <a:pt x="37" y="2"/>
                        <a:pt x="29" y="0"/>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89" name="Google Shape;489;p21"/>
                <p:cNvSpPr/>
                <p:nvPr/>
              </p:nvSpPr>
              <p:spPr>
                <a:xfrm>
                  <a:off x="11329988" y="1552634"/>
                  <a:ext cx="44450" cy="2462"/>
                </a:xfrm>
                <a:custGeom>
                  <a:rect b="b" l="l" r="r" t="t"/>
                  <a:pathLst>
                    <a:path extrusionOk="0" h="3" w="46">
                      <a:moveTo>
                        <a:pt x="27" y="3"/>
                      </a:moveTo>
                      <a:lnTo>
                        <a:pt x="27" y="3"/>
                      </a:lnTo>
                      <a:cubicBezTo>
                        <a:pt x="33" y="2"/>
                        <a:pt x="40" y="3"/>
                        <a:pt x="46" y="2"/>
                      </a:cubicBezTo>
                      <a:lnTo>
                        <a:pt x="44" y="0"/>
                      </a:lnTo>
                      <a:cubicBezTo>
                        <a:pt x="18" y="0"/>
                        <a:pt x="0"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90" name="Google Shape;490;p21"/>
                <p:cNvSpPr/>
                <p:nvPr/>
              </p:nvSpPr>
              <p:spPr>
                <a:xfrm>
                  <a:off x="11042650" y="1540325"/>
                  <a:ext cx="60325" cy="6155"/>
                </a:xfrm>
                <a:custGeom>
                  <a:rect b="b" l="l" r="r" t="t"/>
                  <a:pathLst>
                    <a:path extrusionOk="0" h="7" w="63">
                      <a:moveTo>
                        <a:pt x="0" y="3"/>
                      </a:moveTo>
                      <a:lnTo>
                        <a:pt x="0" y="3"/>
                      </a:lnTo>
                      <a:cubicBezTo>
                        <a:pt x="3" y="7"/>
                        <a:pt x="30" y="6"/>
                        <a:pt x="60" y="5"/>
                      </a:cubicBezTo>
                      <a:lnTo>
                        <a:pt x="54" y="5"/>
                      </a:lnTo>
                      <a:cubicBezTo>
                        <a:pt x="63" y="0"/>
                        <a:pt x="31"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91" name="Google Shape;491;p21"/>
                <p:cNvSpPr/>
                <p:nvPr/>
              </p:nvSpPr>
              <p:spPr>
                <a:xfrm>
                  <a:off x="11106150" y="1542787"/>
                  <a:ext cx="28575" cy="1231"/>
                </a:xfrm>
                <a:custGeom>
                  <a:rect b="b" l="l" r="r" t="t"/>
                  <a:pathLst>
                    <a:path extrusionOk="0" h="2" w="31">
                      <a:moveTo>
                        <a:pt x="0" y="2"/>
                      </a:moveTo>
                      <a:lnTo>
                        <a:pt x="0" y="2"/>
                      </a:lnTo>
                      <a:cubicBezTo>
                        <a:pt x="10" y="2"/>
                        <a:pt x="19" y="2"/>
                        <a:pt x="28" y="2"/>
                      </a:cubicBezTo>
                      <a:cubicBezTo>
                        <a:pt x="31" y="0"/>
                        <a:pt x="17" y="2"/>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92" name="Google Shape;492;p21"/>
                <p:cNvSpPr/>
                <p:nvPr/>
              </p:nvSpPr>
              <p:spPr>
                <a:xfrm>
                  <a:off x="10679113" y="1525554"/>
                  <a:ext cx="103187" cy="9847"/>
                </a:xfrm>
                <a:custGeom>
                  <a:rect b="b" l="l" r="r" t="t"/>
                  <a:pathLst>
                    <a:path extrusionOk="0" h="12" w="109">
                      <a:moveTo>
                        <a:pt x="77" y="9"/>
                      </a:moveTo>
                      <a:lnTo>
                        <a:pt x="77" y="9"/>
                      </a:lnTo>
                      <a:cubicBezTo>
                        <a:pt x="91" y="10"/>
                        <a:pt x="86" y="4"/>
                        <a:pt x="94" y="6"/>
                      </a:cubicBezTo>
                      <a:cubicBezTo>
                        <a:pt x="109" y="0"/>
                        <a:pt x="0" y="12"/>
                        <a:pt x="77"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93" name="Google Shape;493;p21"/>
                <p:cNvSpPr/>
                <p:nvPr/>
              </p:nvSpPr>
              <p:spPr>
                <a:xfrm>
                  <a:off x="11039475" y="1550172"/>
                  <a:ext cx="26987" cy="4924"/>
                </a:xfrm>
                <a:custGeom>
                  <a:rect b="b" l="l" r="r" t="t"/>
                  <a:pathLst>
                    <a:path extrusionOk="0" h="5" w="27">
                      <a:moveTo>
                        <a:pt x="27" y="5"/>
                      </a:moveTo>
                      <a:lnTo>
                        <a:pt x="27" y="5"/>
                      </a:lnTo>
                      <a:lnTo>
                        <a:pt x="16" y="0"/>
                      </a:lnTo>
                      <a:lnTo>
                        <a:pt x="0" y="4"/>
                      </a:lnTo>
                      <a:lnTo>
                        <a:pt x="27"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94" name="Google Shape;494;p21"/>
                <p:cNvSpPr/>
                <p:nvPr/>
              </p:nvSpPr>
              <p:spPr>
                <a:xfrm>
                  <a:off x="10841038" y="1548941"/>
                  <a:ext cx="58737" cy="2462"/>
                </a:xfrm>
                <a:custGeom>
                  <a:rect b="b" l="l" r="r" t="t"/>
                  <a:pathLst>
                    <a:path extrusionOk="0" h="3" w="61">
                      <a:moveTo>
                        <a:pt x="1" y="2"/>
                      </a:moveTo>
                      <a:lnTo>
                        <a:pt x="1" y="2"/>
                      </a:lnTo>
                      <a:lnTo>
                        <a:pt x="49" y="3"/>
                      </a:lnTo>
                      <a:cubicBezTo>
                        <a:pt x="48" y="2"/>
                        <a:pt x="54" y="2"/>
                        <a:pt x="61" y="2"/>
                      </a:cubicBezTo>
                      <a:cubicBezTo>
                        <a:pt x="32" y="1"/>
                        <a:pt x="0" y="0"/>
                        <a:pt x="1"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95" name="Google Shape;495;p21"/>
                <p:cNvSpPr/>
                <p:nvPr/>
              </p:nvSpPr>
              <p:spPr>
                <a:xfrm>
                  <a:off x="10899775" y="1550172"/>
                  <a:ext cx="36512" cy="1231"/>
                </a:xfrm>
                <a:custGeom>
                  <a:rect b="b" l="l" r="r" t="t"/>
                  <a:pathLst>
                    <a:path extrusionOk="0" h="1" w="38">
                      <a:moveTo>
                        <a:pt x="0" y="1"/>
                      </a:moveTo>
                      <a:lnTo>
                        <a:pt x="0" y="1"/>
                      </a:lnTo>
                      <a:cubicBezTo>
                        <a:pt x="15" y="1"/>
                        <a:pt x="30" y="1"/>
                        <a:pt x="38" y="0"/>
                      </a:cubicBezTo>
                      <a:cubicBezTo>
                        <a:pt x="30" y="0"/>
                        <a:pt x="12"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96" name="Google Shape;496;p21"/>
                <p:cNvSpPr/>
                <p:nvPr/>
              </p:nvSpPr>
              <p:spPr>
                <a:xfrm>
                  <a:off x="10958513" y="1555096"/>
                  <a:ext cx="46037" cy="0"/>
                </a:xfrm>
                <a:custGeom>
                  <a:rect b="b" l="l" r="r" t="t"/>
                  <a:pathLst>
                    <a:path extrusionOk="0" h="1" w="47">
                      <a:moveTo>
                        <a:pt x="47" y="0"/>
                      </a:moveTo>
                      <a:lnTo>
                        <a:pt x="47" y="0"/>
                      </a:lnTo>
                      <a:lnTo>
                        <a:pt x="33" y="0"/>
                      </a:lnTo>
                      <a:lnTo>
                        <a:pt x="0" y="0"/>
                      </a:lnTo>
                      <a:lnTo>
                        <a:pt x="47"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97" name="Google Shape;497;p21"/>
                <p:cNvSpPr/>
                <p:nvPr/>
              </p:nvSpPr>
              <p:spPr>
                <a:xfrm>
                  <a:off x="10304463" y="1548941"/>
                  <a:ext cx="61912" cy="3693"/>
                </a:xfrm>
                <a:custGeom>
                  <a:rect b="b" l="l" r="r" t="t"/>
                  <a:pathLst>
                    <a:path extrusionOk="0" h="4" w="65">
                      <a:moveTo>
                        <a:pt x="57" y="0"/>
                      </a:moveTo>
                      <a:lnTo>
                        <a:pt x="57" y="0"/>
                      </a:lnTo>
                      <a:lnTo>
                        <a:pt x="5" y="1"/>
                      </a:lnTo>
                      <a:cubicBezTo>
                        <a:pt x="0" y="3"/>
                        <a:pt x="14" y="4"/>
                        <a:pt x="33" y="4"/>
                      </a:cubicBezTo>
                      <a:cubicBezTo>
                        <a:pt x="45" y="2"/>
                        <a:pt x="65" y="2"/>
                        <a:pt x="57"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98" name="Google Shape;498;p21"/>
                <p:cNvSpPr/>
                <p:nvPr/>
              </p:nvSpPr>
              <p:spPr>
                <a:xfrm>
                  <a:off x="10483850" y="1557558"/>
                  <a:ext cx="23812" cy="6155"/>
                </a:xfrm>
                <a:custGeom>
                  <a:rect b="b" l="l" r="r" t="t"/>
                  <a:pathLst>
                    <a:path extrusionOk="0" h="7" w="25">
                      <a:moveTo>
                        <a:pt x="25" y="4"/>
                      </a:moveTo>
                      <a:lnTo>
                        <a:pt x="25" y="4"/>
                      </a:lnTo>
                      <a:cubicBezTo>
                        <a:pt x="11" y="3"/>
                        <a:pt x="10" y="2"/>
                        <a:pt x="2" y="0"/>
                      </a:cubicBezTo>
                      <a:lnTo>
                        <a:pt x="0" y="7"/>
                      </a:lnTo>
                      <a:lnTo>
                        <a:pt x="25"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99" name="Google Shape;499;p21"/>
                <p:cNvSpPr/>
                <p:nvPr/>
              </p:nvSpPr>
              <p:spPr>
                <a:xfrm>
                  <a:off x="10291763" y="1563712"/>
                  <a:ext cx="117475" cy="2462"/>
                </a:xfrm>
                <a:custGeom>
                  <a:rect b="b" l="l" r="r" t="t"/>
                  <a:pathLst>
                    <a:path extrusionOk="0" h="4" w="123">
                      <a:moveTo>
                        <a:pt x="75" y="0"/>
                      </a:moveTo>
                      <a:lnTo>
                        <a:pt x="75" y="0"/>
                      </a:lnTo>
                      <a:cubicBezTo>
                        <a:pt x="70" y="1"/>
                        <a:pt x="0" y="4"/>
                        <a:pt x="66" y="4"/>
                      </a:cubicBezTo>
                      <a:cubicBezTo>
                        <a:pt x="71" y="2"/>
                        <a:pt x="123" y="1"/>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00" name="Google Shape;500;p21"/>
                <p:cNvSpPr/>
                <p:nvPr/>
              </p:nvSpPr>
              <p:spPr>
                <a:xfrm>
                  <a:off x="9621838" y="1546479"/>
                  <a:ext cx="11112" cy="8617"/>
                </a:xfrm>
                <a:custGeom>
                  <a:rect b="b" l="l" r="r" t="t"/>
                  <a:pathLst>
                    <a:path extrusionOk="0" h="10" w="13">
                      <a:moveTo>
                        <a:pt x="0" y="10"/>
                      </a:moveTo>
                      <a:lnTo>
                        <a:pt x="0" y="10"/>
                      </a:lnTo>
                      <a:lnTo>
                        <a:pt x="13" y="10"/>
                      </a:lnTo>
                      <a:lnTo>
                        <a:pt x="12" y="0"/>
                      </a:lnTo>
                      <a:lnTo>
                        <a:pt x="0" y="1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01" name="Google Shape;501;p21"/>
                <p:cNvSpPr/>
                <p:nvPr/>
              </p:nvSpPr>
              <p:spPr>
                <a:xfrm>
                  <a:off x="8951913" y="1568636"/>
                  <a:ext cx="96837" cy="8617"/>
                </a:xfrm>
                <a:custGeom>
                  <a:rect b="b" l="l" r="r" t="t"/>
                  <a:pathLst>
                    <a:path extrusionOk="0" h="10" w="101">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02" name="Google Shape;502;p21"/>
                <p:cNvSpPr/>
                <p:nvPr/>
              </p:nvSpPr>
              <p:spPr>
                <a:xfrm>
                  <a:off x="9005888" y="1566174"/>
                  <a:ext cx="17462" cy="2462"/>
                </a:xfrm>
                <a:custGeom>
                  <a:rect b="b" l="l" r="r" t="t"/>
                  <a:pathLst>
                    <a:path extrusionOk="0" h="2" w="19">
                      <a:moveTo>
                        <a:pt x="0" y="2"/>
                      </a:moveTo>
                      <a:lnTo>
                        <a:pt x="0" y="2"/>
                      </a:lnTo>
                      <a:lnTo>
                        <a:pt x="19" y="0"/>
                      </a:lnTo>
                      <a:cubicBezTo>
                        <a:pt x="8" y="1"/>
                        <a:pt x="3" y="1"/>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03" name="Google Shape;503;p21"/>
                <p:cNvSpPr/>
                <p:nvPr/>
              </p:nvSpPr>
              <p:spPr>
                <a:xfrm>
                  <a:off x="1587500" y="1516937"/>
                  <a:ext cx="38100" cy="3693"/>
                </a:xfrm>
                <a:custGeom>
                  <a:rect b="b" l="l" r="r" t="t"/>
                  <a:pathLst>
                    <a:path extrusionOk="0" h="4" w="39">
                      <a:moveTo>
                        <a:pt x="39" y="2"/>
                      </a:moveTo>
                      <a:lnTo>
                        <a:pt x="39" y="2"/>
                      </a:lnTo>
                      <a:lnTo>
                        <a:pt x="0" y="0"/>
                      </a:lnTo>
                      <a:lnTo>
                        <a:pt x="25" y="4"/>
                      </a:lnTo>
                      <a:lnTo>
                        <a:pt x="39"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04" name="Google Shape;504;p21"/>
                <p:cNvSpPr/>
                <p:nvPr/>
              </p:nvSpPr>
              <p:spPr>
                <a:xfrm>
                  <a:off x="1522413" y="1519399"/>
                  <a:ext cx="30162" cy="4924"/>
                </a:xfrm>
                <a:custGeom>
                  <a:rect b="b" l="l" r="r" t="t"/>
                  <a:pathLst>
                    <a:path extrusionOk="0" h="6" w="32">
                      <a:moveTo>
                        <a:pt x="32" y="6"/>
                      </a:moveTo>
                      <a:lnTo>
                        <a:pt x="32" y="6"/>
                      </a:lnTo>
                      <a:lnTo>
                        <a:pt x="23" y="0"/>
                      </a:lnTo>
                      <a:lnTo>
                        <a:pt x="0" y="5"/>
                      </a:lnTo>
                      <a:cubicBezTo>
                        <a:pt x="8" y="5"/>
                        <a:pt x="26" y="5"/>
                        <a:pt x="32"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05" name="Google Shape;505;p21"/>
                <p:cNvSpPr/>
                <p:nvPr/>
              </p:nvSpPr>
              <p:spPr>
                <a:xfrm>
                  <a:off x="6650038" y="1573559"/>
                  <a:ext cx="33337" cy="3693"/>
                </a:xfrm>
                <a:custGeom>
                  <a:rect b="b" l="l" r="r" t="t"/>
                  <a:pathLst>
                    <a:path extrusionOk="0" h="4" w="34">
                      <a:moveTo>
                        <a:pt x="31" y="4"/>
                      </a:moveTo>
                      <a:lnTo>
                        <a:pt x="31" y="4"/>
                      </a:lnTo>
                      <a:lnTo>
                        <a:pt x="34" y="2"/>
                      </a:lnTo>
                      <a:cubicBezTo>
                        <a:pt x="28" y="1"/>
                        <a:pt x="18" y="1"/>
                        <a:pt x="0" y="0"/>
                      </a:cubicBezTo>
                      <a:lnTo>
                        <a:pt x="3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06" name="Google Shape;506;p21"/>
                <p:cNvSpPr/>
                <p:nvPr/>
              </p:nvSpPr>
              <p:spPr>
                <a:xfrm>
                  <a:off x="6162675" y="1566174"/>
                  <a:ext cx="15875" cy="4924"/>
                </a:xfrm>
                <a:custGeom>
                  <a:rect b="b" l="l" r="r" t="t"/>
                  <a:pathLst>
                    <a:path extrusionOk="0" h="6" w="17">
                      <a:moveTo>
                        <a:pt x="8" y="6"/>
                      </a:moveTo>
                      <a:lnTo>
                        <a:pt x="8" y="6"/>
                      </a:lnTo>
                      <a:lnTo>
                        <a:pt x="17" y="6"/>
                      </a:lnTo>
                      <a:lnTo>
                        <a:pt x="0" y="0"/>
                      </a:lnTo>
                      <a:lnTo>
                        <a:pt x="8"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07" name="Google Shape;507;p21"/>
                <p:cNvSpPr/>
                <p:nvPr/>
              </p:nvSpPr>
              <p:spPr>
                <a:xfrm>
                  <a:off x="5738813" y="1571097"/>
                  <a:ext cx="60325" cy="6155"/>
                </a:xfrm>
                <a:custGeom>
                  <a:rect b="b" l="l" r="r" t="t"/>
                  <a:pathLst>
                    <a:path extrusionOk="0" h="8" w="63">
                      <a:moveTo>
                        <a:pt x="5" y="7"/>
                      </a:moveTo>
                      <a:lnTo>
                        <a:pt x="5" y="7"/>
                      </a:lnTo>
                      <a:cubicBezTo>
                        <a:pt x="23" y="8"/>
                        <a:pt x="45" y="6"/>
                        <a:pt x="63" y="7"/>
                      </a:cubicBezTo>
                      <a:cubicBezTo>
                        <a:pt x="23" y="8"/>
                        <a:pt x="0" y="0"/>
                        <a:pt x="5" y="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grpSp>
        </p:grpSp>
        <p:grpSp>
          <p:nvGrpSpPr>
            <p:cNvPr id="508" name="Google Shape;508;p21"/>
            <p:cNvGrpSpPr/>
            <p:nvPr/>
          </p:nvGrpSpPr>
          <p:grpSpPr>
            <a:xfrm rot="10800000">
              <a:off x="4417839" y="2091906"/>
              <a:ext cx="5294376" cy="4114800"/>
              <a:chOff x="3310555" y="716546"/>
              <a:chExt cx="5294376" cy="4114800"/>
            </a:xfrm>
          </p:grpSpPr>
          <p:grpSp>
            <p:nvGrpSpPr>
              <p:cNvPr id="509" name="Google Shape;509;p21"/>
              <p:cNvGrpSpPr/>
              <p:nvPr/>
            </p:nvGrpSpPr>
            <p:grpSpPr>
              <a:xfrm flipH="1">
                <a:off x="3310555" y="737968"/>
                <a:ext cx="5294376" cy="54864"/>
                <a:chOff x="1522413" y="1514475"/>
                <a:chExt cx="10569575" cy="64008"/>
              </a:xfrm>
            </p:grpSpPr>
            <p:sp>
              <p:nvSpPr>
                <p:cNvPr id="510" name="Google Shape;510;p21"/>
                <p:cNvSpPr/>
                <p:nvPr/>
              </p:nvSpPr>
              <p:spPr>
                <a:xfrm>
                  <a:off x="12028488" y="1525554"/>
                  <a:ext cx="63500" cy="4924"/>
                </a:xfrm>
                <a:custGeom>
                  <a:rect b="b" l="l" r="r" t="t"/>
                  <a:pathLst>
                    <a:path extrusionOk="0" h="6" w="67">
                      <a:moveTo>
                        <a:pt x="30" y="6"/>
                      </a:moveTo>
                      <a:lnTo>
                        <a:pt x="30" y="6"/>
                      </a:lnTo>
                      <a:lnTo>
                        <a:pt x="67" y="3"/>
                      </a:lnTo>
                      <a:cubicBezTo>
                        <a:pt x="60" y="2"/>
                        <a:pt x="26" y="1"/>
                        <a:pt x="39" y="0"/>
                      </a:cubicBezTo>
                      <a:cubicBezTo>
                        <a:pt x="0" y="1"/>
                        <a:pt x="8" y="3"/>
                        <a:pt x="30"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11" name="Google Shape;511;p21"/>
                <p:cNvSpPr/>
                <p:nvPr/>
              </p:nvSpPr>
              <p:spPr>
                <a:xfrm>
                  <a:off x="12022138" y="1532939"/>
                  <a:ext cx="19050" cy="1231"/>
                </a:xfrm>
                <a:custGeom>
                  <a:rect b="b" l="l" r="r" t="t"/>
                  <a:pathLst>
                    <a:path extrusionOk="0" h="2" w="20">
                      <a:moveTo>
                        <a:pt x="0" y="2"/>
                      </a:moveTo>
                      <a:lnTo>
                        <a:pt x="0" y="2"/>
                      </a:lnTo>
                      <a:lnTo>
                        <a:pt x="20" y="1"/>
                      </a:lnTo>
                      <a:cubicBezTo>
                        <a:pt x="16" y="0"/>
                        <a:pt x="11" y="0"/>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12" name="Google Shape;512;p21"/>
                <p:cNvSpPr/>
                <p:nvPr/>
              </p:nvSpPr>
              <p:spPr>
                <a:xfrm>
                  <a:off x="12041188" y="1531708"/>
                  <a:ext cx="39687" cy="6155"/>
                </a:xfrm>
                <a:custGeom>
                  <a:rect b="b" l="l" r="r" t="t"/>
                  <a:pathLst>
                    <a:path extrusionOk="0" h="6" w="41">
                      <a:moveTo>
                        <a:pt x="41" y="0"/>
                      </a:moveTo>
                      <a:lnTo>
                        <a:pt x="41" y="0"/>
                      </a:lnTo>
                      <a:lnTo>
                        <a:pt x="0" y="2"/>
                      </a:lnTo>
                      <a:cubicBezTo>
                        <a:pt x="5" y="3"/>
                        <a:pt x="6" y="6"/>
                        <a:pt x="19" y="1"/>
                      </a:cubicBezTo>
                      <a:cubicBezTo>
                        <a:pt x="15" y="3"/>
                        <a:pt x="23" y="1"/>
                        <a:pt x="4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13" name="Google Shape;513;p21"/>
                <p:cNvSpPr/>
                <p:nvPr/>
              </p:nvSpPr>
              <p:spPr>
                <a:xfrm>
                  <a:off x="11831638" y="1526784"/>
                  <a:ext cx="42862" cy="4924"/>
                </a:xfrm>
                <a:custGeom>
                  <a:rect b="b" l="l" r="r" t="t"/>
                  <a:pathLst>
                    <a:path extrusionOk="0" h="6" w="45">
                      <a:moveTo>
                        <a:pt x="2" y="0"/>
                      </a:moveTo>
                      <a:lnTo>
                        <a:pt x="2" y="0"/>
                      </a:lnTo>
                      <a:cubicBezTo>
                        <a:pt x="0" y="1"/>
                        <a:pt x="15" y="4"/>
                        <a:pt x="18" y="6"/>
                      </a:cubicBezTo>
                      <a:lnTo>
                        <a:pt x="45" y="4"/>
                      </a:lnTo>
                      <a:cubicBezTo>
                        <a:pt x="31" y="3"/>
                        <a:pt x="4" y="2"/>
                        <a:pt x="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14" name="Google Shape;514;p21"/>
                <p:cNvSpPr/>
                <p:nvPr/>
              </p:nvSpPr>
              <p:spPr>
                <a:xfrm>
                  <a:off x="11809413" y="1531708"/>
                  <a:ext cx="41275" cy="2462"/>
                </a:xfrm>
                <a:custGeom>
                  <a:rect b="b" l="l" r="r" t="t"/>
                  <a:pathLst>
                    <a:path extrusionOk="0" h="3" w="44">
                      <a:moveTo>
                        <a:pt x="42" y="0"/>
                      </a:moveTo>
                      <a:lnTo>
                        <a:pt x="42" y="0"/>
                      </a:lnTo>
                      <a:lnTo>
                        <a:pt x="0" y="3"/>
                      </a:lnTo>
                      <a:cubicBezTo>
                        <a:pt x="37" y="3"/>
                        <a:pt x="44" y="2"/>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15" name="Google Shape;515;p21"/>
                <p:cNvSpPr/>
                <p:nvPr/>
              </p:nvSpPr>
              <p:spPr>
                <a:xfrm>
                  <a:off x="12003088" y="1537863"/>
                  <a:ext cx="77787" cy="3693"/>
                </a:xfrm>
                <a:custGeom>
                  <a:rect b="b" l="l" r="r" t="t"/>
                  <a:pathLst>
                    <a:path extrusionOk="0" h="5" w="82">
                      <a:moveTo>
                        <a:pt x="14" y="5"/>
                      </a:moveTo>
                      <a:lnTo>
                        <a:pt x="14" y="5"/>
                      </a:lnTo>
                      <a:lnTo>
                        <a:pt x="82" y="0"/>
                      </a:lnTo>
                      <a:lnTo>
                        <a:pt x="0" y="5"/>
                      </a:lnTo>
                      <a:lnTo>
                        <a:pt x="14"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16" name="Google Shape;516;p21"/>
                <p:cNvSpPr/>
                <p:nvPr/>
              </p:nvSpPr>
              <p:spPr>
                <a:xfrm>
                  <a:off x="11664950" y="1523092"/>
                  <a:ext cx="39687" cy="4924"/>
                </a:xfrm>
                <a:custGeom>
                  <a:rect b="b" l="l" r="r" t="t"/>
                  <a:pathLst>
                    <a:path extrusionOk="0" h="5" w="42">
                      <a:moveTo>
                        <a:pt x="19" y="4"/>
                      </a:moveTo>
                      <a:lnTo>
                        <a:pt x="19" y="4"/>
                      </a:lnTo>
                      <a:lnTo>
                        <a:pt x="42" y="0"/>
                      </a:lnTo>
                      <a:lnTo>
                        <a:pt x="0" y="5"/>
                      </a:lnTo>
                      <a:lnTo>
                        <a:pt x="19"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17" name="Google Shape;517;p21"/>
                <p:cNvSpPr/>
                <p:nvPr/>
              </p:nvSpPr>
              <p:spPr>
                <a:xfrm>
                  <a:off x="11506200" y="1521861"/>
                  <a:ext cx="92075" cy="4924"/>
                </a:xfrm>
                <a:custGeom>
                  <a:rect b="b" l="l" r="r" t="t"/>
                  <a:pathLst>
                    <a:path extrusionOk="0" h="6" w="98">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18" name="Google Shape;518;p21"/>
                <p:cNvSpPr/>
                <p:nvPr/>
              </p:nvSpPr>
              <p:spPr>
                <a:xfrm>
                  <a:off x="11471275" y="1525554"/>
                  <a:ext cx="34925" cy="3693"/>
                </a:xfrm>
                <a:custGeom>
                  <a:rect b="b" l="l" r="r" t="t"/>
                  <a:pathLst>
                    <a:path extrusionOk="0" h="3" w="36">
                      <a:moveTo>
                        <a:pt x="0" y="3"/>
                      </a:moveTo>
                      <a:lnTo>
                        <a:pt x="0" y="3"/>
                      </a:lnTo>
                      <a:cubicBezTo>
                        <a:pt x="11" y="2"/>
                        <a:pt x="23" y="1"/>
                        <a:pt x="36" y="0"/>
                      </a:cubicBezTo>
                      <a:cubicBezTo>
                        <a:pt x="24" y="0"/>
                        <a:pt x="12"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19" name="Google Shape;519;p21"/>
                <p:cNvSpPr/>
                <p:nvPr/>
              </p:nvSpPr>
              <p:spPr>
                <a:xfrm>
                  <a:off x="11710988" y="1529246"/>
                  <a:ext cx="30162" cy="4924"/>
                </a:xfrm>
                <a:custGeom>
                  <a:rect b="b" l="l" r="r" t="t"/>
                  <a:pathLst>
                    <a:path extrusionOk="0" h="5" w="32">
                      <a:moveTo>
                        <a:pt x="32" y="5"/>
                      </a:moveTo>
                      <a:lnTo>
                        <a:pt x="32" y="5"/>
                      </a:lnTo>
                      <a:cubicBezTo>
                        <a:pt x="29" y="4"/>
                        <a:pt x="23" y="1"/>
                        <a:pt x="0" y="0"/>
                      </a:cubicBezTo>
                      <a:lnTo>
                        <a:pt x="16" y="5"/>
                      </a:lnTo>
                      <a:lnTo>
                        <a:pt x="32"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20" name="Google Shape;520;p21"/>
                <p:cNvSpPr/>
                <p:nvPr/>
              </p:nvSpPr>
              <p:spPr>
                <a:xfrm>
                  <a:off x="11691938" y="1532939"/>
                  <a:ext cx="34925" cy="1231"/>
                </a:xfrm>
                <a:custGeom>
                  <a:rect b="b" l="l" r="r" t="t"/>
                  <a:pathLst>
                    <a:path extrusionOk="0" h="1" w="36">
                      <a:moveTo>
                        <a:pt x="36" y="1"/>
                      </a:moveTo>
                      <a:lnTo>
                        <a:pt x="36" y="1"/>
                      </a:lnTo>
                      <a:lnTo>
                        <a:pt x="35" y="1"/>
                      </a:lnTo>
                      <a:lnTo>
                        <a:pt x="0" y="0"/>
                      </a:lnTo>
                      <a:lnTo>
                        <a:pt x="36"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21" name="Google Shape;521;p21"/>
                <p:cNvSpPr/>
                <p:nvPr/>
              </p:nvSpPr>
              <p:spPr>
                <a:xfrm>
                  <a:off x="11741150" y="1534170"/>
                  <a:ext cx="4762" cy="0"/>
                </a:xfrm>
                <a:custGeom>
                  <a:rect b="b" l="l" r="r" t="t"/>
                  <a:pathLst>
                    <a:path extrusionOk="0" h="120000" w="5">
                      <a:moveTo>
                        <a:pt x="5" y="0"/>
                      </a:moveTo>
                      <a:lnTo>
                        <a:pt x="5" y="0"/>
                      </a:lnTo>
                      <a:lnTo>
                        <a:pt x="0" y="0"/>
                      </a:lnTo>
                      <a:cubicBezTo>
                        <a:pt x="2" y="0"/>
                        <a:pt x="3" y="0"/>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22" name="Google Shape;522;p21"/>
                <p:cNvSpPr/>
                <p:nvPr/>
              </p:nvSpPr>
              <p:spPr>
                <a:xfrm>
                  <a:off x="11841163" y="1537863"/>
                  <a:ext cx="71437" cy="8617"/>
                </a:xfrm>
                <a:custGeom>
                  <a:rect b="b" l="l" r="r" t="t"/>
                  <a:pathLst>
                    <a:path extrusionOk="0" h="9" w="75">
                      <a:moveTo>
                        <a:pt x="75" y="0"/>
                      </a:moveTo>
                      <a:lnTo>
                        <a:pt x="75" y="0"/>
                      </a:lnTo>
                      <a:cubicBezTo>
                        <a:pt x="51" y="3"/>
                        <a:pt x="0" y="5"/>
                        <a:pt x="49" y="9"/>
                      </a:cubicBezTo>
                      <a:cubicBezTo>
                        <a:pt x="66" y="6"/>
                        <a:pt x="38" y="4"/>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23" name="Google Shape;523;p21"/>
                <p:cNvSpPr/>
                <p:nvPr/>
              </p:nvSpPr>
              <p:spPr>
                <a:xfrm>
                  <a:off x="11764963" y="1535401"/>
                  <a:ext cx="44450" cy="3693"/>
                </a:xfrm>
                <a:custGeom>
                  <a:rect b="b" l="l" r="r" t="t"/>
                  <a:pathLst>
                    <a:path extrusionOk="0" h="4" w="47">
                      <a:moveTo>
                        <a:pt x="0" y="3"/>
                      </a:moveTo>
                      <a:lnTo>
                        <a:pt x="0" y="3"/>
                      </a:lnTo>
                      <a:lnTo>
                        <a:pt x="44" y="4"/>
                      </a:lnTo>
                      <a:cubicBezTo>
                        <a:pt x="43" y="3"/>
                        <a:pt x="35" y="1"/>
                        <a:pt x="47" y="0"/>
                      </a:cubicBez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24" name="Google Shape;524;p21"/>
                <p:cNvSpPr/>
                <p:nvPr/>
              </p:nvSpPr>
              <p:spPr>
                <a:xfrm>
                  <a:off x="11744325" y="1537863"/>
                  <a:ext cx="20637" cy="2462"/>
                </a:xfrm>
                <a:custGeom>
                  <a:rect b="b" l="l" r="r" t="t"/>
                  <a:pathLst>
                    <a:path extrusionOk="0" h="2" w="22">
                      <a:moveTo>
                        <a:pt x="0" y="2"/>
                      </a:moveTo>
                      <a:lnTo>
                        <a:pt x="0" y="2"/>
                      </a:lnTo>
                      <a:lnTo>
                        <a:pt x="22" y="0"/>
                      </a:lnTo>
                      <a:lnTo>
                        <a:pt x="5" y="0"/>
                      </a:lnTo>
                      <a:lnTo>
                        <a:pt x="0"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25" name="Google Shape;525;p21"/>
                <p:cNvSpPr/>
                <p:nvPr/>
              </p:nvSpPr>
              <p:spPr>
                <a:xfrm>
                  <a:off x="11482388" y="1531708"/>
                  <a:ext cx="85725" cy="3693"/>
                </a:xfrm>
                <a:custGeom>
                  <a:rect b="b" l="l" r="r" t="t"/>
                  <a:pathLst>
                    <a:path extrusionOk="0" h="4" w="90">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26" name="Google Shape;526;p21"/>
                <p:cNvSpPr/>
                <p:nvPr/>
              </p:nvSpPr>
              <p:spPr>
                <a:xfrm>
                  <a:off x="11626850" y="1532939"/>
                  <a:ext cx="4762" cy="1231"/>
                </a:xfrm>
                <a:custGeom>
                  <a:rect b="b" l="l" r="r" t="t"/>
                  <a:pathLst>
                    <a:path extrusionOk="0" h="1" w="5">
                      <a:moveTo>
                        <a:pt x="5" y="0"/>
                      </a:moveTo>
                      <a:lnTo>
                        <a:pt x="5" y="0"/>
                      </a:lnTo>
                      <a:lnTo>
                        <a:pt x="0" y="1"/>
                      </a:lnTo>
                      <a:cubicBezTo>
                        <a:pt x="3" y="1"/>
                        <a:pt x="5" y="1"/>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27" name="Google Shape;527;p21"/>
                <p:cNvSpPr/>
                <p:nvPr/>
              </p:nvSpPr>
              <p:spPr>
                <a:xfrm>
                  <a:off x="11261725" y="1534170"/>
                  <a:ext cx="4762" cy="0"/>
                </a:xfrm>
                <a:custGeom>
                  <a:rect b="b" l="l" r="r" t="t"/>
                  <a:pathLst>
                    <a:path extrusionOk="0" h="1" w="5">
                      <a:moveTo>
                        <a:pt x="0" y="0"/>
                      </a:moveTo>
                      <a:lnTo>
                        <a:pt x="0" y="0"/>
                      </a:lnTo>
                      <a:lnTo>
                        <a:pt x="4" y="0"/>
                      </a:lnTo>
                      <a:cubicBezTo>
                        <a:pt x="4" y="0"/>
                        <a:pt x="4" y="0"/>
                        <a:pt x="5"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28" name="Google Shape;528;p21"/>
                <p:cNvSpPr/>
                <p:nvPr/>
              </p:nvSpPr>
              <p:spPr>
                <a:xfrm>
                  <a:off x="11553825" y="1534170"/>
                  <a:ext cx="44450" cy="2462"/>
                </a:xfrm>
                <a:custGeom>
                  <a:rect b="b" l="l" r="r" t="t"/>
                  <a:pathLst>
                    <a:path extrusionOk="0" h="2" w="47">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29" name="Google Shape;529;p21"/>
                <p:cNvSpPr/>
                <p:nvPr/>
              </p:nvSpPr>
              <p:spPr>
                <a:xfrm>
                  <a:off x="11409363" y="1529246"/>
                  <a:ext cx="31750" cy="2462"/>
                </a:xfrm>
                <a:custGeom>
                  <a:rect b="b" l="l" r="r" t="t"/>
                  <a:pathLst>
                    <a:path extrusionOk="0" h="3" w="33">
                      <a:moveTo>
                        <a:pt x="0" y="1"/>
                      </a:moveTo>
                      <a:lnTo>
                        <a:pt x="0" y="1"/>
                      </a:lnTo>
                      <a:cubicBezTo>
                        <a:pt x="10" y="2"/>
                        <a:pt x="21" y="3"/>
                        <a:pt x="33" y="3"/>
                      </a:cubicBezTo>
                      <a:cubicBezTo>
                        <a:pt x="23" y="2"/>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30" name="Google Shape;530;p21"/>
                <p:cNvSpPr/>
                <p:nvPr/>
              </p:nvSpPr>
              <p:spPr>
                <a:xfrm>
                  <a:off x="11618913" y="1531708"/>
                  <a:ext cx="6350" cy="0"/>
                </a:xfrm>
                <a:custGeom>
                  <a:rect b="b" l="l" r="r" t="t"/>
                  <a:pathLst>
                    <a:path extrusionOk="0" h="1" w="6">
                      <a:moveTo>
                        <a:pt x="3" y="0"/>
                      </a:moveTo>
                      <a:lnTo>
                        <a:pt x="3" y="0"/>
                      </a:lnTo>
                      <a:lnTo>
                        <a:pt x="6" y="0"/>
                      </a:lnTo>
                      <a:cubicBezTo>
                        <a:pt x="0" y="0"/>
                        <a:pt x="0" y="0"/>
                        <a:pt x="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31" name="Google Shape;531;p21"/>
                <p:cNvSpPr/>
                <p:nvPr/>
              </p:nvSpPr>
              <p:spPr>
                <a:xfrm>
                  <a:off x="11598275" y="1531708"/>
                  <a:ext cx="28575" cy="2462"/>
                </a:xfrm>
                <a:custGeom>
                  <a:rect b="b" l="l" r="r" t="t"/>
                  <a:pathLst>
                    <a:path extrusionOk="0" h="3" w="31">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32" name="Google Shape;532;p21"/>
                <p:cNvSpPr/>
                <p:nvPr/>
              </p:nvSpPr>
              <p:spPr>
                <a:xfrm>
                  <a:off x="11137900" y="1534170"/>
                  <a:ext cx="188912" cy="23388"/>
                </a:xfrm>
                <a:custGeom>
                  <a:rect b="b" l="l" r="r" t="t"/>
                  <a:pathLst>
                    <a:path extrusionOk="0" h="27" w="198">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33" name="Google Shape;533;p21"/>
                <p:cNvSpPr/>
                <p:nvPr/>
              </p:nvSpPr>
              <p:spPr>
                <a:xfrm>
                  <a:off x="11266488" y="1529246"/>
                  <a:ext cx="95250" cy="4924"/>
                </a:xfrm>
                <a:custGeom>
                  <a:rect b="b" l="l" r="r" t="t"/>
                  <a:pathLst>
                    <a:path extrusionOk="0" h="6" w="10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34" name="Google Shape;534;p21"/>
                <p:cNvSpPr/>
                <p:nvPr/>
              </p:nvSpPr>
              <p:spPr>
                <a:xfrm>
                  <a:off x="11361738" y="1531708"/>
                  <a:ext cx="134937" cy="12309"/>
                </a:xfrm>
                <a:custGeom>
                  <a:rect b="b" l="l" r="r" t="t"/>
                  <a:pathLst>
                    <a:path extrusionOk="0" h="14" w="142">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35" name="Google Shape;535;p21"/>
                <p:cNvSpPr/>
                <p:nvPr/>
              </p:nvSpPr>
              <p:spPr>
                <a:xfrm>
                  <a:off x="11834813" y="1552634"/>
                  <a:ext cx="9525" cy="1231"/>
                </a:xfrm>
                <a:custGeom>
                  <a:rect b="b" l="l" r="r" t="t"/>
                  <a:pathLst>
                    <a:path extrusionOk="0" h="1" w="11">
                      <a:moveTo>
                        <a:pt x="11" y="1"/>
                      </a:moveTo>
                      <a:lnTo>
                        <a:pt x="11" y="1"/>
                      </a:lnTo>
                      <a:cubicBezTo>
                        <a:pt x="8" y="1"/>
                        <a:pt x="8" y="1"/>
                        <a:pt x="8" y="0"/>
                      </a:cubicBezTo>
                      <a:cubicBezTo>
                        <a:pt x="2" y="1"/>
                        <a:pt x="0" y="1"/>
                        <a:pt x="11"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36" name="Google Shape;536;p21"/>
                <p:cNvSpPr/>
                <p:nvPr/>
              </p:nvSpPr>
              <p:spPr>
                <a:xfrm>
                  <a:off x="11764963" y="1542787"/>
                  <a:ext cx="117475" cy="9847"/>
                </a:xfrm>
                <a:custGeom>
                  <a:rect b="b" l="l" r="r" t="t"/>
                  <a:pathLst>
                    <a:path extrusionOk="0" h="12" w="12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37" name="Google Shape;537;p21"/>
                <p:cNvSpPr/>
                <p:nvPr/>
              </p:nvSpPr>
              <p:spPr>
                <a:xfrm>
                  <a:off x="11555413" y="1544017"/>
                  <a:ext cx="69850" cy="4924"/>
                </a:xfrm>
                <a:custGeom>
                  <a:rect b="b" l="l" r="r" t="t"/>
                  <a:pathLst>
                    <a:path extrusionOk="0" h="6" w="74">
                      <a:moveTo>
                        <a:pt x="70" y="0"/>
                      </a:moveTo>
                      <a:lnTo>
                        <a:pt x="70" y="0"/>
                      </a:lnTo>
                      <a:lnTo>
                        <a:pt x="0" y="2"/>
                      </a:lnTo>
                      <a:lnTo>
                        <a:pt x="36" y="6"/>
                      </a:lnTo>
                      <a:lnTo>
                        <a:pt x="34" y="4"/>
                      </a:lnTo>
                      <a:cubicBezTo>
                        <a:pt x="74" y="4"/>
                        <a:pt x="65" y="2"/>
                        <a:pt x="7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38" name="Google Shape;538;p21"/>
                <p:cNvSpPr/>
                <p:nvPr/>
              </p:nvSpPr>
              <p:spPr>
                <a:xfrm>
                  <a:off x="11223625" y="1528016"/>
                  <a:ext cx="38100" cy="6155"/>
                </a:xfrm>
                <a:custGeom>
                  <a:rect b="b" l="l" r="r" t="t"/>
                  <a:pathLst>
                    <a:path extrusionOk="0" h="7" w="40">
                      <a:moveTo>
                        <a:pt x="31" y="5"/>
                      </a:moveTo>
                      <a:lnTo>
                        <a:pt x="31" y="5"/>
                      </a:lnTo>
                      <a:lnTo>
                        <a:pt x="40" y="0"/>
                      </a:lnTo>
                      <a:lnTo>
                        <a:pt x="0" y="7"/>
                      </a:lnTo>
                      <a:lnTo>
                        <a:pt x="31"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39" name="Google Shape;539;p21"/>
                <p:cNvSpPr/>
                <p:nvPr/>
              </p:nvSpPr>
              <p:spPr>
                <a:xfrm>
                  <a:off x="11145838" y="1529246"/>
                  <a:ext cx="22225" cy="2462"/>
                </a:xfrm>
                <a:custGeom>
                  <a:rect b="b" l="l" r="r" t="t"/>
                  <a:pathLst>
                    <a:path extrusionOk="0" h="4" w="24">
                      <a:moveTo>
                        <a:pt x="21" y="4"/>
                      </a:moveTo>
                      <a:lnTo>
                        <a:pt x="21" y="4"/>
                      </a:lnTo>
                      <a:lnTo>
                        <a:pt x="24" y="0"/>
                      </a:lnTo>
                      <a:lnTo>
                        <a:pt x="0" y="3"/>
                      </a:lnTo>
                      <a:lnTo>
                        <a:pt x="2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40" name="Google Shape;540;p21"/>
                <p:cNvSpPr/>
                <p:nvPr/>
              </p:nvSpPr>
              <p:spPr>
                <a:xfrm>
                  <a:off x="6197600" y="1566174"/>
                  <a:ext cx="20637" cy="1231"/>
                </a:xfrm>
                <a:custGeom>
                  <a:rect b="b" l="l" r="r" t="t"/>
                  <a:pathLst>
                    <a:path extrusionOk="0" h="1" w="21">
                      <a:moveTo>
                        <a:pt x="21" y="0"/>
                      </a:moveTo>
                      <a:lnTo>
                        <a:pt x="21" y="0"/>
                      </a:lnTo>
                      <a:lnTo>
                        <a:pt x="0" y="1"/>
                      </a:lnTo>
                      <a:cubicBezTo>
                        <a:pt x="10" y="0"/>
                        <a:pt x="16" y="0"/>
                        <a:pt x="2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41" name="Google Shape;541;p21"/>
                <p:cNvSpPr/>
                <p:nvPr/>
              </p:nvSpPr>
              <p:spPr>
                <a:xfrm>
                  <a:off x="6356350" y="1564943"/>
                  <a:ext cx="9525" cy="1231"/>
                </a:xfrm>
                <a:custGeom>
                  <a:rect b="b" l="l" r="r" t="t"/>
                  <a:pathLst>
                    <a:path extrusionOk="0" h="2" w="10">
                      <a:moveTo>
                        <a:pt x="6" y="2"/>
                      </a:moveTo>
                      <a:lnTo>
                        <a:pt x="6" y="2"/>
                      </a:lnTo>
                      <a:lnTo>
                        <a:pt x="10" y="0"/>
                      </a:lnTo>
                      <a:cubicBezTo>
                        <a:pt x="3"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42" name="Google Shape;542;p21"/>
                <p:cNvSpPr/>
                <p:nvPr/>
              </p:nvSpPr>
              <p:spPr>
                <a:xfrm>
                  <a:off x="8950325" y="1521861"/>
                  <a:ext cx="61912" cy="7386"/>
                </a:xfrm>
                <a:custGeom>
                  <a:rect b="b" l="l" r="r" t="t"/>
                  <a:pathLst>
                    <a:path extrusionOk="0" h="9" w="65">
                      <a:moveTo>
                        <a:pt x="65" y="9"/>
                      </a:moveTo>
                      <a:lnTo>
                        <a:pt x="65" y="9"/>
                      </a:lnTo>
                      <a:cubicBezTo>
                        <a:pt x="34" y="5"/>
                        <a:pt x="0" y="0"/>
                        <a:pt x="4" y="4"/>
                      </a:cubicBezTo>
                      <a:lnTo>
                        <a:pt x="13" y="8"/>
                      </a:lnTo>
                      <a:cubicBezTo>
                        <a:pt x="35" y="7"/>
                        <a:pt x="51" y="8"/>
                        <a:pt x="65"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43" name="Google Shape;543;p21"/>
                <p:cNvSpPr/>
                <p:nvPr/>
              </p:nvSpPr>
              <p:spPr>
                <a:xfrm>
                  <a:off x="7537450" y="1546479"/>
                  <a:ext cx="28575" cy="3693"/>
                </a:xfrm>
                <a:custGeom>
                  <a:rect b="b" l="l" r="r" t="t"/>
                  <a:pathLst>
                    <a:path extrusionOk="0" h="4" w="29">
                      <a:moveTo>
                        <a:pt x="0" y="3"/>
                      </a:moveTo>
                      <a:lnTo>
                        <a:pt x="0" y="3"/>
                      </a:lnTo>
                      <a:lnTo>
                        <a:pt x="9" y="4"/>
                      </a:lnTo>
                      <a:lnTo>
                        <a:pt x="29" y="0"/>
                      </a:ln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44" name="Google Shape;544;p21"/>
                <p:cNvSpPr/>
                <p:nvPr/>
              </p:nvSpPr>
              <p:spPr>
                <a:xfrm>
                  <a:off x="7478713" y="1562481"/>
                  <a:ext cx="38100" cy="2462"/>
                </a:xfrm>
                <a:custGeom>
                  <a:rect b="b" l="l" r="r" t="t"/>
                  <a:pathLst>
                    <a:path extrusionOk="0" h="3" w="40">
                      <a:moveTo>
                        <a:pt x="40" y="3"/>
                      </a:moveTo>
                      <a:lnTo>
                        <a:pt x="40" y="3"/>
                      </a:lnTo>
                      <a:lnTo>
                        <a:pt x="0" y="0"/>
                      </a:lnTo>
                      <a:cubicBezTo>
                        <a:pt x="9" y="1"/>
                        <a:pt x="22" y="2"/>
                        <a:pt x="4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45" name="Google Shape;545;p21"/>
                <p:cNvSpPr/>
                <p:nvPr/>
              </p:nvSpPr>
              <p:spPr>
                <a:xfrm>
                  <a:off x="5410200" y="1568636"/>
                  <a:ext cx="36512" cy="3693"/>
                </a:xfrm>
                <a:custGeom>
                  <a:rect b="b" l="l" r="r" t="t"/>
                  <a:pathLst>
                    <a:path extrusionOk="0" h="5" w="38">
                      <a:moveTo>
                        <a:pt x="24" y="0"/>
                      </a:moveTo>
                      <a:lnTo>
                        <a:pt x="24" y="0"/>
                      </a:lnTo>
                      <a:lnTo>
                        <a:pt x="0" y="5"/>
                      </a:lnTo>
                      <a:cubicBezTo>
                        <a:pt x="38" y="5"/>
                        <a:pt x="21" y="3"/>
                        <a:pt x="2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46" name="Google Shape;546;p21"/>
                <p:cNvSpPr/>
                <p:nvPr/>
              </p:nvSpPr>
              <p:spPr>
                <a:xfrm>
                  <a:off x="10206038" y="1530477"/>
                  <a:ext cx="61912" cy="4924"/>
                </a:xfrm>
                <a:custGeom>
                  <a:rect b="b" l="l" r="r" t="t"/>
                  <a:pathLst>
                    <a:path extrusionOk="0" h="6" w="65">
                      <a:moveTo>
                        <a:pt x="65" y="3"/>
                      </a:moveTo>
                      <a:lnTo>
                        <a:pt x="65" y="3"/>
                      </a:lnTo>
                      <a:cubicBezTo>
                        <a:pt x="39" y="1"/>
                        <a:pt x="18" y="0"/>
                        <a:pt x="0" y="0"/>
                      </a:cubicBezTo>
                      <a:cubicBezTo>
                        <a:pt x="32" y="2"/>
                        <a:pt x="57" y="6"/>
                        <a:pt x="65"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47" name="Google Shape;547;p21"/>
                <p:cNvSpPr/>
                <p:nvPr/>
              </p:nvSpPr>
              <p:spPr>
                <a:xfrm>
                  <a:off x="6257925" y="1525554"/>
                  <a:ext cx="19050" cy="2462"/>
                </a:xfrm>
                <a:custGeom>
                  <a:rect b="b" l="l" r="r" t="t"/>
                  <a:pathLst>
                    <a:path extrusionOk="0" h="2" w="21">
                      <a:moveTo>
                        <a:pt x="18" y="0"/>
                      </a:moveTo>
                      <a:lnTo>
                        <a:pt x="18" y="0"/>
                      </a:lnTo>
                      <a:cubicBezTo>
                        <a:pt x="5" y="1"/>
                        <a:pt x="0" y="2"/>
                        <a:pt x="0" y="2"/>
                      </a:cubicBezTo>
                      <a:cubicBezTo>
                        <a:pt x="13" y="2"/>
                        <a:pt x="21" y="1"/>
                        <a:pt x="1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48" name="Google Shape;548;p21"/>
                <p:cNvSpPr/>
                <p:nvPr/>
              </p:nvSpPr>
              <p:spPr>
                <a:xfrm>
                  <a:off x="10134600" y="1528016"/>
                  <a:ext cx="71437" cy="3693"/>
                </a:xfrm>
                <a:custGeom>
                  <a:rect b="b" l="l" r="r" t="t"/>
                  <a:pathLst>
                    <a:path extrusionOk="0" h="4" w="75">
                      <a:moveTo>
                        <a:pt x="0" y="3"/>
                      </a:moveTo>
                      <a:lnTo>
                        <a:pt x="0" y="3"/>
                      </a:lnTo>
                      <a:lnTo>
                        <a:pt x="13" y="4"/>
                      </a:lnTo>
                      <a:cubicBezTo>
                        <a:pt x="32" y="3"/>
                        <a:pt x="52" y="2"/>
                        <a:pt x="75" y="3"/>
                      </a:cubicBezTo>
                      <a:cubicBezTo>
                        <a:pt x="52" y="1"/>
                        <a:pt x="25" y="0"/>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49" name="Google Shape;549;p21"/>
                <p:cNvSpPr/>
                <p:nvPr/>
              </p:nvSpPr>
              <p:spPr>
                <a:xfrm>
                  <a:off x="2582863" y="1560020"/>
                  <a:ext cx="7937" cy="1231"/>
                </a:xfrm>
                <a:custGeom>
                  <a:rect b="b" l="l" r="r" t="t"/>
                  <a:pathLst>
                    <a:path extrusionOk="0" h="1" w="8">
                      <a:moveTo>
                        <a:pt x="8" y="1"/>
                      </a:moveTo>
                      <a:lnTo>
                        <a:pt x="8" y="1"/>
                      </a:lnTo>
                      <a:lnTo>
                        <a:pt x="1" y="0"/>
                      </a:lnTo>
                      <a:cubicBezTo>
                        <a:pt x="0" y="1"/>
                        <a:pt x="3" y="1"/>
                        <a:pt x="8"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50" name="Google Shape;550;p21"/>
                <p:cNvSpPr/>
                <p:nvPr/>
              </p:nvSpPr>
              <p:spPr>
                <a:xfrm>
                  <a:off x="1762125" y="1521861"/>
                  <a:ext cx="34925" cy="1231"/>
                </a:xfrm>
                <a:custGeom>
                  <a:rect b="b" l="l" r="r" t="t"/>
                  <a:pathLst>
                    <a:path extrusionOk="0" h="1" w="36">
                      <a:moveTo>
                        <a:pt x="0" y="1"/>
                      </a:moveTo>
                      <a:lnTo>
                        <a:pt x="0" y="1"/>
                      </a:lnTo>
                      <a:cubicBezTo>
                        <a:pt x="9" y="1"/>
                        <a:pt x="23" y="1"/>
                        <a:pt x="36" y="1"/>
                      </a:cubicBezTo>
                      <a:cubicBezTo>
                        <a:pt x="29" y="0"/>
                        <a:pt x="19"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51" name="Google Shape;551;p21"/>
                <p:cNvSpPr/>
                <p:nvPr/>
              </p:nvSpPr>
              <p:spPr>
                <a:xfrm>
                  <a:off x="10812463" y="1529246"/>
                  <a:ext cx="19050" cy="1231"/>
                </a:xfrm>
                <a:custGeom>
                  <a:rect b="b" l="l" r="r" t="t"/>
                  <a:pathLst>
                    <a:path extrusionOk="0" h="1" w="20">
                      <a:moveTo>
                        <a:pt x="0" y="1"/>
                      </a:moveTo>
                      <a:lnTo>
                        <a:pt x="0" y="1"/>
                      </a:lnTo>
                      <a:cubicBezTo>
                        <a:pt x="20" y="1"/>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52" name="Google Shape;552;p21"/>
                <p:cNvSpPr/>
                <p:nvPr/>
              </p:nvSpPr>
              <p:spPr>
                <a:xfrm>
                  <a:off x="10896600" y="1545248"/>
                  <a:ext cx="7937" cy="2462"/>
                </a:xfrm>
                <a:custGeom>
                  <a:rect b="b" l="l" r="r" t="t"/>
                  <a:pathLst>
                    <a:path extrusionOk="0" h="3" w="8">
                      <a:moveTo>
                        <a:pt x="8" y="0"/>
                      </a:moveTo>
                      <a:lnTo>
                        <a:pt x="8" y="0"/>
                      </a:lnTo>
                      <a:cubicBezTo>
                        <a:pt x="4" y="1"/>
                        <a:pt x="1" y="2"/>
                        <a:pt x="0" y="3"/>
                      </a:cubicBezTo>
                      <a:cubicBezTo>
                        <a:pt x="2" y="2"/>
                        <a:pt x="4" y="1"/>
                        <a:pt x="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53" name="Google Shape;553;p21"/>
                <p:cNvSpPr/>
                <p:nvPr/>
              </p:nvSpPr>
              <p:spPr>
                <a:xfrm>
                  <a:off x="9947275" y="1553865"/>
                  <a:ext cx="4762" cy="1231"/>
                </a:xfrm>
                <a:custGeom>
                  <a:rect b="b" l="l" r="r" t="t"/>
                  <a:pathLst>
                    <a:path extrusionOk="0" h="1" w="5">
                      <a:moveTo>
                        <a:pt x="1" y="0"/>
                      </a:moveTo>
                      <a:lnTo>
                        <a:pt x="1" y="0"/>
                      </a:lnTo>
                      <a:lnTo>
                        <a:pt x="0" y="0"/>
                      </a:lnTo>
                      <a:cubicBezTo>
                        <a:pt x="5" y="1"/>
                        <a:pt x="4" y="0"/>
                        <a:pt x="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54" name="Google Shape;554;p21"/>
                <p:cNvSpPr/>
                <p:nvPr/>
              </p:nvSpPr>
              <p:spPr>
                <a:xfrm>
                  <a:off x="10817225" y="1531708"/>
                  <a:ext cx="23812" cy="0"/>
                </a:xfrm>
                <a:custGeom>
                  <a:rect b="b" l="l" r="r" t="t"/>
                  <a:pathLst>
                    <a:path extrusionOk="0" h="1" w="25">
                      <a:moveTo>
                        <a:pt x="25" y="0"/>
                      </a:moveTo>
                      <a:lnTo>
                        <a:pt x="25" y="0"/>
                      </a:lnTo>
                      <a:cubicBezTo>
                        <a:pt x="18" y="0"/>
                        <a:pt x="10" y="0"/>
                        <a:pt x="0" y="0"/>
                      </a:cubicBezTo>
                      <a:cubicBezTo>
                        <a:pt x="5" y="0"/>
                        <a:pt x="12" y="0"/>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55" name="Google Shape;555;p21"/>
                <p:cNvSpPr/>
                <p:nvPr/>
              </p:nvSpPr>
              <p:spPr>
                <a:xfrm>
                  <a:off x="10836275" y="1529246"/>
                  <a:ext cx="19050" cy="1231"/>
                </a:xfrm>
                <a:custGeom>
                  <a:rect b="b" l="l" r="r" t="t"/>
                  <a:pathLst>
                    <a:path extrusionOk="0" h="1" w="20">
                      <a:moveTo>
                        <a:pt x="0" y="1"/>
                      </a:moveTo>
                      <a:lnTo>
                        <a:pt x="0" y="1"/>
                      </a:lnTo>
                      <a:lnTo>
                        <a:pt x="18" y="1"/>
                      </a:lnTo>
                      <a:cubicBezTo>
                        <a:pt x="20" y="1"/>
                        <a:pt x="18"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56" name="Google Shape;556;p21"/>
                <p:cNvSpPr/>
                <p:nvPr/>
              </p:nvSpPr>
              <p:spPr>
                <a:xfrm>
                  <a:off x="10787063" y="1530477"/>
                  <a:ext cx="30162" cy="1231"/>
                </a:xfrm>
                <a:custGeom>
                  <a:rect b="b" l="l" r="r" t="t"/>
                  <a:pathLst>
                    <a:path extrusionOk="0" h="1" w="31">
                      <a:moveTo>
                        <a:pt x="0" y="0"/>
                      </a:moveTo>
                      <a:lnTo>
                        <a:pt x="0" y="0"/>
                      </a:lnTo>
                      <a:cubicBezTo>
                        <a:pt x="11" y="0"/>
                        <a:pt x="21" y="0"/>
                        <a:pt x="31" y="1"/>
                      </a:cubicBezTo>
                      <a:cubicBezTo>
                        <a:pt x="28" y="0"/>
                        <a:pt x="26" y="0"/>
                        <a:pt x="27"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57" name="Google Shape;557;p21"/>
                <p:cNvSpPr/>
                <p:nvPr/>
              </p:nvSpPr>
              <p:spPr>
                <a:xfrm>
                  <a:off x="4092575" y="1552634"/>
                  <a:ext cx="20637" cy="2462"/>
                </a:xfrm>
                <a:custGeom>
                  <a:rect b="b" l="l" r="r" t="t"/>
                  <a:pathLst>
                    <a:path extrusionOk="0" h="2" w="23">
                      <a:moveTo>
                        <a:pt x="23" y="0"/>
                      </a:moveTo>
                      <a:lnTo>
                        <a:pt x="23" y="0"/>
                      </a:lnTo>
                      <a:lnTo>
                        <a:pt x="19" y="0"/>
                      </a:lnTo>
                      <a:cubicBezTo>
                        <a:pt x="0" y="2"/>
                        <a:pt x="8" y="1"/>
                        <a:pt x="2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58" name="Google Shape;558;p21"/>
                <p:cNvSpPr/>
                <p:nvPr/>
              </p:nvSpPr>
              <p:spPr>
                <a:xfrm>
                  <a:off x="8528050" y="1567405"/>
                  <a:ext cx="3175" cy="1231"/>
                </a:xfrm>
                <a:custGeom>
                  <a:rect b="b" l="l" r="r" t="t"/>
                  <a:pathLst>
                    <a:path extrusionOk="0" h="1" w="3">
                      <a:moveTo>
                        <a:pt x="1" y="1"/>
                      </a:moveTo>
                      <a:lnTo>
                        <a:pt x="1" y="1"/>
                      </a:lnTo>
                      <a:lnTo>
                        <a:pt x="3" y="0"/>
                      </a:lnTo>
                      <a:lnTo>
                        <a:pt x="0" y="0"/>
                      </a:lnTo>
                      <a:lnTo>
                        <a:pt x="1"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59" name="Google Shape;559;p21"/>
                <p:cNvSpPr/>
                <p:nvPr/>
              </p:nvSpPr>
              <p:spPr>
                <a:xfrm>
                  <a:off x="8461375" y="1556326"/>
                  <a:ext cx="66675" cy="14771"/>
                </a:xfrm>
                <a:custGeom>
                  <a:rect b="b" l="l" r="r" t="t"/>
                  <a:pathLst>
                    <a:path extrusionOk="0" h="17" w="69">
                      <a:moveTo>
                        <a:pt x="0" y="17"/>
                      </a:moveTo>
                      <a:lnTo>
                        <a:pt x="0" y="17"/>
                      </a:lnTo>
                      <a:cubicBezTo>
                        <a:pt x="30" y="11"/>
                        <a:pt x="47" y="12"/>
                        <a:pt x="69" y="13"/>
                      </a:cubicBezTo>
                      <a:lnTo>
                        <a:pt x="46" y="0"/>
                      </a:lnTo>
                      <a:lnTo>
                        <a:pt x="0" y="17"/>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60" name="Google Shape;560;p21"/>
                <p:cNvSpPr/>
                <p:nvPr/>
              </p:nvSpPr>
              <p:spPr>
                <a:xfrm>
                  <a:off x="1562100" y="1514475"/>
                  <a:ext cx="9563100" cy="64008"/>
                </a:xfrm>
                <a:custGeom>
                  <a:rect b="b" l="l" r="r" t="t"/>
                  <a:pathLst>
                    <a:path extrusionOk="0" h="75" w="1003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61" name="Google Shape;561;p21"/>
                <p:cNvSpPr/>
                <p:nvPr/>
              </p:nvSpPr>
              <p:spPr>
                <a:xfrm>
                  <a:off x="7508875" y="1560020"/>
                  <a:ext cx="11112" cy="3693"/>
                </a:xfrm>
                <a:custGeom>
                  <a:rect b="b" l="l" r="r" t="t"/>
                  <a:pathLst>
                    <a:path extrusionOk="0" h="3" w="12">
                      <a:moveTo>
                        <a:pt x="12" y="3"/>
                      </a:moveTo>
                      <a:lnTo>
                        <a:pt x="12" y="3"/>
                      </a:lnTo>
                      <a:cubicBezTo>
                        <a:pt x="8" y="2"/>
                        <a:pt x="7" y="1"/>
                        <a:pt x="6" y="0"/>
                      </a:cubicBezTo>
                      <a:cubicBezTo>
                        <a:pt x="1" y="1"/>
                        <a:pt x="0" y="2"/>
                        <a:pt x="12"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62" name="Google Shape;562;p21"/>
                <p:cNvSpPr/>
                <p:nvPr/>
              </p:nvSpPr>
              <p:spPr>
                <a:xfrm>
                  <a:off x="5434013" y="1567405"/>
                  <a:ext cx="4762" cy="1231"/>
                </a:xfrm>
                <a:custGeom>
                  <a:rect b="b" l="l" r="r" t="t"/>
                  <a:pathLst>
                    <a:path extrusionOk="0" h="1" w="5">
                      <a:moveTo>
                        <a:pt x="5" y="1"/>
                      </a:moveTo>
                      <a:lnTo>
                        <a:pt x="5" y="1"/>
                      </a:lnTo>
                      <a:lnTo>
                        <a:pt x="3" y="0"/>
                      </a:lnTo>
                      <a:cubicBezTo>
                        <a:pt x="1" y="1"/>
                        <a:pt x="1" y="1"/>
                        <a:pt x="0" y="1"/>
                      </a:cubicBezTo>
                      <a:lnTo>
                        <a:pt x="5"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63" name="Google Shape;563;p21"/>
                <p:cNvSpPr/>
                <p:nvPr/>
              </p:nvSpPr>
              <p:spPr>
                <a:xfrm>
                  <a:off x="9672638" y="1567405"/>
                  <a:ext cx="25400" cy="2462"/>
                </a:xfrm>
                <a:custGeom>
                  <a:rect b="b" l="l" r="r" t="t"/>
                  <a:pathLst>
                    <a:path extrusionOk="0" h="3" w="27">
                      <a:moveTo>
                        <a:pt x="27" y="3"/>
                      </a:moveTo>
                      <a:lnTo>
                        <a:pt x="27" y="3"/>
                      </a:lnTo>
                      <a:cubicBezTo>
                        <a:pt x="13" y="2"/>
                        <a:pt x="6" y="1"/>
                        <a:pt x="1" y="0"/>
                      </a:cubicBezTo>
                      <a:cubicBezTo>
                        <a:pt x="0" y="1"/>
                        <a:pt x="6"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64" name="Google Shape;564;p21"/>
                <p:cNvSpPr/>
                <p:nvPr/>
              </p:nvSpPr>
              <p:spPr>
                <a:xfrm>
                  <a:off x="10966450" y="1529246"/>
                  <a:ext cx="39687" cy="2462"/>
                </a:xfrm>
                <a:custGeom>
                  <a:rect b="b" l="l" r="r" t="t"/>
                  <a:pathLst>
                    <a:path extrusionOk="0" h="3" w="42">
                      <a:moveTo>
                        <a:pt x="42" y="0"/>
                      </a:moveTo>
                      <a:lnTo>
                        <a:pt x="42" y="0"/>
                      </a:lnTo>
                      <a:lnTo>
                        <a:pt x="0" y="1"/>
                      </a:lnTo>
                      <a:cubicBezTo>
                        <a:pt x="20" y="1"/>
                        <a:pt x="27" y="2"/>
                        <a:pt x="38" y="3"/>
                      </a:cubicBezTo>
                      <a:cubicBezTo>
                        <a:pt x="37" y="2"/>
                        <a:pt x="29" y="0"/>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65" name="Google Shape;565;p21"/>
                <p:cNvSpPr/>
                <p:nvPr/>
              </p:nvSpPr>
              <p:spPr>
                <a:xfrm>
                  <a:off x="11329988" y="1552634"/>
                  <a:ext cx="44450" cy="2462"/>
                </a:xfrm>
                <a:custGeom>
                  <a:rect b="b" l="l" r="r" t="t"/>
                  <a:pathLst>
                    <a:path extrusionOk="0" h="3" w="46">
                      <a:moveTo>
                        <a:pt x="27" y="3"/>
                      </a:moveTo>
                      <a:lnTo>
                        <a:pt x="27" y="3"/>
                      </a:lnTo>
                      <a:cubicBezTo>
                        <a:pt x="33" y="2"/>
                        <a:pt x="40" y="3"/>
                        <a:pt x="46" y="2"/>
                      </a:cubicBezTo>
                      <a:lnTo>
                        <a:pt x="44" y="0"/>
                      </a:lnTo>
                      <a:cubicBezTo>
                        <a:pt x="18" y="0"/>
                        <a:pt x="0"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66" name="Google Shape;566;p21"/>
                <p:cNvSpPr/>
                <p:nvPr/>
              </p:nvSpPr>
              <p:spPr>
                <a:xfrm>
                  <a:off x="11042650" y="1540325"/>
                  <a:ext cx="60325" cy="6155"/>
                </a:xfrm>
                <a:custGeom>
                  <a:rect b="b" l="l" r="r" t="t"/>
                  <a:pathLst>
                    <a:path extrusionOk="0" h="7" w="63">
                      <a:moveTo>
                        <a:pt x="0" y="3"/>
                      </a:moveTo>
                      <a:lnTo>
                        <a:pt x="0" y="3"/>
                      </a:lnTo>
                      <a:cubicBezTo>
                        <a:pt x="3" y="7"/>
                        <a:pt x="30" y="6"/>
                        <a:pt x="60" y="5"/>
                      </a:cubicBezTo>
                      <a:lnTo>
                        <a:pt x="54" y="5"/>
                      </a:lnTo>
                      <a:cubicBezTo>
                        <a:pt x="63" y="0"/>
                        <a:pt x="31"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67" name="Google Shape;567;p21"/>
                <p:cNvSpPr/>
                <p:nvPr/>
              </p:nvSpPr>
              <p:spPr>
                <a:xfrm>
                  <a:off x="11106150" y="1542787"/>
                  <a:ext cx="28575" cy="1231"/>
                </a:xfrm>
                <a:custGeom>
                  <a:rect b="b" l="l" r="r" t="t"/>
                  <a:pathLst>
                    <a:path extrusionOk="0" h="2" w="31">
                      <a:moveTo>
                        <a:pt x="0" y="2"/>
                      </a:moveTo>
                      <a:lnTo>
                        <a:pt x="0" y="2"/>
                      </a:lnTo>
                      <a:cubicBezTo>
                        <a:pt x="10" y="2"/>
                        <a:pt x="19" y="2"/>
                        <a:pt x="28" y="2"/>
                      </a:cubicBezTo>
                      <a:cubicBezTo>
                        <a:pt x="31" y="0"/>
                        <a:pt x="17" y="2"/>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68" name="Google Shape;568;p21"/>
                <p:cNvSpPr/>
                <p:nvPr/>
              </p:nvSpPr>
              <p:spPr>
                <a:xfrm>
                  <a:off x="10679113" y="1525554"/>
                  <a:ext cx="103187" cy="9847"/>
                </a:xfrm>
                <a:custGeom>
                  <a:rect b="b" l="l" r="r" t="t"/>
                  <a:pathLst>
                    <a:path extrusionOk="0" h="12" w="109">
                      <a:moveTo>
                        <a:pt x="77" y="9"/>
                      </a:moveTo>
                      <a:lnTo>
                        <a:pt x="77" y="9"/>
                      </a:lnTo>
                      <a:cubicBezTo>
                        <a:pt x="91" y="10"/>
                        <a:pt x="86" y="4"/>
                        <a:pt x="94" y="6"/>
                      </a:cubicBezTo>
                      <a:cubicBezTo>
                        <a:pt x="109" y="0"/>
                        <a:pt x="0" y="12"/>
                        <a:pt x="77"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69" name="Google Shape;569;p21"/>
                <p:cNvSpPr/>
                <p:nvPr/>
              </p:nvSpPr>
              <p:spPr>
                <a:xfrm>
                  <a:off x="11039475" y="1550172"/>
                  <a:ext cx="26987" cy="4924"/>
                </a:xfrm>
                <a:custGeom>
                  <a:rect b="b" l="l" r="r" t="t"/>
                  <a:pathLst>
                    <a:path extrusionOk="0" h="5" w="27">
                      <a:moveTo>
                        <a:pt x="27" y="5"/>
                      </a:moveTo>
                      <a:lnTo>
                        <a:pt x="27" y="5"/>
                      </a:lnTo>
                      <a:lnTo>
                        <a:pt x="16" y="0"/>
                      </a:lnTo>
                      <a:lnTo>
                        <a:pt x="0" y="4"/>
                      </a:lnTo>
                      <a:lnTo>
                        <a:pt x="27"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70" name="Google Shape;570;p21"/>
                <p:cNvSpPr/>
                <p:nvPr/>
              </p:nvSpPr>
              <p:spPr>
                <a:xfrm>
                  <a:off x="10841038" y="1548941"/>
                  <a:ext cx="58737" cy="2462"/>
                </a:xfrm>
                <a:custGeom>
                  <a:rect b="b" l="l" r="r" t="t"/>
                  <a:pathLst>
                    <a:path extrusionOk="0" h="3" w="61">
                      <a:moveTo>
                        <a:pt x="1" y="2"/>
                      </a:moveTo>
                      <a:lnTo>
                        <a:pt x="1" y="2"/>
                      </a:lnTo>
                      <a:lnTo>
                        <a:pt x="49" y="3"/>
                      </a:lnTo>
                      <a:cubicBezTo>
                        <a:pt x="48" y="2"/>
                        <a:pt x="54" y="2"/>
                        <a:pt x="61" y="2"/>
                      </a:cubicBezTo>
                      <a:cubicBezTo>
                        <a:pt x="32" y="1"/>
                        <a:pt x="0" y="0"/>
                        <a:pt x="1"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71" name="Google Shape;571;p21"/>
                <p:cNvSpPr/>
                <p:nvPr/>
              </p:nvSpPr>
              <p:spPr>
                <a:xfrm>
                  <a:off x="10899775" y="1550172"/>
                  <a:ext cx="36512" cy="1231"/>
                </a:xfrm>
                <a:custGeom>
                  <a:rect b="b" l="l" r="r" t="t"/>
                  <a:pathLst>
                    <a:path extrusionOk="0" h="1" w="38">
                      <a:moveTo>
                        <a:pt x="0" y="1"/>
                      </a:moveTo>
                      <a:lnTo>
                        <a:pt x="0" y="1"/>
                      </a:lnTo>
                      <a:cubicBezTo>
                        <a:pt x="15" y="1"/>
                        <a:pt x="30" y="1"/>
                        <a:pt x="38" y="0"/>
                      </a:cubicBezTo>
                      <a:cubicBezTo>
                        <a:pt x="30" y="0"/>
                        <a:pt x="12"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72" name="Google Shape;572;p21"/>
                <p:cNvSpPr/>
                <p:nvPr/>
              </p:nvSpPr>
              <p:spPr>
                <a:xfrm>
                  <a:off x="10958513" y="1555096"/>
                  <a:ext cx="46037" cy="0"/>
                </a:xfrm>
                <a:custGeom>
                  <a:rect b="b" l="l" r="r" t="t"/>
                  <a:pathLst>
                    <a:path extrusionOk="0" h="1" w="47">
                      <a:moveTo>
                        <a:pt x="47" y="0"/>
                      </a:moveTo>
                      <a:lnTo>
                        <a:pt x="47" y="0"/>
                      </a:lnTo>
                      <a:lnTo>
                        <a:pt x="33" y="0"/>
                      </a:lnTo>
                      <a:lnTo>
                        <a:pt x="0" y="0"/>
                      </a:lnTo>
                      <a:lnTo>
                        <a:pt x="47"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73" name="Google Shape;573;p21"/>
                <p:cNvSpPr/>
                <p:nvPr/>
              </p:nvSpPr>
              <p:spPr>
                <a:xfrm>
                  <a:off x="10304463" y="1548941"/>
                  <a:ext cx="61912" cy="3693"/>
                </a:xfrm>
                <a:custGeom>
                  <a:rect b="b" l="l" r="r" t="t"/>
                  <a:pathLst>
                    <a:path extrusionOk="0" h="4" w="65">
                      <a:moveTo>
                        <a:pt x="57" y="0"/>
                      </a:moveTo>
                      <a:lnTo>
                        <a:pt x="57" y="0"/>
                      </a:lnTo>
                      <a:lnTo>
                        <a:pt x="5" y="1"/>
                      </a:lnTo>
                      <a:cubicBezTo>
                        <a:pt x="0" y="3"/>
                        <a:pt x="14" y="4"/>
                        <a:pt x="33" y="4"/>
                      </a:cubicBezTo>
                      <a:cubicBezTo>
                        <a:pt x="45" y="2"/>
                        <a:pt x="65" y="2"/>
                        <a:pt x="57"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74" name="Google Shape;574;p21"/>
                <p:cNvSpPr/>
                <p:nvPr/>
              </p:nvSpPr>
              <p:spPr>
                <a:xfrm>
                  <a:off x="10483850" y="1557558"/>
                  <a:ext cx="23812" cy="6155"/>
                </a:xfrm>
                <a:custGeom>
                  <a:rect b="b" l="l" r="r" t="t"/>
                  <a:pathLst>
                    <a:path extrusionOk="0" h="7" w="25">
                      <a:moveTo>
                        <a:pt x="25" y="4"/>
                      </a:moveTo>
                      <a:lnTo>
                        <a:pt x="25" y="4"/>
                      </a:lnTo>
                      <a:cubicBezTo>
                        <a:pt x="11" y="3"/>
                        <a:pt x="10" y="2"/>
                        <a:pt x="2" y="0"/>
                      </a:cubicBezTo>
                      <a:lnTo>
                        <a:pt x="0" y="7"/>
                      </a:lnTo>
                      <a:lnTo>
                        <a:pt x="25"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75" name="Google Shape;575;p21"/>
                <p:cNvSpPr/>
                <p:nvPr/>
              </p:nvSpPr>
              <p:spPr>
                <a:xfrm>
                  <a:off x="10291763" y="1563712"/>
                  <a:ext cx="117475" cy="2462"/>
                </a:xfrm>
                <a:custGeom>
                  <a:rect b="b" l="l" r="r" t="t"/>
                  <a:pathLst>
                    <a:path extrusionOk="0" h="4" w="123">
                      <a:moveTo>
                        <a:pt x="75" y="0"/>
                      </a:moveTo>
                      <a:lnTo>
                        <a:pt x="75" y="0"/>
                      </a:lnTo>
                      <a:cubicBezTo>
                        <a:pt x="70" y="1"/>
                        <a:pt x="0" y="4"/>
                        <a:pt x="66" y="4"/>
                      </a:cubicBezTo>
                      <a:cubicBezTo>
                        <a:pt x="71" y="2"/>
                        <a:pt x="123" y="1"/>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76" name="Google Shape;576;p21"/>
                <p:cNvSpPr/>
                <p:nvPr/>
              </p:nvSpPr>
              <p:spPr>
                <a:xfrm>
                  <a:off x="9621838" y="1546479"/>
                  <a:ext cx="11112" cy="8617"/>
                </a:xfrm>
                <a:custGeom>
                  <a:rect b="b" l="l" r="r" t="t"/>
                  <a:pathLst>
                    <a:path extrusionOk="0" h="10" w="13">
                      <a:moveTo>
                        <a:pt x="0" y="10"/>
                      </a:moveTo>
                      <a:lnTo>
                        <a:pt x="0" y="10"/>
                      </a:lnTo>
                      <a:lnTo>
                        <a:pt x="13" y="10"/>
                      </a:lnTo>
                      <a:lnTo>
                        <a:pt x="12" y="0"/>
                      </a:lnTo>
                      <a:lnTo>
                        <a:pt x="0" y="1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77" name="Google Shape;577;p21"/>
                <p:cNvSpPr/>
                <p:nvPr/>
              </p:nvSpPr>
              <p:spPr>
                <a:xfrm>
                  <a:off x="8951913" y="1568636"/>
                  <a:ext cx="96837" cy="8617"/>
                </a:xfrm>
                <a:custGeom>
                  <a:rect b="b" l="l" r="r" t="t"/>
                  <a:pathLst>
                    <a:path extrusionOk="0" h="10" w="101">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78" name="Google Shape;578;p21"/>
                <p:cNvSpPr/>
                <p:nvPr/>
              </p:nvSpPr>
              <p:spPr>
                <a:xfrm>
                  <a:off x="9005888" y="1566174"/>
                  <a:ext cx="17462" cy="2462"/>
                </a:xfrm>
                <a:custGeom>
                  <a:rect b="b" l="l" r="r" t="t"/>
                  <a:pathLst>
                    <a:path extrusionOk="0" h="2" w="19">
                      <a:moveTo>
                        <a:pt x="0" y="2"/>
                      </a:moveTo>
                      <a:lnTo>
                        <a:pt x="0" y="2"/>
                      </a:lnTo>
                      <a:lnTo>
                        <a:pt x="19" y="0"/>
                      </a:lnTo>
                      <a:cubicBezTo>
                        <a:pt x="8" y="1"/>
                        <a:pt x="3" y="1"/>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79" name="Google Shape;579;p21"/>
                <p:cNvSpPr/>
                <p:nvPr/>
              </p:nvSpPr>
              <p:spPr>
                <a:xfrm>
                  <a:off x="1587500" y="1516937"/>
                  <a:ext cx="38100" cy="3693"/>
                </a:xfrm>
                <a:custGeom>
                  <a:rect b="b" l="l" r="r" t="t"/>
                  <a:pathLst>
                    <a:path extrusionOk="0" h="4" w="39">
                      <a:moveTo>
                        <a:pt x="39" y="2"/>
                      </a:moveTo>
                      <a:lnTo>
                        <a:pt x="39" y="2"/>
                      </a:lnTo>
                      <a:lnTo>
                        <a:pt x="0" y="0"/>
                      </a:lnTo>
                      <a:lnTo>
                        <a:pt x="25" y="4"/>
                      </a:lnTo>
                      <a:lnTo>
                        <a:pt x="39"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80" name="Google Shape;580;p21"/>
                <p:cNvSpPr/>
                <p:nvPr/>
              </p:nvSpPr>
              <p:spPr>
                <a:xfrm>
                  <a:off x="1522413" y="1519399"/>
                  <a:ext cx="30162" cy="4924"/>
                </a:xfrm>
                <a:custGeom>
                  <a:rect b="b" l="l" r="r" t="t"/>
                  <a:pathLst>
                    <a:path extrusionOk="0" h="6" w="32">
                      <a:moveTo>
                        <a:pt x="32" y="6"/>
                      </a:moveTo>
                      <a:lnTo>
                        <a:pt x="32" y="6"/>
                      </a:lnTo>
                      <a:lnTo>
                        <a:pt x="23" y="0"/>
                      </a:lnTo>
                      <a:lnTo>
                        <a:pt x="0" y="5"/>
                      </a:lnTo>
                      <a:cubicBezTo>
                        <a:pt x="8" y="5"/>
                        <a:pt x="26" y="5"/>
                        <a:pt x="32"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81" name="Google Shape;581;p21"/>
                <p:cNvSpPr/>
                <p:nvPr/>
              </p:nvSpPr>
              <p:spPr>
                <a:xfrm>
                  <a:off x="6650038" y="1573559"/>
                  <a:ext cx="33337" cy="3693"/>
                </a:xfrm>
                <a:custGeom>
                  <a:rect b="b" l="l" r="r" t="t"/>
                  <a:pathLst>
                    <a:path extrusionOk="0" h="4" w="34">
                      <a:moveTo>
                        <a:pt x="31" y="4"/>
                      </a:moveTo>
                      <a:lnTo>
                        <a:pt x="31" y="4"/>
                      </a:lnTo>
                      <a:lnTo>
                        <a:pt x="34" y="2"/>
                      </a:lnTo>
                      <a:cubicBezTo>
                        <a:pt x="28" y="1"/>
                        <a:pt x="18" y="1"/>
                        <a:pt x="0" y="0"/>
                      </a:cubicBezTo>
                      <a:lnTo>
                        <a:pt x="3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82" name="Google Shape;582;p21"/>
                <p:cNvSpPr/>
                <p:nvPr/>
              </p:nvSpPr>
              <p:spPr>
                <a:xfrm>
                  <a:off x="6162675" y="1566174"/>
                  <a:ext cx="15875" cy="4924"/>
                </a:xfrm>
                <a:custGeom>
                  <a:rect b="b" l="l" r="r" t="t"/>
                  <a:pathLst>
                    <a:path extrusionOk="0" h="6" w="17">
                      <a:moveTo>
                        <a:pt x="8" y="6"/>
                      </a:moveTo>
                      <a:lnTo>
                        <a:pt x="8" y="6"/>
                      </a:lnTo>
                      <a:lnTo>
                        <a:pt x="17" y="6"/>
                      </a:lnTo>
                      <a:lnTo>
                        <a:pt x="0" y="0"/>
                      </a:lnTo>
                      <a:lnTo>
                        <a:pt x="8"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83" name="Google Shape;583;p21"/>
                <p:cNvSpPr/>
                <p:nvPr/>
              </p:nvSpPr>
              <p:spPr>
                <a:xfrm>
                  <a:off x="5738813" y="1571097"/>
                  <a:ext cx="60325" cy="6155"/>
                </a:xfrm>
                <a:custGeom>
                  <a:rect b="b" l="l" r="r" t="t"/>
                  <a:pathLst>
                    <a:path extrusionOk="0" h="8" w="63">
                      <a:moveTo>
                        <a:pt x="5" y="7"/>
                      </a:moveTo>
                      <a:lnTo>
                        <a:pt x="5" y="7"/>
                      </a:lnTo>
                      <a:cubicBezTo>
                        <a:pt x="23" y="8"/>
                        <a:pt x="45" y="6"/>
                        <a:pt x="63" y="7"/>
                      </a:cubicBezTo>
                      <a:cubicBezTo>
                        <a:pt x="23" y="8"/>
                        <a:pt x="0" y="0"/>
                        <a:pt x="5" y="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grpSp>
          <p:grpSp>
            <p:nvGrpSpPr>
              <p:cNvPr id="584" name="Google Shape;584;p21"/>
              <p:cNvGrpSpPr/>
              <p:nvPr/>
            </p:nvGrpSpPr>
            <p:grpSpPr>
              <a:xfrm flipH="1" rot="-5400000">
                <a:off x="6492229" y="2755658"/>
                <a:ext cx="4114800" cy="36576"/>
                <a:chOff x="1522413" y="1514475"/>
                <a:chExt cx="10569575" cy="64008"/>
              </a:xfrm>
            </p:grpSpPr>
            <p:sp>
              <p:nvSpPr>
                <p:cNvPr id="585" name="Google Shape;585;p21"/>
                <p:cNvSpPr/>
                <p:nvPr/>
              </p:nvSpPr>
              <p:spPr>
                <a:xfrm>
                  <a:off x="12028488" y="1525554"/>
                  <a:ext cx="63500" cy="4924"/>
                </a:xfrm>
                <a:custGeom>
                  <a:rect b="b" l="l" r="r" t="t"/>
                  <a:pathLst>
                    <a:path extrusionOk="0" h="6" w="67">
                      <a:moveTo>
                        <a:pt x="30" y="6"/>
                      </a:moveTo>
                      <a:lnTo>
                        <a:pt x="30" y="6"/>
                      </a:lnTo>
                      <a:lnTo>
                        <a:pt x="67" y="3"/>
                      </a:lnTo>
                      <a:cubicBezTo>
                        <a:pt x="60" y="2"/>
                        <a:pt x="26" y="1"/>
                        <a:pt x="39" y="0"/>
                      </a:cubicBezTo>
                      <a:cubicBezTo>
                        <a:pt x="0" y="1"/>
                        <a:pt x="8" y="3"/>
                        <a:pt x="30"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86" name="Google Shape;586;p21"/>
                <p:cNvSpPr/>
                <p:nvPr/>
              </p:nvSpPr>
              <p:spPr>
                <a:xfrm>
                  <a:off x="12022138" y="1532939"/>
                  <a:ext cx="19050" cy="1231"/>
                </a:xfrm>
                <a:custGeom>
                  <a:rect b="b" l="l" r="r" t="t"/>
                  <a:pathLst>
                    <a:path extrusionOk="0" h="2" w="20">
                      <a:moveTo>
                        <a:pt x="0" y="2"/>
                      </a:moveTo>
                      <a:lnTo>
                        <a:pt x="0" y="2"/>
                      </a:lnTo>
                      <a:lnTo>
                        <a:pt x="20" y="1"/>
                      </a:lnTo>
                      <a:cubicBezTo>
                        <a:pt x="16" y="0"/>
                        <a:pt x="11" y="0"/>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87" name="Google Shape;587;p21"/>
                <p:cNvSpPr/>
                <p:nvPr/>
              </p:nvSpPr>
              <p:spPr>
                <a:xfrm>
                  <a:off x="12041188" y="1531708"/>
                  <a:ext cx="39687" cy="6155"/>
                </a:xfrm>
                <a:custGeom>
                  <a:rect b="b" l="l" r="r" t="t"/>
                  <a:pathLst>
                    <a:path extrusionOk="0" h="6" w="41">
                      <a:moveTo>
                        <a:pt x="41" y="0"/>
                      </a:moveTo>
                      <a:lnTo>
                        <a:pt x="41" y="0"/>
                      </a:lnTo>
                      <a:lnTo>
                        <a:pt x="0" y="2"/>
                      </a:lnTo>
                      <a:cubicBezTo>
                        <a:pt x="5" y="3"/>
                        <a:pt x="6" y="6"/>
                        <a:pt x="19" y="1"/>
                      </a:cubicBezTo>
                      <a:cubicBezTo>
                        <a:pt x="15" y="3"/>
                        <a:pt x="23" y="1"/>
                        <a:pt x="4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88" name="Google Shape;588;p21"/>
                <p:cNvSpPr/>
                <p:nvPr/>
              </p:nvSpPr>
              <p:spPr>
                <a:xfrm>
                  <a:off x="11831638" y="1526784"/>
                  <a:ext cx="42862" cy="4924"/>
                </a:xfrm>
                <a:custGeom>
                  <a:rect b="b" l="l" r="r" t="t"/>
                  <a:pathLst>
                    <a:path extrusionOk="0" h="6" w="45">
                      <a:moveTo>
                        <a:pt x="2" y="0"/>
                      </a:moveTo>
                      <a:lnTo>
                        <a:pt x="2" y="0"/>
                      </a:lnTo>
                      <a:cubicBezTo>
                        <a:pt x="0" y="1"/>
                        <a:pt x="15" y="4"/>
                        <a:pt x="18" y="6"/>
                      </a:cubicBezTo>
                      <a:lnTo>
                        <a:pt x="45" y="4"/>
                      </a:lnTo>
                      <a:cubicBezTo>
                        <a:pt x="31" y="3"/>
                        <a:pt x="4" y="2"/>
                        <a:pt x="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89" name="Google Shape;589;p21"/>
                <p:cNvSpPr/>
                <p:nvPr/>
              </p:nvSpPr>
              <p:spPr>
                <a:xfrm>
                  <a:off x="11809413" y="1531708"/>
                  <a:ext cx="41275" cy="2462"/>
                </a:xfrm>
                <a:custGeom>
                  <a:rect b="b" l="l" r="r" t="t"/>
                  <a:pathLst>
                    <a:path extrusionOk="0" h="3" w="44">
                      <a:moveTo>
                        <a:pt x="42" y="0"/>
                      </a:moveTo>
                      <a:lnTo>
                        <a:pt x="42" y="0"/>
                      </a:lnTo>
                      <a:lnTo>
                        <a:pt x="0" y="3"/>
                      </a:lnTo>
                      <a:cubicBezTo>
                        <a:pt x="37" y="3"/>
                        <a:pt x="44" y="2"/>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90" name="Google Shape;590;p21"/>
                <p:cNvSpPr/>
                <p:nvPr/>
              </p:nvSpPr>
              <p:spPr>
                <a:xfrm>
                  <a:off x="12003088" y="1537863"/>
                  <a:ext cx="77787" cy="3693"/>
                </a:xfrm>
                <a:custGeom>
                  <a:rect b="b" l="l" r="r" t="t"/>
                  <a:pathLst>
                    <a:path extrusionOk="0" h="5" w="82">
                      <a:moveTo>
                        <a:pt x="14" y="5"/>
                      </a:moveTo>
                      <a:lnTo>
                        <a:pt x="14" y="5"/>
                      </a:lnTo>
                      <a:lnTo>
                        <a:pt x="82" y="0"/>
                      </a:lnTo>
                      <a:lnTo>
                        <a:pt x="0" y="5"/>
                      </a:lnTo>
                      <a:lnTo>
                        <a:pt x="14"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91" name="Google Shape;591;p21"/>
                <p:cNvSpPr/>
                <p:nvPr/>
              </p:nvSpPr>
              <p:spPr>
                <a:xfrm>
                  <a:off x="11664950" y="1523092"/>
                  <a:ext cx="39687" cy="4924"/>
                </a:xfrm>
                <a:custGeom>
                  <a:rect b="b" l="l" r="r" t="t"/>
                  <a:pathLst>
                    <a:path extrusionOk="0" h="5" w="42">
                      <a:moveTo>
                        <a:pt x="19" y="4"/>
                      </a:moveTo>
                      <a:lnTo>
                        <a:pt x="19" y="4"/>
                      </a:lnTo>
                      <a:lnTo>
                        <a:pt x="42" y="0"/>
                      </a:lnTo>
                      <a:lnTo>
                        <a:pt x="0" y="5"/>
                      </a:lnTo>
                      <a:lnTo>
                        <a:pt x="19"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92" name="Google Shape;592;p21"/>
                <p:cNvSpPr/>
                <p:nvPr/>
              </p:nvSpPr>
              <p:spPr>
                <a:xfrm>
                  <a:off x="11506200" y="1521861"/>
                  <a:ext cx="92075" cy="4924"/>
                </a:xfrm>
                <a:custGeom>
                  <a:rect b="b" l="l" r="r" t="t"/>
                  <a:pathLst>
                    <a:path extrusionOk="0" h="6" w="98">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93" name="Google Shape;593;p21"/>
                <p:cNvSpPr/>
                <p:nvPr/>
              </p:nvSpPr>
              <p:spPr>
                <a:xfrm>
                  <a:off x="11471275" y="1525554"/>
                  <a:ext cx="34925" cy="3693"/>
                </a:xfrm>
                <a:custGeom>
                  <a:rect b="b" l="l" r="r" t="t"/>
                  <a:pathLst>
                    <a:path extrusionOk="0" h="3" w="36">
                      <a:moveTo>
                        <a:pt x="0" y="3"/>
                      </a:moveTo>
                      <a:lnTo>
                        <a:pt x="0" y="3"/>
                      </a:lnTo>
                      <a:cubicBezTo>
                        <a:pt x="11" y="2"/>
                        <a:pt x="23" y="1"/>
                        <a:pt x="36" y="0"/>
                      </a:cubicBezTo>
                      <a:cubicBezTo>
                        <a:pt x="24" y="0"/>
                        <a:pt x="12"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94" name="Google Shape;594;p21"/>
                <p:cNvSpPr/>
                <p:nvPr/>
              </p:nvSpPr>
              <p:spPr>
                <a:xfrm>
                  <a:off x="11710988" y="1529246"/>
                  <a:ext cx="30162" cy="4924"/>
                </a:xfrm>
                <a:custGeom>
                  <a:rect b="b" l="l" r="r" t="t"/>
                  <a:pathLst>
                    <a:path extrusionOk="0" h="5" w="32">
                      <a:moveTo>
                        <a:pt x="32" y="5"/>
                      </a:moveTo>
                      <a:lnTo>
                        <a:pt x="32" y="5"/>
                      </a:lnTo>
                      <a:cubicBezTo>
                        <a:pt x="29" y="4"/>
                        <a:pt x="23" y="1"/>
                        <a:pt x="0" y="0"/>
                      </a:cubicBezTo>
                      <a:lnTo>
                        <a:pt x="16" y="5"/>
                      </a:lnTo>
                      <a:lnTo>
                        <a:pt x="32"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95" name="Google Shape;595;p21"/>
                <p:cNvSpPr/>
                <p:nvPr/>
              </p:nvSpPr>
              <p:spPr>
                <a:xfrm>
                  <a:off x="11691938" y="1532939"/>
                  <a:ext cx="34925" cy="1231"/>
                </a:xfrm>
                <a:custGeom>
                  <a:rect b="b" l="l" r="r" t="t"/>
                  <a:pathLst>
                    <a:path extrusionOk="0" h="1" w="36">
                      <a:moveTo>
                        <a:pt x="36" y="1"/>
                      </a:moveTo>
                      <a:lnTo>
                        <a:pt x="36" y="1"/>
                      </a:lnTo>
                      <a:lnTo>
                        <a:pt x="35" y="1"/>
                      </a:lnTo>
                      <a:lnTo>
                        <a:pt x="0" y="0"/>
                      </a:lnTo>
                      <a:lnTo>
                        <a:pt x="36"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96" name="Google Shape;596;p21"/>
                <p:cNvSpPr/>
                <p:nvPr/>
              </p:nvSpPr>
              <p:spPr>
                <a:xfrm>
                  <a:off x="11741150" y="1534170"/>
                  <a:ext cx="4762" cy="0"/>
                </a:xfrm>
                <a:custGeom>
                  <a:rect b="b" l="l" r="r" t="t"/>
                  <a:pathLst>
                    <a:path extrusionOk="0" h="120000" w="5">
                      <a:moveTo>
                        <a:pt x="5" y="0"/>
                      </a:moveTo>
                      <a:lnTo>
                        <a:pt x="5" y="0"/>
                      </a:lnTo>
                      <a:lnTo>
                        <a:pt x="0" y="0"/>
                      </a:lnTo>
                      <a:cubicBezTo>
                        <a:pt x="2" y="0"/>
                        <a:pt x="3" y="0"/>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97" name="Google Shape;597;p21"/>
                <p:cNvSpPr/>
                <p:nvPr/>
              </p:nvSpPr>
              <p:spPr>
                <a:xfrm>
                  <a:off x="11841163" y="1537863"/>
                  <a:ext cx="71437" cy="8617"/>
                </a:xfrm>
                <a:custGeom>
                  <a:rect b="b" l="l" r="r" t="t"/>
                  <a:pathLst>
                    <a:path extrusionOk="0" h="9" w="75">
                      <a:moveTo>
                        <a:pt x="75" y="0"/>
                      </a:moveTo>
                      <a:lnTo>
                        <a:pt x="75" y="0"/>
                      </a:lnTo>
                      <a:cubicBezTo>
                        <a:pt x="51" y="3"/>
                        <a:pt x="0" y="5"/>
                        <a:pt x="49" y="9"/>
                      </a:cubicBezTo>
                      <a:cubicBezTo>
                        <a:pt x="66" y="6"/>
                        <a:pt x="38" y="4"/>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98" name="Google Shape;598;p21"/>
                <p:cNvSpPr/>
                <p:nvPr/>
              </p:nvSpPr>
              <p:spPr>
                <a:xfrm>
                  <a:off x="11764963" y="1535401"/>
                  <a:ext cx="44450" cy="3693"/>
                </a:xfrm>
                <a:custGeom>
                  <a:rect b="b" l="l" r="r" t="t"/>
                  <a:pathLst>
                    <a:path extrusionOk="0" h="4" w="47">
                      <a:moveTo>
                        <a:pt x="0" y="3"/>
                      </a:moveTo>
                      <a:lnTo>
                        <a:pt x="0" y="3"/>
                      </a:lnTo>
                      <a:lnTo>
                        <a:pt x="44" y="4"/>
                      </a:lnTo>
                      <a:cubicBezTo>
                        <a:pt x="43" y="3"/>
                        <a:pt x="35" y="1"/>
                        <a:pt x="47" y="0"/>
                      </a:cubicBez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99" name="Google Shape;599;p21"/>
                <p:cNvSpPr/>
                <p:nvPr/>
              </p:nvSpPr>
              <p:spPr>
                <a:xfrm>
                  <a:off x="11744325" y="1537863"/>
                  <a:ext cx="20637" cy="2462"/>
                </a:xfrm>
                <a:custGeom>
                  <a:rect b="b" l="l" r="r" t="t"/>
                  <a:pathLst>
                    <a:path extrusionOk="0" h="2" w="22">
                      <a:moveTo>
                        <a:pt x="0" y="2"/>
                      </a:moveTo>
                      <a:lnTo>
                        <a:pt x="0" y="2"/>
                      </a:lnTo>
                      <a:lnTo>
                        <a:pt x="22" y="0"/>
                      </a:lnTo>
                      <a:lnTo>
                        <a:pt x="5" y="0"/>
                      </a:lnTo>
                      <a:lnTo>
                        <a:pt x="0"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00" name="Google Shape;600;p21"/>
                <p:cNvSpPr/>
                <p:nvPr/>
              </p:nvSpPr>
              <p:spPr>
                <a:xfrm>
                  <a:off x="11482388" y="1531708"/>
                  <a:ext cx="85725" cy="3693"/>
                </a:xfrm>
                <a:custGeom>
                  <a:rect b="b" l="l" r="r" t="t"/>
                  <a:pathLst>
                    <a:path extrusionOk="0" h="4" w="90">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01" name="Google Shape;601;p21"/>
                <p:cNvSpPr/>
                <p:nvPr/>
              </p:nvSpPr>
              <p:spPr>
                <a:xfrm>
                  <a:off x="11626850" y="1532939"/>
                  <a:ext cx="4762" cy="1231"/>
                </a:xfrm>
                <a:custGeom>
                  <a:rect b="b" l="l" r="r" t="t"/>
                  <a:pathLst>
                    <a:path extrusionOk="0" h="1" w="5">
                      <a:moveTo>
                        <a:pt x="5" y="0"/>
                      </a:moveTo>
                      <a:lnTo>
                        <a:pt x="5" y="0"/>
                      </a:lnTo>
                      <a:lnTo>
                        <a:pt x="0" y="1"/>
                      </a:lnTo>
                      <a:cubicBezTo>
                        <a:pt x="3" y="1"/>
                        <a:pt x="5" y="1"/>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02" name="Google Shape;602;p21"/>
                <p:cNvSpPr/>
                <p:nvPr/>
              </p:nvSpPr>
              <p:spPr>
                <a:xfrm>
                  <a:off x="11261725" y="1534170"/>
                  <a:ext cx="4762" cy="0"/>
                </a:xfrm>
                <a:custGeom>
                  <a:rect b="b" l="l" r="r" t="t"/>
                  <a:pathLst>
                    <a:path extrusionOk="0" h="1" w="5">
                      <a:moveTo>
                        <a:pt x="0" y="0"/>
                      </a:moveTo>
                      <a:lnTo>
                        <a:pt x="0" y="0"/>
                      </a:lnTo>
                      <a:lnTo>
                        <a:pt x="4" y="0"/>
                      </a:lnTo>
                      <a:cubicBezTo>
                        <a:pt x="4" y="0"/>
                        <a:pt x="4" y="0"/>
                        <a:pt x="5"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03" name="Google Shape;603;p21"/>
                <p:cNvSpPr/>
                <p:nvPr/>
              </p:nvSpPr>
              <p:spPr>
                <a:xfrm>
                  <a:off x="11553825" y="1534170"/>
                  <a:ext cx="44450" cy="2462"/>
                </a:xfrm>
                <a:custGeom>
                  <a:rect b="b" l="l" r="r" t="t"/>
                  <a:pathLst>
                    <a:path extrusionOk="0" h="2" w="47">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04" name="Google Shape;604;p21"/>
                <p:cNvSpPr/>
                <p:nvPr/>
              </p:nvSpPr>
              <p:spPr>
                <a:xfrm>
                  <a:off x="11409363" y="1529246"/>
                  <a:ext cx="31750" cy="2462"/>
                </a:xfrm>
                <a:custGeom>
                  <a:rect b="b" l="l" r="r" t="t"/>
                  <a:pathLst>
                    <a:path extrusionOk="0" h="3" w="33">
                      <a:moveTo>
                        <a:pt x="0" y="1"/>
                      </a:moveTo>
                      <a:lnTo>
                        <a:pt x="0" y="1"/>
                      </a:lnTo>
                      <a:cubicBezTo>
                        <a:pt x="10" y="2"/>
                        <a:pt x="21" y="3"/>
                        <a:pt x="33" y="3"/>
                      </a:cubicBezTo>
                      <a:cubicBezTo>
                        <a:pt x="23" y="2"/>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05" name="Google Shape;605;p21"/>
                <p:cNvSpPr/>
                <p:nvPr/>
              </p:nvSpPr>
              <p:spPr>
                <a:xfrm>
                  <a:off x="11618913" y="1531708"/>
                  <a:ext cx="6350" cy="0"/>
                </a:xfrm>
                <a:custGeom>
                  <a:rect b="b" l="l" r="r" t="t"/>
                  <a:pathLst>
                    <a:path extrusionOk="0" h="1" w="6">
                      <a:moveTo>
                        <a:pt x="3" y="0"/>
                      </a:moveTo>
                      <a:lnTo>
                        <a:pt x="3" y="0"/>
                      </a:lnTo>
                      <a:lnTo>
                        <a:pt x="6" y="0"/>
                      </a:lnTo>
                      <a:cubicBezTo>
                        <a:pt x="0" y="0"/>
                        <a:pt x="0" y="0"/>
                        <a:pt x="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06" name="Google Shape;606;p21"/>
                <p:cNvSpPr/>
                <p:nvPr/>
              </p:nvSpPr>
              <p:spPr>
                <a:xfrm>
                  <a:off x="11598275" y="1531708"/>
                  <a:ext cx="28575" cy="2462"/>
                </a:xfrm>
                <a:custGeom>
                  <a:rect b="b" l="l" r="r" t="t"/>
                  <a:pathLst>
                    <a:path extrusionOk="0" h="3" w="31">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07" name="Google Shape;607;p21"/>
                <p:cNvSpPr/>
                <p:nvPr/>
              </p:nvSpPr>
              <p:spPr>
                <a:xfrm>
                  <a:off x="11137900" y="1534170"/>
                  <a:ext cx="188912" cy="23388"/>
                </a:xfrm>
                <a:custGeom>
                  <a:rect b="b" l="l" r="r" t="t"/>
                  <a:pathLst>
                    <a:path extrusionOk="0" h="27" w="198">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08" name="Google Shape;608;p21"/>
                <p:cNvSpPr/>
                <p:nvPr/>
              </p:nvSpPr>
              <p:spPr>
                <a:xfrm>
                  <a:off x="11266488" y="1529246"/>
                  <a:ext cx="95250" cy="4924"/>
                </a:xfrm>
                <a:custGeom>
                  <a:rect b="b" l="l" r="r" t="t"/>
                  <a:pathLst>
                    <a:path extrusionOk="0" h="6" w="10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09" name="Google Shape;609;p21"/>
                <p:cNvSpPr/>
                <p:nvPr/>
              </p:nvSpPr>
              <p:spPr>
                <a:xfrm>
                  <a:off x="11361738" y="1531708"/>
                  <a:ext cx="134937" cy="12309"/>
                </a:xfrm>
                <a:custGeom>
                  <a:rect b="b" l="l" r="r" t="t"/>
                  <a:pathLst>
                    <a:path extrusionOk="0" h="14" w="142">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10" name="Google Shape;610;p21"/>
                <p:cNvSpPr/>
                <p:nvPr/>
              </p:nvSpPr>
              <p:spPr>
                <a:xfrm>
                  <a:off x="11834813" y="1552634"/>
                  <a:ext cx="9525" cy="1231"/>
                </a:xfrm>
                <a:custGeom>
                  <a:rect b="b" l="l" r="r" t="t"/>
                  <a:pathLst>
                    <a:path extrusionOk="0" h="1" w="11">
                      <a:moveTo>
                        <a:pt x="11" y="1"/>
                      </a:moveTo>
                      <a:lnTo>
                        <a:pt x="11" y="1"/>
                      </a:lnTo>
                      <a:cubicBezTo>
                        <a:pt x="8" y="1"/>
                        <a:pt x="8" y="1"/>
                        <a:pt x="8" y="0"/>
                      </a:cubicBezTo>
                      <a:cubicBezTo>
                        <a:pt x="2" y="1"/>
                        <a:pt x="0" y="1"/>
                        <a:pt x="11"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11" name="Google Shape;611;p21"/>
                <p:cNvSpPr/>
                <p:nvPr/>
              </p:nvSpPr>
              <p:spPr>
                <a:xfrm>
                  <a:off x="11764963" y="1542787"/>
                  <a:ext cx="117475" cy="9847"/>
                </a:xfrm>
                <a:custGeom>
                  <a:rect b="b" l="l" r="r" t="t"/>
                  <a:pathLst>
                    <a:path extrusionOk="0" h="12" w="12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12" name="Google Shape;612;p21"/>
                <p:cNvSpPr/>
                <p:nvPr/>
              </p:nvSpPr>
              <p:spPr>
                <a:xfrm>
                  <a:off x="11555413" y="1544017"/>
                  <a:ext cx="69850" cy="4924"/>
                </a:xfrm>
                <a:custGeom>
                  <a:rect b="b" l="l" r="r" t="t"/>
                  <a:pathLst>
                    <a:path extrusionOk="0" h="6" w="74">
                      <a:moveTo>
                        <a:pt x="70" y="0"/>
                      </a:moveTo>
                      <a:lnTo>
                        <a:pt x="70" y="0"/>
                      </a:lnTo>
                      <a:lnTo>
                        <a:pt x="0" y="2"/>
                      </a:lnTo>
                      <a:lnTo>
                        <a:pt x="36" y="6"/>
                      </a:lnTo>
                      <a:lnTo>
                        <a:pt x="34" y="4"/>
                      </a:lnTo>
                      <a:cubicBezTo>
                        <a:pt x="74" y="4"/>
                        <a:pt x="65" y="2"/>
                        <a:pt x="7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13" name="Google Shape;613;p21"/>
                <p:cNvSpPr/>
                <p:nvPr/>
              </p:nvSpPr>
              <p:spPr>
                <a:xfrm>
                  <a:off x="11223625" y="1528016"/>
                  <a:ext cx="38100" cy="6155"/>
                </a:xfrm>
                <a:custGeom>
                  <a:rect b="b" l="l" r="r" t="t"/>
                  <a:pathLst>
                    <a:path extrusionOk="0" h="7" w="40">
                      <a:moveTo>
                        <a:pt x="31" y="5"/>
                      </a:moveTo>
                      <a:lnTo>
                        <a:pt x="31" y="5"/>
                      </a:lnTo>
                      <a:lnTo>
                        <a:pt x="40" y="0"/>
                      </a:lnTo>
                      <a:lnTo>
                        <a:pt x="0" y="7"/>
                      </a:lnTo>
                      <a:lnTo>
                        <a:pt x="31"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14" name="Google Shape;614;p21"/>
                <p:cNvSpPr/>
                <p:nvPr/>
              </p:nvSpPr>
              <p:spPr>
                <a:xfrm>
                  <a:off x="11145838" y="1529246"/>
                  <a:ext cx="22225" cy="2462"/>
                </a:xfrm>
                <a:custGeom>
                  <a:rect b="b" l="l" r="r" t="t"/>
                  <a:pathLst>
                    <a:path extrusionOk="0" h="4" w="24">
                      <a:moveTo>
                        <a:pt x="21" y="4"/>
                      </a:moveTo>
                      <a:lnTo>
                        <a:pt x="21" y="4"/>
                      </a:lnTo>
                      <a:lnTo>
                        <a:pt x="24" y="0"/>
                      </a:lnTo>
                      <a:lnTo>
                        <a:pt x="0" y="3"/>
                      </a:lnTo>
                      <a:lnTo>
                        <a:pt x="2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15" name="Google Shape;615;p21"/>
                <p:cNvSpPr/>
                <p:nvPr/>
              </p:nvSpPr>
              <p:spPr>
                <a:xfrm>
                  <a:off x="6197600" y="1566174"/>
                  <a:ext cx="20637" cy="1231"/>
                </a:xfrm>
                <a:custGeom>
                  <a:rect b="b" l="l" r="r" t="t"/>
                  <a:pathLst>
                    <a:path extrusionOk="0" h="1" w="21">
                      <a:moveTo>
                        <a:pt x="21" y="0"/>
                      </a:moveTo>
                      <a:lnTo>
                        <a:pt x="21" y="0"/>
                      </a:lnTo>
                      <a:lnTo>
                        <a:pt x="0" y="1"/>
                      </a:lnTo>
                      <a:cubicBezTo>
                        <a:pt x="10" y="0"/>
                        <a:pt x="16" y="0"/>
                        <a:pt x="2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16" name="Google Shape;616;p21"/>
                <p:cNvSpPr/>
                <p:nvPr/>
              </p:nvSpPr>
              <p:spPr>
                <a:xfrm>
                  <a:off x="6356350" y="1564943"/>
                  <a:ext cx="9525" cy="1231"/>
                </a:xfrm>
                <a:custGeom>
                  <a:rect b="b" l="l" r="r" t="t"/>
                  <a:pathLst>
                    <a:path extrusionOk="0" h="2" w="10">
                      <a:moveTo>
                        <a:pt x="6" y="2"/>
                      </a:moveTo>
                      <a:lnTo>
                        <a:pt x="6" y="2"/>
                      </a:lnTo>
                      <a:lnTo>
                        <a:pt x="10" y="0"/>
                      </a:lnTo>
                      <a:cubicBezTo>
                        <a:pt x="3"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17" name="Google Shape;617;p21"/>
                <p:cNvSpPr/>
                <p:nvPr/>
              </p:nvSpPr>
              <p:spPr>
                <a:xfrm>
                  <a:off x="8950325" y="1521861"/>
                  <a:ext cx="61912" cy="7386"/>
                </a:xfrm>
                <a:custGeom>
                  <a:rect b="b" l="l" r="r" t="t"/>
                  <a:pathLst>
                    <a:path extrusionOk="0" h="9" w="65">
                      <a:moveTo>
                        <a:pt x="65" y="9"/>
                      </a:moveTo>
                      <a:lnTo>
                        <a:pt x="65" y="9"/>
                      </a:lnTo>
                      <a:cubicBezTo>
                        <a:pt x="34" y="5"/>
                        <a:pt x="0" y="0"/>
                        <a:pt x="4" y="4"/>
                      </a:cubicBezTo>
                      <a:lnTo>
                        <a:pt x="13" y="8"/>
                      </a:lnTo>
                      <a:cubicBezTo>
                        <a:pt x="35" y="7"/>
                        <a:pt x="51" y="8"/>
                        <a:pt x="65"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18" name="Google Shape;618;p21"/>
                <p:cNvSpPr/>
                <p:nvPr/>
              </p:nvSpPr>
              <p:spPr>
                <a:xfrm>
                  <a:off x="7537450" y="1546479"/>
                  <a:ext cx="28575" cy="3693"/>
                </a:xfrm>
                <a:custGeom>
                  <a:rect b="b" l="l" r="r" t="t"/>
                  <a:pathLst>
                    <a:path extrusionOk="0" h="4" w="29">
                      <a:moveTo>
                        <a:pt x="0" y="3"/>
                      </a:moveTo>
                      <a:lnTo>
                        <a:pt x="0" y="3"/>
                      </a:lnTo>
                      <a:lnTo>
                        <a:pt x="9" y="4"/>
                      </a:lnTo>
                      <a:lnTo>
                        <a:pt x="29" y="0"/>
                      </a:ln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19" name="Google Shape;619;p21"/>
                <p:cNvSpPr/>
                <p:nvPr/>
              </p:nvSpPr>
              <p:spPr>
                <a:xfrm>
                  <a:off x="7478713" y="1562481"/>
                  <a:ext cx="38100" cy="2462"/>
                </a:xfrm>
                <a:custGeom>
                  <a:rect b="b" l="l" r="r" t="t"/>
                  <a:pathLst>
                    <a:path extrusionOk="0" h="3" w="40">
                      <a:moveTo>
                        <a:pt x="40" y="3"/>
                      </a:moveTo>
                      <a:lnTo>
                        <a:pt x="40" y="3"/>
                      </a:lnTo>
                      <a:lnTo>
                        <a:pt x="0" y="0"/>
                      </a:lnTo>
                      <a:cubicBezTo>
                        <a:pt x="9" y="1"/>
                        <a:pt x="22" y="2"/>
                        <a:pt x="4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20" name="Google Shape;620;p21"/>
                <p:cNvSpPr/>
                <p:nvPr/>
              </p:nvSpPr>
              <p:spPr>
                <a:xfrm>
                  <a:off x="5410200" y="1568636"/>
                  <a:ext cx="36512" cy="3693"/>
                </a:xfrm>
                <a:custGeom>
                  <a:rect b="b" l="l" r="r" t="t"/>
                  <a:pathLst>
                    <a:path extrusionOk="0" h="5" w="38">
                      <a:moveTo>
                        <a:pt x="24" y="0"/>
                      </a:moveTo>
                      <a:lnTo>
                        <a:pt x="24" y="0"/>
                      </a:lnTo>
                      <a:lnTo>
                        <a:pt x="0" y="5"/>
                      </a:lnTo>
                      <a:cubicBezTo>
                        <a:pt x="38" y="5"/>
                        <a:pt x="21" y="3"/>
                        <a:pt x="2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21" name="Google Shape;621;p21"/>
                <p:cNvSpPr/>
                <p:nvPr/>
              </p:nvSpPr>
              <p:spPr>
                <a:xfrm>
                  <a:off x="10206038" y="1530477"/>
                  <a:ext cx="61912" cy="4924"/>
                </a:xfrm>
                <a:custGeom>
                  <a:rect b="b" l="l" r="r" t="t"/>
                  <a:pathLst>
                    <a:path extrusionOk="0" h="6" w="65">
                      <a:moveTo>
                        <a:pt x="65" y="3"/>
                      </a:moveTo>
                      <a:lnTo>
                        <a:pt x="65" y="3"/>
                      </a:lnTo>
                      <a:cubicBezTo>
                        <a:pt x="39" y="1"/>
                        <a:pt x="18" y="0"/>
                        <a:pt x="0" y="0"/>
                      </a:cubicBezTo>
                      <a:cubicBezTo>
                        <a:pt x="32" y="2"/>
                        <a:pt x="57" y="6"/>
                        <a:pt x="65"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22" name="Google Shape;622;p21"/>
                <p:cNvSpPr/>
                <p:nvPr/>
              </p:nvSpPr>
              <p:spPr>
                <a:xfrm>
                  <a:off x="6257925" y="1525554"/>
                  <a:ext cx="19050" cy="2462"/>
                </a:xfrm>
                <a:custGeom>
                  <a:rect b="b" l="l" r="r" t="t"/>
                  <a:pathLst>
                    <a:path extrusionOk="0" h="2" w="21">
                      <a:moveTo>
                        <a:pt x="18" y="0"/>
                      </a:moveTo>
                      <a:lnTo>
                        <a:pt x="18" y="0"/>
                      </a:lnTo>
                      <a:cubicBezTo>
                        <a:pt x="5" y="1"/>
                        <a:pt x="0" y="2"/>
                        <a:pt x="0" y="2"/>
                      </a:cubicBezTo>
                      <a:cubicBezTo>
                        <a:pt x="13" y="2"/>
                        <a:pt x="21" y="1"/>
                        <a:pt x="1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23" name="Google Shape;623;p21"/>
                <p:cNvSpPr/>
                <p:nvPr/>
              </p:nvSpPr>
              <p:spPr>
                <a:xfrm>
                  <a:off x="10134600" y="1528016"/>
                  <a:ext cx="71437" cy="3693"/>
                </a:xfrm>
                <a:custGeom>
                  <a:rect b="b" l="l" r="r" t="t"/>
                  <a:pathLst>
                    <a:path extrusionOk="0" h="4" w="75">
                      <a:moveTo>
                        <a:pt x="0" y="3"/>
                      </a:moveTo>
                      <a:lnTo>
                        <a:pt x="0" y="3"/>
                      </a:lnTo>
                      <a:lnTo>
                        <a:pt x="13" y="4"/>
                      </a:lnTo>
                      <a:cubicBezTo>
                        <a:pt x="32" y="3"/>
                        <a:pt x="52" y="2"/>
                        <a:pt x="75" y="3"/>
                      </a:cubicBezTo>
                      <a:cubicBezTo>
                        <a:pt x="52" y="1"/>
                        <a:pt x="25" y="0"/>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24" name="Google Shape;624;p21"/>
                <p:cNvSpPr/>
                <p:nvPr/>
              </p:nvSpPr>
              <p:spPr>
                <a:xfrm>
                  <a:off x="2582863" y="1560020"/>
                  <a:ext cx="7937" cy="1231"/>
                </a:xfrm>
                <a:custGeom>
                  <a:rect b="b" l="l" r="r" t="t"/>
                  <a:pathLst>
                    <a:path extrusionOk="0" h="1" w="8">
                      <a:moveTo>
                        <a:pt x="8" y="1"/>
                      </a:moveTo>
                      <a:lnTo>
                        <a:pt x="8" y="1"/>
                      </a:lnTo>
                      <a:lnTo>
                        <a:pt x="1" y="0"/>
                      </a:lnTo>
                      <a:cubicBezTo>
                        <a:pt x="0" y="1"/>
                        <a:pt x="3" y="1"/>
                        <a:pt x="8"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25" name="Google Shape;625;p21"/>
                <p:cNvSpPr/>
                <p:nvPr/>
              </p:nvSpPr>
              <p:spPr>
                <a:xfrm>
                  <a:off x="1762125" y="1521861"/>
                  <a:ext cx="34925" cy="1231"/>
                </a:xfrm>
                <a:custGeom>
                  <a:rect b="b" l="l" r="r" t="t"/>
                  <a:pathLst>
                    <a:path extrusionOk="0" h="1" w="36">
                      <a:moveTo>
                        <a:pt x="0" y="1"/>
                      </a:moveTo>
                      <a:lnTo>
                        <a:pt x="0" y="1"/>
                      </a:lnTo>
                      <a:cubicBezTo>
                        <a:pt x="9" y="1"/>
                        <a:pt x="23" y="1"/>
                        <a:pt x="36" y="1"/>
                      </a:cubicBezTo>
                      <a:cubicBezTo>
                        <a:pt x="29" y="0"/>
                        <a:pt x="19"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26" name="Google Shape;626;p21"/>
                <p:cNvSpPr/>
                <p:nvPr/>
              </p:nvSpPr>
              <p:spPr>
                <a:xfrm>
                  <a:off x="10812463" y="1529246"/>
                  <a:ext cx="19050" cy="1231"/>
                </a:xfrm>
                <a:custGeom>
                  <a:rect b="b" l="l" r="r" t="t"/>
                  <a:pathLst>
                    <a:path extrusionOk="0" h="1" w="20">
                      <a:moveTo>
                        <a:pt x="0" y="1"/>
                      </a:moveTo>
                      <a:lnTo>
                        <a:pt x="0" y="1"/>
                      </a:lnTo>
                      <a:cubicBezTo>
                        <a:pt x="20" y="1"/>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27" name="Google Shape;627;p21"/>
                <p:cNvSpPr/>
                <p:nvPr/>
              </p:nvSpPr>
              <p:spPr>
                <a:xfrm>
                  <a:off x="10896600" y="1545248"/>
                  <a:ext cx="7937" cy="2462"/>
                </a:xfrm>
                <a:custGeom>
                  <a:rect b="b" l="l" r="r" t="t"/>
                  <a:pathLst>
                    <a:path extrusionOk="0" h="3" w="8">
                      <a:moveTo>
                        <a:pt x="8" y="0"/>
                      </a:moveTo>
                      <a:lnTo>
                        <a:pt x="8" y="0"/>
                      </a:lnTo>
                      <a:cubicBezTo>
                        <a:pt x="4" y="1"/>
                        <a:pt x="1" y="2"/>
                        <a:pt x="0" y="3"/>
                      </a:cubicBezTo>
                      <a:cubicBezTo>
                        <a:pt x="2" y="2"/>
                        <a:pt x="4" y="1"/>
                        <a:pt x="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28" name="Google Shape;628;p21"/>
                <p:cNvSpPr/>
                <p:nvPr/>
              </p:nvSpPr>
              <p:spPr>
                <a:xfrm>
                  <a:off x="9947275" y="1553865"/>
                  <a:ext cx="4762" cy="1231"/>
                </a:xfrm>
                <a:custGeom>
                  <a:rect b="b" l="l" r="r" t="t"/>
                  <a:pathLst>
                    <a:path extrusionOk="0" h="1" w="5">
                      <a:moveTo>
                        <a:pt x="1" y="0"/>
                      </a:moveTo>
                      <a:lnTo>
                        <a:pt x="1" y="0"/>
                      </a:lnTo>
                      <a:lnTo>
                        <a:pt x="0" y="0"/>
                      </a:lnTo>
                      <a:cubicBezTo>
                        <a:pt x="5" y="1"/>
                        <a:pt x="4" y="0"/>
                        <a:pt x="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29" name="Google Shape;629;p21"/>
                <p:cNvSpPr/>
                <p:nvPr/>
              </p:nvSpPr>
              <p:spPr>
                <a:xfrm>
                  <a:off x="10817225" y="1531708"/>
                  <a:ext cx="23812" cy="0"/>
                </a:xfrm>
                <a:custGeom>
                  <a:rect b="b" l="l" r="r" t="t"/>
                  <a:pathLst>
                    <a:path extrusionOk="0" h="1" w="25">
                      <a:moveTo>
                        <a:pt x="25" y="0"/>
                      </a:moveTo>
                      <a:lnTo>
                        <a:pt x="25" y="0"/>
                      </a:lnTo>
                      <a:cubicBezTo>
                        <a:pt x="18" y="0"/>
                        <a:pt x="10" y="0"/>
                        <a:pt x="0" y="0"/>
                      </a:cubicBezTo>
                      <a:cubicBezTo>
                        <a:pt x="5" y="0"/>
                        <a:pt x="12" y="0"/>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30" name="Google Shape;630;p21"/>
                <p:cNvSpPr/>
                <p:nvPr/>
              </p:nvSpPr>
              <p:spPr>
                <a:xfrm>
                  <a:off x="10836275" y="1529246"/>
                  <a:ext cx="19050" cy="1231"/>
                </a:xfrm>
                <a:custGeom>
                  <a:rect b="b" l="l" r="r" t="t"/>
                  <a:pathLst>
                    <a:path extrusionOk="0" h="1" w="20">
                      <a:moveTo>
                        <a:pt x="0" y="1"/>
                      </a:moveTo>
                      <a:lnTo>
                        <a:pt x="0" y="1"/>
                      </a:lnTo>
                      <a:lnTo>
                        <a:pt x="18" y="1"/>
                      </a:lnTo>
                      <a:cubicBezTo>
                        <a:pt x="20" y="1"/>
                        <a:pt x="18"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31" name="Google Shape;631;p21"/>
                <p:cNvSpPr/>
                <p:nvPr/>
              </p:nvSpPr>
              <p:spPr>
                <a:xfrm>
                  <a:off x="10787063" y="1530477"/>
                  <a:ext cx="30162" cy="1231"/>
                </a:xfrm>
                <a:custGeom>
                  <a:rect b="b" l="l" r="r" t="t"/>
                  <a:pathLst>
                    <a:path extrusionOk="0" h="1" w="31">
                      <a:moveTo>
                        <a:pt x="0" y="0"/>
                      </a:moveTo>
                      <a:lnTo>
                        <a:pt x="0" y="0"/>
                      </a:lnTo>
                      <a:cubicBezTo>
                        <a:pt x="11" y="0"/>
                        <a:pt x="21" y="0"/>
                        <a:pt x="31" y="1"/>
                      </a:cubicBezTo>
                      <a:cubicBezTo>
                        <a:pt x="28" y="0"/>
                        <a:pt x="26" y="0"/>
                        <a:pt x="27"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32" name="Google Shape;632;p21"/>
                <p:cNvSpPr/>
                <p:nvPr/>
              </p:nvSpPr>
              <p:spPr>
                <a:xfrm>
                  <a:off x="4092575" y="1552634"/>
                  <a:ext cx="20637" cy="2462"/>
                </a:xfrm>
                <a:custGeom>
                  <a:rect b="b" l="l" r="r" t="t"/>
                  <a:pathLst>
                    <a:path extrusionOk="0" h="2" w="23">
                      <a:moveTo>
                        <a:pt x="23" y="0"/>
                      </a:moveTo>
                      <a:lnTo>
                        <a:pt x="23" y="0"/>
                      </a:lnTo>
                      <a:lnTo>
                        <a:pt x="19" y="0"/>
                      </a:lnTo>
                      <a:cubicBezTo>
                        <a:pt x="0" y="2"/>
                        <a:pt x="8" y="1"/>
                        <a:pt x="2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33" name="Google Shape;633;p21"/>
                <p:cNvSpPr/>
                <p:nvPr/>
              </p:nvSpPr>
              <p:spPr>
                <a:xfrm>
                  <a:off x="8528050" y="1567405"/>
                  <a:ext cx="3175" cy="1231"/>
                </a:xfrm>
                <a:custGeom>
                  <a:rect b="b" l="l" r="r" t="t"/>
                  <a:pathLst>
                    <a:path extrusionOk="0" h="1" w="3">
                      <a:moveTo>
                        <a:pt x="1" y="1"/>
                      </a:moveTo>
                      <a:lnTo>
                        <a:pt x="1" y="1"/>
                      </a:lnTo>
                      <a:lnTo>
                        <a:pt x="3" y="0"/>
                      </a:lnTo>
                      <a:lnTo>
                        <a:pt x="0" y="0"/>
                      </a:lnTo>
                      <a:lnTo>
                        <a:pt x="1"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34" name="Google Shape;634;p21"/>
                <p:cNvSpPr/>
                <p:nvPr/>
              </p:nvSpPr>
              <p:spPr>
                <a:xfrm>
                  <a:off x="8461375" y="1556326"/>
                  <a:ext cx="66675" cy="14771"/>
                </a:xfrm>
                <a:custGeom>
                  <a:rect b="b" l="l" r="r" t="t"/>
                  <a:pathLst>
                    <a:path extrusionOk="0" h="17" w="69">
                      <a:moveTo>
                        <a:pt x="0" y="17"/>
                      </a:moveTo>
                      <a:lnTo>
                        <a:pt x="0" y="17"/>
                      </a:lnTo>
                      <a:cubicBezTo>
                        <a:pt x="30" y="11"/>
                        <a:pt x="47" y="12"/>
                        <a:pt x="69" y="13"/>
                      </a:cubicBezTo>
                      <a:lnTo>
                        <a:pt x="46" y="0"/>
                      </a:lnTo>
                      <a:lnTo>
                        <a:pt x="0" y="17"/>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35" name="Google Shape;635;p21"/>
                <p:cNvSpPr/>
                <p:nvPr/>
              </p:nvSpPr>
              <p:spPr>
                <a:xfrm>
                  <a:off x="1562100" y="1514475"/>
                  <a:ext cx="9563100" cy="64008"/>
                </a:xfrm>
                <a:custGeom>
                  <a:rect b="b" l="l" r="r" t="t"/>
                  <a:pathLst>
                    <a:path extrusionOk="0" h="75" w="1003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36" name="Google Shape;636;p21"/>
                <p:cNvSpPr/>
                <p:nvPr/>
              </p:nvSpPr>
              <p:spPr>
                <a:xfrm>
                  <a:off x="7508875" y="1560020"/>
                  <a:ext cx="11112" cy="3693"/>
                </a:xfrm>
                <a:custGeom>
                  <a:rect b="b" l="l" r="r" t="t"/>
                  <a:pathLst>
                    <a:path extrusionOk="0" h="3" w="12">
                      <a:moveTo>
                        <a:pt x="12" y="3"/>
                      </a:moveTo>
                      <a:lnTo>
                        <a:pt x="12" y="3"/>
                      </a:lnTo>
                      <a:cubicBezTo>
                        <a:pt x="8" y="2"/>
                        <a:pt x="7" y="1"/>
                        <a:pt x="6" y="0"/>
                      </a:cubicBezTo>
                      <a:cubicBezTo>
                        <a:pt x="1" y="1"/>
                        <a:pt x="0" y="2"/>
                        <a:pt x="12"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37" name="Google Shape;637;p21"/>
                <p:cNvSpPr/>
                <p:nvPr/>
              </p:nvSpPr>
              <p:spPr>
                <a:xfrm>
                  <a:off x="5434013" y="1567405"/>
                  <a:ext cx="4762" cy="1231"/>
                </a:xfrm>
                <a:custGeom>
                  <a:rect b="b" l="l" r="r" t="t"/>
                  <a:pathLst>
                    <a:path extrusionOk="0" h="1" w="5">
                      <a:moveTo>
                        <a:pt x="5" y="1"/>
                      </a:moveTo>
                      <a:lnTo>
                        <a:pt x="5" y="1"/>
                      </a:lnTo>
                      <a:lnTo>
                        <a:pt x="3" y="0"/>
                      </a:lnTo>
                      <a:cubicBezTo>
                        <a:pt x="1" y="1"/>
                        <a:pt x="1" y="1"/>
                        <a:pt x="0" y="1"/>
                      </a:cubicBezTo>
                      <a:lnTo>
                        <a:pt x="5"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38" name="Google Shape;638;p21"/>
                <p:cNvSpPr/>
                <p:nvPr/>
              </p:nvSpPr>
              <p:spPr>
                <a:xfrm>
                  <a:off x="9672638" y="1567405"/>
                  <a:ext cx="25400" cy="2462"/>
                </a:xfrm>
                <a:custGeom>
                  <a:rect b="b" l="l" r="r" t="t"/>
                  <a:pathLst>
                    <a:path extrusionOk="0" h="3" w="27">
                      <a:moveTo>
                        <a:pt x="27" y="3"/>
                      </a:moveTo>
                      <a:lnTo>
                        <a:pt x="27" y="3"/>
                      </a:lnTo>
                      <a:cubicBezTo>
                        <a:pt x="13" y="2"/>
                        <a:pt x="6" y="1"/>
                        <a:pt x="1" y="0"/>
                      </a:cubicBezTo>
                      <a:cubicBezTo>
                        <a:pt x="0" y="1"/>
                        <a:pt x="6"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39" name="Google Shape;639;p21"/>
                <p:cNvSpPr/>
                <p:nvPr/>
              </p:nvSpPr>
              <p:spPr>
                <a:xfrm>
                  <a:off x="10966450" y="1529246"/>
                  <a:ext cx="39687" cy="2462"/>
                </a:xfrm>
                <a:custGeom>
                  <a:rect b="b" l="l" r="r" t="t"/>
                  <a:pathLst>
                    <a:path extrusionOk="0" h="3" w="42">
                      <a:moveTo>
                        <a:pt x="42" y="0"/>
                      </a:moveTo>
                      <a:lnTo>
                        <a:pt x="42" y="0"/>
                      </a:lnTo>
                      <a:lnTo>
                        <a:pt x="0" y="1"/>
                      </a:lnTo>
                      <a:cubicBezTo>
                        <a:pt x="20" y="1"/>
                        <a:pt x="27" y="2"/>
                        <a:pt x="38" y="3"/>
                      </a:cubicBezTo>
                      <a:cubicBezTo>
                        <a:pt x="37" y="2"/>
                        <a:pt x="29" y="0"/>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40" name="Google Shape;640;p21"/>
                <p:cNvSpPr/>
                <p:nvPr/>
              </p:nvSpPr>
              <p:spPr>
                <a:xfrm>
                  <a:off x="11329988" y="1552634"/>
                  <a:ext cx="44450" cy="2462"/>
                </a:xfrm>
                <a:custGeom>
                  <a:rect b="b" l="l" r="r" t="t"/>
                  <a:pathLst>
                    <a:path extrusionOk="0" h="3" w="46">
                      <a:moveTo>
                        <a:pt x="27" y="3"/>
                      </a:moveTo>
                      <a:lnTo>
                        <a:pt x="27" y="3"/>
                      </a:lnTo>
                      <a:cubicBezTo>
                        <a:pt x="33" y="2"/>
                        <a:pt x="40" y="3"/>
                        <a:pt x="46" y="2"/>
                      </a:cubicBezTo>
                      <a:lnTo>
                        <a:pt x="44" y="0"/>
                      </a:lnTo>
                      <a:cubicBezTo>
                        <a:pt x="18" y="0"/>
                        <a:pt x="0"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41" name="Google Shape;641;p21"/>
                <p:cNvSpPr/>
                <p:nvPr/>
              </p:nvSpPr>
              <p:spPr>
                <a:xfrm>
                  <a:off x="11042650" y="1540325"/>
                  <a:ext cx="60325" cy="6155"/>
                </a:xfrm>
                <a:custGeom>
                  <a:rect b="b" l="l" r="r" t="t"/>
                  <a:pathLst>
                    <a:path extrusionOk="0" h="7" w="63">
                      <a:moveTo>
                        <a:pt x="0" y="3"/>
                      </a:moveTo>
                      <a:lnTo>
                        <a:pt x="0" y="3"/>
                      </a:lnTo>
                      <a:cubicBezTo>
                        <a:pt x="3" y="7"/>
                        <a:pt x="30" y="6"/>
                        <a:pt x="60" y="5"/>
                      </a:cubicBezTo>
                      <a:lnTo>
                        <a:pt x="54" y="5"/>
                      </a:lnTo>
                      <a:cubicBezTo>
                        <a:pt x="63" y="0"/>
                        <a:pt x="31"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42" name="Google Shape;642;p21"/>
                <p:cNvSpPr/>
                <p:nvPr/>
              </p:nvSpPr>
              <p:spPr>
                <a:xfrm>
                  <a:off x="11106150" y="1542787"/>
                  <a:ext cx="28575" cy="1231"/>
                </a:xfrm>
                <a:custGeom>
                  <a:rect b="b" l="l" r="r" t="t"/>
                  <a:pathLst>
                    <a:path extrusionOk="0" h="2" w="31">
                      <a:moveTo>
                        <a:pt x="0" y="2"/>
                      </a:moveTo>
                      <a:lnTo>
                        <a:pt x="0" y="2"/>
                      </a:lnTo>
                      <a:cubicBezTo>
                        <a:pt x="10" y="2"/>
                        <a:pt x="19" y="2"/>
                        <a:pt x="28" y="2"/>
                      </a:cubicBezTo>
                      <a:cubicBezTo>
                        <a:pt x="31" y="0"/>
                        <a:pt x="17" y="2"/>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43" name="Google Shape;643;p21"/>
                <p:cNvSpPr/>
                <p:nvPr/>
              </p:nvSpPr>
              <p:spPr>
                <a:xfrm>
                  <a:off x="10679113" y="1525554"/>
                  <a:ext cx="103187" cy="9847"/>
                </a:xfrm>
                <a:custGeom>
                  <a:rect b="b" l="l" r="r" t="t"/>
                  <a:pathLst>
                    <a:path extrusionOk="0" h="12" w="109">
                      <a:moveTo>
                        <a:pt x="77" y="9"/>
                      </a:moveTo>
                      <a:lnTo>
                        <a:pt x="77" y="9"/>
                      </a:lnTo>
                      <a:cubicBezTo>
                        <a:pt x="91" y="10"/>
                        <a:pt x="86" y="4"/>
                        <a:pt x="94" y="6"/>
                      </a:cubicBezTo>
                      <a:cubicBezTo>
                        <a:pt x="109" y="0"/>
                        <a:pt x="0" y="12"/>
                        <a:pt x="77"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44" name="Google Shape;644;p21"/>
                <p:cNvSpPr/>
                <p:nvPr/>
              </p:nvSpPr>
              <p:spPr>
                <a:xfrm>
                  <a:off x="11039475" y="1550172"/>
                  <a:ext cx="26987" cy="4924"/>
                </a:xfrm>
                <a:custGeom>
                  <a:rect b="b" l="l" r="r" t="t"/>
                  <a:pathLst>
                    <a:path extrusionOk="0" h="5" w="27">
                      <a:moveTo>
                        <a:pt x="27" y="5"/>
                      </a:moveTo>
                      <a:lnTo>
                        <a:pt x="27" y="5"/>
                      </a:lnTo>
                      <a:lnTo>
                        <a:pt x="16" y="0"/>
                      </a:lnTo>
                      <a:lnTo>
                        <a:pt x="0" y="4"/>
                      </a:lnTo>
                      <a:lnTo>
                        <a:pt x="27"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45" name="Google Shape;645;p21"/>
                <p:cNvSpPr/>
                <p:nvPr/>
              </p:nvSpPr>
              <p:spPr>
                <a:xfrm>
                  <a:off x="10841038" y="1548941"/>
                  <a:ext cx="58737" cy="2462"/>
                </a:xfrm>
                <a:custGeom>
                  <a:rect b="b" l="l" r="r" t="t"/>
                  <a:pathLst>
                    <a:path extrusionOk="0" h="3" w="61">
                      <a:moveTo>
                        <a:pt x="1" y="2"/>
                      </a:moveTo>
                      <a:lnTo>
                        <a:pt x="1" y="2"/>
                      </a:lnTo>
                      <a:lnTo>
                        <a:pt x="49" y="3"/>
                      </a:lnTo>
                      <a:cubicBezTo>
                        <a:pt x="48" y="2"/>
                        <a:pt x="54" y="2"/>
                        <a:pt x="61" y="2"/>
                      </a:cubicBezTo>
                      <a:cubicBezTo>
                        <a:pt x="32" y="1"/>
                        <a:pt x="0" y="0"/>
                        <a:pt x="1"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46" name="Google Shape;646;p21"/>
                <p:cNvSpPr/>
                <p:nvPr/>
              </p:nvSpPr>
              <p:spPr>
                <a:xfrm>
                  <a:off x="10899775" y="1550172"/>
                  <a:ext cx="36512" cy="1231"/>
                </a:xfrm>
                <a:custGeom>
                  <a:rect b="b" l="l" r="r" t="t"/>
                  <a:pathLst>
                    <a:path extrusionOk="0" h="1" w="38">
                      <a:moveTo>
                        <a:pt x="0" y="1"/>
                      </a:moveTo>
                      <a:lnTo>
                        <a:pt x="0" y="1"/>
                      </a:lnTo>
                      <a:cubicBezTo>
                        <a:pt x="15" y="1"/>
                        <a:pt x="30" y="1"/>
                        <a:pt x="38" y="0"/>
                      </a:cubicBezTo>
                      <a:cubicBezTo>
                        <a:pt x="30" y="0"/>
                        <a:pt x="12"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47" name="Google Shape;647;p21"/>
                <p:cNvSpPr/>
                <p:nvPr/>
              </p:nvSpPr>
              <p:spPr>
                <a:xfrm>
                  <a:off x="10958513" y="1555096"/>
                  <a:ext cx="46037" cy="0"/>
                </a:xfrm>
                <a:custGeom>
                  <a:rect b="b" l="l" r="r" t="t"/>
                  <a:pathLst>
                    <a:path extrusionOk="0" h="1" w="47">
                      <a:moveTo>
                        <a:pt x="47" y="0"/>
                      </a:moveTo>
                      <a:lnTo>
                        <a:pt x="47" y="0"/>
                      </a:lnTo>
                      <a:lnTo>
                        <a:pt x="33" y="0"/>
                      </a:lnTo>
                      <a:lnTo>
                        <a:pt x="0" y="0"/>
                      </a:lnTo>
                      <a:lnTo>
                        <a:pt x="47"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48" name="Google Shape;648;p21"/>
                <p:cNvSpPr/>
                <p:nvPr/>
              </p:nvSpPr>
              <p:spPr>
                <a:xfrm>
                  <a:off x="10304463" y="1548941"/>
                  <a:ext cx="61912" cy="3693"/>
                </a:xfrm>
                <a:custGeom>
                  <a:rect b="b" l="l" r="r" t="t"/>
                  <a:pathLst>
                    <a:path extrusionOk="0" h="4" w="65">
                      <a:moveTo>
                        <a:pt x="57" y="0"/>
                      </a:moveTo>
                      <a:lnTo>
                        <a:pt x="57" y="0"/>
                      </a:lnTo>
                      <a:lnTo>
                        <a:pt x="5" y="1"/>
                      </a:lnTo>
                      <a:cubicBezTo>
                        <a:pt x="0" y="3"/>
                        <a:pt x="14" y="4"/>
                        <a:pt x="33" y="4"/>
                      </a:cubicBezTo>
                      <a:cubicBezTo>
                        <a:pt x="45" y="2"/>
                        <a:pt x="65" y="2"/>
                        <a:pt x="57"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49" name="Google Shape;649;p21"/>
                <p:cNvSpPr/>
                <p:nvPr/>
              </p:nvSpPr>
              <p:spPr>
                <a:xfrm>
                  <a:off x="10483850" y="1557558"/>
                  <a:ext cx="23812" cy="6155"/>
                </a:xfrm>
                <a:custGeom>
                  <a:rect b="b" l="l" r="r" t="t"/>
                  <a:pathLst>
                    <a:path extrusionOk="0" h="7" w="25">
                      <a:moveTo>
                        <a:pt x="25" y="4"/>
                      </a:moveTo>
                      <a:lnTo>
                        <a:pt x="25" y="4"/>
                      </a:lnTo>
                      <a:cubicBezTo>
                        <a:pt x="11" y="3"/>
                        <a:pt x="10" y="2"/>
                        <a:pt x="2" y="0"/>
                      </a:cubicBezTo>
                      <a:lnTo>
                        <a:pt x="0" y="7"/>
                      </a:lnTo>
                      <a:lnTo>
                        <a:pt x="25"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50" name="Google Shape;650;p21"/>
                <p:cNvSpPr/>
                <p:nvPr/>
              </p:nvSpPr>
              <p:spPr>
                <a:xfrm>
                  <a:off x="10291763" y="1563712"/>
                  <a:ext cx="117475" cy="2462"/>
                </a:xfrm>
                <a:custGeom>
                  <a:rect b="b" l="l" r="r" t="t"/>
                  <a:pathLst>
                    <a:path extrusionOk="0" h="4" w="123">
                      <a:moveTo>
                        <a:pt x="75" y="0"/>
                      </a:moveTo>
                      <a:lnTo>
                        <a:pt x="75" y="0"/>
                      </a:lnTo>
                      <a:cubicBezTo>
                        <a:pt x="70" y="1"/>
                        <a:pt x="0" y="4"/>
                        <a:pt x="66" y="4"/>
                      </a:cubicBezTo>
                      <a:cubicBezTo>
                        <a:pt x="71" y="2"/>
                        <a:pt x="123" y="1"/>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51" name="Google Shape;651;p21"/>
                <p:cNvSpPr/>
                <p:nvPr/>
              </p:nvSpPr>
              <p:spPr>
                <a:xfrm>
                  <a:off x="9621838" y="1546479"/>
                  <a:ext cx="11112" cy="8617"/>
                </a:xfrm>
                <a:custGeom>
                  <a:rect b="b" l="l" r="r" t="t"/>
                  <a:pathLst>
                    <a:path extrusionOk="0" h="10" w="13">
                      <a:moveTo>
                        <a:pt x="0" y="10"/>
                      </a:moveTo>
                      <a:lnTo>
                        <a:pt x="0" y="10"/>
                      </a:lnTo>
                      <a:lnTo>
                        <a:pt x="13" y="10"/>
                      </a:lnTo>
                      <a:lnTo>
                        <a:pt x="12" y="0"/>
                      </a:lnTo>
                      <a:lnTo>
                        <a:pt x="0" y="1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52" name="Google Shape;652;p21"/>
                <p:cNvSpPr/>
                <p:nvPr/>
              </p:nvSpPr>
              <p:spPr>
                <a:xfrm>
                  <a:off x="8951913" y="1568636"/>
                  <a:ext cx="96837" cy="8617"/>
                </a:xfrm>
                <a:custGeom>
                  <a:rect b="b" l="l" r="r" t="t"/>
                  <a:pathLst>
                    <a:path extrusionOk="0" h="10" w="101">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53" name="Google Shape;653;p21"/>
                <p:cNvSpPr/>
                <p:nvPr/>
              </p:nvSpPr>
              <p:spPr>
                <a:xfrm>
                  <a:off x="9005888" y="1566174"/>
                  <a:ext cx="17462" cy="2462"/>
                </a:xfrm>
                <a:custGeom>
                  <a:rect b="b" l="l" r="r" t="t"/>
                  <a:pathLst>
                    <a:path extrusionOk="0" h="2" w="19">
                      <a:moveTo>
                        <a:pt x="0" y="2"/>
                      </a:moveTo>
                      <a:lnTo>
                        <a:pt x="0" y="2"/>
                      </a:lnTo>
                      <a:lnTo>
                        <a:pt x="19" y="0"/>
                      </a:lnTo>
                      <a:cubicBezTo>
                        <a:pt x="8" y="1"/>
                        <a:pt x="3" y="1"/>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54" name="Google Shape;654;p21"/>
                <p:cNvSpPr/>
                <p:nvPr/>
              </p:nvSpPr>
              <p:spPr>
                <a:xfrm>
                  <a:off x="1587500" y="1516937"/>
                  <a:ext cx="38100" cy="3693"/>
                </a:xfrm>
                <a:custGeom>
                  <a:rect b="b" l="l" r="r" t="t"/>
                  <a:pathLst>
                    <a:path extrusionOk="0" h="4" w="39">
                      <a:moveTo>
                        <a:pt x="39" y="2"/>
                      </a:moveTo>
                      <a:lnTo>
                        <a:pt x="39" y="2"/>
                      </a:lnTo>
                      <a:lnTo>
                        <a:pt x="0" y="0"/>
                      </a:lnTo>
                      <a:lnTo>
                        <a:pt x="25" y="4"/>
                      </a:lnTo>
                      <a:lnTo>
                        <a:pt x="39"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55" name="Google Shape;655;p21"/>
                <p:cNvSpPr/>
                <p:nvPr/>
              </p:nvSpPr>
              <p:spPr>
                <a:xfrm>
                  <a:off x="1522413" y="1519399"/>
                  <a:ext cx="30162" cy="4924"/>
                </a:xfrm>
                <a:custGeom>
                  <a:rect b="b" l="l" r="r" t="t"/>
                  <a:pathLst>
                    <a:path extrusionOk="0" h="6" w="32">
                      <a:moveTo>
                        <a:pt x="32" y="6"/>
                      </a:moveTo>
                      <a:lnTo>
                        <a:pt x="32" y="6"/>
                      </a:lnTo>
                      <a:lnTo>
                        <a:pt x="23" y="0"/>
                      </a:lnTo>
                      <a:lnTo>
                        <a:pt x="0" y="5"/>
                      </a:lnTo>
                      <a:cubicBezTo>
                        <a:pt x="8" y="5"/>
                        <a:pt x="26" y="5"/>
                        <a:pt x="32"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56" name="Google Shape;656;p21"/>
                <p:cNvSpPr/>
                <p:nvPr/>
              </p:nvSpPr>
              <p:spPr>
                <a:xfrm>
                  <a:off x="6650038" y="1573559"/>
                  <a:ext cx="33337" cy="3693"/>
                </a:xfrm>
                <a:custGeom>
                  <a:rect b="b" l="l" r="r" t="t"/>
                  <a:pathLst>
                    <a:path extrusionOk="0" h="4" w="34">
                      <a:moveTo>
                        <a:pt x="31" y="4"/>
                      </a:moveTo>
                      <a:lnTo>
                        <a:pt x="31" y="4"/>
                      </a:lnTo>
                      <a:lnTo>
                        <a:pt x="34" y="2"/>
                      </a:lnTo>
                      <a:cubicBezTo>
                        <a:pt x="28" y="1"/>
                        <a:pt x="18" y="1"/>
                        <a:pt x="0" y="0"/>
                      </a:cubicBezTo>
                      <a:lnTo>
                        <a:pt x="3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57" name="Google Shape;657;p21"/>
                <p:cNvSpPr/>
                <p:nvPr/>
              </p:nvSpPr>
              <p:spPr>
                <a:xfrm>
                  <a:off x="6162675" y="1566174"/>
                  <a:ext cx="15875" cy="4924"/>
                </a:xfrm>
                <a:custGeom>
                  <a:rect b="b" l="l" r="r" t="t"/>
                  <a:pathLst>
                    <a:path extrusionOk="0" h="6" w="17">
                      <a:moveTo>
                        <a:pt x="8" y="6"/>
                      </a:moveTo>
                      <a:lnTo>
                        <a:pt x="8" y="6"/>
                      </a:lnTo>
                      <a:lnTo>
                        <a:pt x="17" y="6"/>
                      </a:lnTo>
                      <a:lnTo>
                        <a:pt x="0" y="0"/>
                      </a:lnTo>
                      <a:lnTo>
                        <a:pt x="8"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58" name="Google Shape;658;p21"/>
                <p:cNvSpPr/>
                <p:nvPr/>
              </p:nvSpPr>
              <p:spPr>
                <a:xfrm>
                  <a:off x="5738813" y="1571097"/>
                  <a:ext cx="60325" cy="6155"/>
                </a:xfrm>
                <a:custGeom>
                  <a:rect b="b" l="l" r="r" t="t"/>
                  <a:pathLst>
                    <a:path extrusionOk="0" h="8" w="63">
                      <a:moveTo>
                        <a:pt x="5" y="7"/>
                      </a:moveTo>
                      <a:lnTo>
                        <a:pt x="5" y="7"/>
                      </a:lnTo>
                      <a:cubicBezTo>
                        <a:pt x="23" y="8"/>
                        <a:pt x="45" y="6"/>
                        <a:pt x="63" y="7"/>
                      </a:cubicBezTo>
                      <a:cubicBezTo>
                        <a:pt x="23" y="8"/>
                        <a:pt x="0" y="0"/>
                        <a:pt x="5" y="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grpSp>
        </p:grpSp>
      </p:grpSp>
      <p:sp>
        <p:nvSpPr>
          <p:cNvPr id="659" name="Google Shape;659;p21"/>
          <p:cNvSpPr txBox="1"/>
          <p:nvPr>
            <p:ph idx="11" type="ftr"/>
          </p:nvPr>
        </p:nvSpPr>
        <p:spPr>
          <a:xfrm>
            <a:off x="1522413" y="6400801"/>
            <a:ext cx="6324599" cy="276226"/>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0" name="Google Shape;660;p21"/>
          <p:cNvSpPr txBox="1"/>
          <p:nvPr>
            <p:ph idx="10" type="dt"/>
          </p:nvPr>
        </p:nvSpPr>
        <p:spPr>
          <a:xfrm>
            <a:off x="8075612" y="6400801"/>
            <a:ext cx="1243859" cy="2762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1" name="Google Shape;661;p21"/>
          <p:cNvSpPr txBox="1"/>
          <p:nvPr>
            <p:ph idx="12" type="sldNum"/>
          </p:nvPr>
        </p:nvSpPr>
        <p:spPr>
          <a:xfrm>
            <a:off x="9523412" y="6400801"/>
            <a:ext cx="1143002" cy="2762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2" name="Shape 662"/>
        <p:cNvGrpSpPr/>
        <p:nvPr/>
      </p:nvGrpSpPr>
      <p:grpSpPr>
        <a:xfrm>
          <a:off x="0" y="0"/>
          <a:ext cx="0" cy="0"/>
          <a:chOff x="0" y="0"/>
          <a:chExt cx="0" cy="0"/>
        </a:xfrm>
      </p:grpSpPr>
      <p:sp>
        <p:nvSpPr>
          <p:cNvPr id="663" name="Google Shape;663;p22"/>
          <p:cNvSpPr txBox="1"/>
          <p:nvPr>
            <p:ph type="title"/>
          </p:nvPr>
        </p:nvSpPr>
        <p:spPr>
          <a:xfrm>
            <a:off x="1522414" y="274638"/>
            <a:ext cx="9143998" cy="102076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3200"/>
              <a:buFont typeface="Consolas"/>
              <a:buNone/>
              <a:defRPr b="0"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descr="An empty placeholder to add an image. Click on the placeholder and select the image that you wish to add." id="664" name="Google Shape;664;p22"/>
          <p:cNvSpPr/>
          <p:nvPr>
            <p:ph idx="2" type="pic"/>
          </p:nvPr>
        </p:nvSpPr>
        <p:spPr>
          <a:xfrm>
            <a:off x="1745838" y="1884311"/>
            <a:ext cx="5669280" cy="4041648"/>
          </a:xfrm>
          <a:prstGeom prst="rect">
            <a:avLst/>
          </a:prstGeom>
          <a:solidFill>
            <a:schemeClr val="dk1"/>
          </a:solidFill>
          <a:ln>
            <a:noFill/>
          </a:ln>
        </p:spPr>
      </p:sp>
      <p:grpSp>
        <p:nvGrpSpPr>
          <p:cNvPr descr="Box graphic" id="665" name="Google Shape;665;p22"/>
          <p:cNvGrpSpPr/>
          <p:nvPr/>
        </p:nvGrpSpPr>
        <p:grpSpPr>
          <a:xfrm flipH="1">
            <a:off x="1447500" y="1630821"/>
            <a:ext cx="6291028" cy="4575885"/>
            <a:chOff x="4417839" y="1630821"/>
            <a:chExt cx="6291028" cy="4575885"/>
          </a:xfrm>
        </p:grpSpPr>
        <p:grpSp>
          <p:nvGrpSpPr>
            <p:cNvPr id="666" name="Google Shape;666;p22"/>
            <p:cNvGrpSpPr/>
            <p:nvPr/>
          </p:nvGrpSpPr>
          <p:grpSpPr>
            <a:xfrm>
              <a:off x="5414491" y="1630821"/>
              <a:ext cx="5294376" cy="4114800"/>
              <a:chOff x="3310555" y="716546"/>
              <a:chExt cx="5294376" cy="4114800"/>
            </a:xfrm>
          </p:grpSpPr>
          <p:grpSp>
            <p:nvGrpSpPr>
              <p:cNvPr id="667" name="Google Shape;667;p22"/>
              <p:cNvGrpSpPr/>
              <p:nvPr/>
            </p:nvGrpSpPr>
            <p:grpSpPr>
              <a:xfrm flipH="1">
                <a:off x="3310555" y="737968"/>
                <a:ext cx="5294376" cy="54864"/>
                <a:chOff x="1522413" y="1514475"/>
                <a:chExt cx="10569575" cy="64008"/>
              </a:xfrm>
            </p:grpSpPr>
            <p:sp>
              <p:nvSpPr>
                <p:cNvPr id="668" name="Google Shape;668;p22"/>
                <p:cNvSpPr/>
                <p:nvPr/>
              </p:nvSpPr>
              <p:spPr>
                <a:xfrm>
                  <a:off x="12028488" y="1525554"/>
                  <a:ext cx="63500" cy="4924"/>
                </a:xfrm>
                <a:custGeom>
                  <a:rect b="b" l="l" r="r" t="t"/>
                  <a:pathLst>
                    <a:path extrusionOk="0" h="6" w="67">
                      <a:moveTo>
                        <a:pt x="30" y="6"/>
                      </a:moveTo>
                      <a:lnTo>
                        <a:pt x="30" y="6"/>
                      </a:lnTo>
                      <a:lnTo>
                        <a:pt x="67" y="3"/>
                      </a:lnTo>
                      <a:cubicBezTo>
                        <a:pt x="60" y="2"/>
                        <a:pt x="26" y="1"/>
                        <a:pt x="39" y="0"/>
                      </a:cubicBezTo>
                      <a:cubicBezTo>
                        <a:pt x="0" y="1"/>
                        <a:pt x="8" y="3"/>
                        <a:pt x="30"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69" name="Google Shape;669;p22"/>
                <p:cNvSpPr/>
                <p:nvPr/>
              </p:nvSpPr>
              <p:spPr>
                <a:xfrm>
                  <a:off x="12022138" y="1532939"/>
                  <a:ext cx="19050" cy="1231"/>
                </a:xfrm>
                <a:custGeom>
                  <a:rect b="b" l="l" r="r" t="t"/>
                  <a:pathLst>
                    <a:path extrusionOk="0" h="2" w="20">
                      <a:moveTo>
                        <a:pt x="0" y="2"/>
                      </a:moveTo>
                      <a:lnTo>
                        <a:pt x="0" y="2"/>
                      </a:lnTo>
                      <a:lnTo>
                        <a:pt x="20" y="1"/>
                      </a:lnTo>
                      <a:cubicBezTo>
                        <a:pt x="16" y="0"/>
                        <a:pt x="11" y="0"/>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70" name="Google Shape;670;p22"/>
                <p:cNvSpPr/>
                <p:nvPr/>
              </p:nvSpPr>
              <p:spPr>
                <a:xfrm>
                  <a:off x="12041188" y="1531708"/>
                  <a:ext cx="39687" cy="6155"/>
                </a:xfrm>
                <a:custGeom>
                  <a:rect b="b" l="l" r="r" t="t"/>
                  <a:pathLst>
                    <a:path extrusionOk="0" h="6" w="41">
                      <a:moveTo>
                        <a:pt x="41" y="0"/>
                      </a:moveTo>
                      <a:lnTo>
                        <a:pt x="41" y="0"/>
                      </a:lnTo>
                      <a:lnTo>
                        <a:pt x="0" y="2"/>
                      </a:lnTo>
                      <a:cubicBezTo>
                        <a:pt x="5" y="3"/>
                        <a:pt x="6" y="6"/>
                        <a:pt x="19" y="1"/>
                      </a:cubicBezTo>
                      <a:cubicBezTo>
                        <a:pt x="15" y="3"/>
                        <a:pt x="23" y="1"/>
                        <a:pt x="4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71" name="Google Shape;671;p22"/>
                <p:cNvSpPr/>
                <p:nvPr/>
              </p:nvSpPr>
              <p:spPr>
                <a:xfrm>
                  <a:off x="11831638" y="1526784"/>
                  <a:ext cx="42862" cy="4924"/>
                </a:xfrm>
                <a:custGeom>
                  <a:rect b="b" l="l" r="r" t="t"/>
                  <a:pathLst>
                    <a:path extrusionOk="0" h="6" w="45">
                      <a:moveTo>
                        <a:pt x="2" y="0"/>
                      </a:moveTo>
                      <a:lnTo>
                        <a:pt x="2" y="0"/>
                      </a:lnTo>
                      <a:cubicBezTo>
                        <a:pt x="0" y="1"/>
                        <a:pt x="15" y="4"/>
                        <a:pt x="18" y="6"/>
                      </a:cubicBezTo>
                      <a:lnTo>
                        <a:pt x="45" y="4"/>
                      </a:lnTo>
                      <a:cubicBezTo>
                        <a:pt x="31" y="3"/>
                        <a:pt x="4" y="2"/>
                        <a:pt x="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72" name="Google Shape;672;p22"/>
                <p:cNvSpPr/>
                <p:nvPr/>
              </p:nvSpPr>
              <p:spPr>
                <a:xfrm>
                  <a:off x="11809413" y="1531708"/>
                  <a:ext cx="41275" cy="2462"/>
                </a:xfrm>
                <a:custGeom>
                  <a:rect b="b" l="l" r="r" t="t"/>
                  <a:pathLst>
                    <a:path extrusionOk="0" h="3" w="44">
                      <a:moveTo>
                        <a:pt x="42" y="0"/>
                      </a:moveTo>
                      <a:lnTo>
                        <a:pt x="42" y="0"/>
                      </a:lnTo>
                      <a:lnTo>
                        <a:pt x="0" y="3"/>
                      </a:lnTo>
                      <a:cubicBezTo>
                        <a:pt x="37" y="3"/>
                        <a:pt x="44" y="2"/>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73" name="Google Shape;673;p22"/>
                <p:cNvSpPr/>
                <p:nvPr/>
              </p:nvSpPr>
              <p:spPr>
                <a:xfrm>
                  <a:off x="12003088" y="1537863"/>
                  <a:ext cx="77787" cy="3693"/>
                </a:xfrm>
                <a:custGeom>
                  <a:rect b="b" l="l" r="r" t="t"/>
                  <a:pathLst>
                    <a:path extrusionOk="0" h="5" w="82">
                      <a:moveTo>
                        <a:pt x="14" y="5"/>
                      </a:moveTo>
                      <a:lnTo>
                        <a:pt x="14" y="5"/>
                      </a:lnTo>
                      <a:lnTo>
                        <a:pt x="82" y="0"/>
                      </a:lnTo>
                      <a:lnTo>
                        <a:pt x="0" y="5"/>
                      </a:lnTo>
                      <a:lnTo>
                        <a:pt x="14"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74" name="Google Shape;674;p22"/>
                <p:cNvSpPr/>
                <p:nvPr/>
              </p:nvSpPr>
              <p:spPr>
                <a:xfrm>
                  <a:off x="11664950" y="1523092"/>
                  <a:ext cx="39687" cy="4924"/>
                </a:xfrm>
                <a:custGeom>
                  <a:rect b="b" l="l" r="r" t="t"/>
                  <a:pathLst>
                    <a:path extrusionOk="0" h="5" w="42">
                      <a:moveTo>
                        <a:pt x="19" y="4"/>
                      </a:moveTo>
                      <a:lnTo>
                        <a:pt x="19" y="4"/>
                      </a:lnTo>
                      <a:lnTo>
                        <a:pt x="42" y="0"/>
                      </a:lnTo>
                      <a:lnTo>
                        <a:pt x="0" y="5"/>
                      </a:lnTo>
                      <a:lnTo>
                        <a:pt x="19"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75" name="Google Shape;675;p22"/>
                <p:cNvSpPr/>
                <p:nvPr/>
              </p:nvSpPr>
              <p:spPr>
                <a:xfrm>
                  <a:off x="11506200" y="1521861"/>
                  <a:ext cx="92075" cy="4924"/>
                </a:xfrm>
                <a:custGeom>
                  <a:rect b="b" l="l" r="r" t="t"/>
                  <a:pathLst>
                    <a:path extrusionOk="0" h="6" w="98">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76" name="Google Shape;676;p22"/>
                <p:cNvSpPr/>
                <p:nvPr/>
              </p:nvSpPr>
              <p:spPr>
                <a:xfrm>
                  <a:off x="11471275" y="1525554"/>
                  <a:ext cx="34925" cy="3693"/>
                </a:xfrm>
                <a:custGeom>
                  <a:rect b="b" l="l" r="r" t="t"/>
                  <a:pathLst>
                    <a:path extrusionOk="0" h="3" w="36">
                      <a:moveTo>
                        <a:pt x="0" y="3"/>
                      </a:moveTo>
                      <a:lnTo>
                        <a:pt x="0" y="3"/>
                      </a:lnTo>
                      <a:cubicBezTo>
                        <a:pt x="11" y="2"/>
                        <a:pt x="23" y="1"/>
                        <a:pt x="36" y="0"/>
                      </a:cubicBezTo>
                      <a:cubicBezTo>
                        <a:pt x="24" y="0"/>
                        <a:pt x="12"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77" name="Google Shape;677;p22"/>
                <p:cNvSpPr/>
                <p:nvPr/>
              </p:nvSpPr>
              <p:spPr>
                <a:xfrm>
                  <a:off x="11710988" y="1529246"/>
                  <a:ext cx="30162" cy="4924"/>
                </a:xfrm>
                <a:custGeom>
                  <a:rect b="b" l="l" r="r" t="t"/>
                  <a:pathLst>
                    <a:path extrusionOk="0" h="5" w="32">
                      <a:moveTo>
                        <a:pt x="32" y="5"/>
                      </a:moveTo>
                      <a:lnTo>
                        <a:pt x="32" y="5"/>
                      </a:lnTo>
                      <a:cubicBezTo>
                        <a:pt x="29" y="4"/>
                        <a:pt x="23" y="1"/>
                        <a:pt x="0" y="0"/>
                      </a:cubicBezTo>
                      <a:lnTo>
                        <a:pt x="16" y="5"/>
                      </a:lnTo>
                      <a:lnTo>
                        <a:pt x="32"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78" name="Google Shape;678;p22"/>
                <p:cNvSpPr/>
                <p:nvPr/>
              </p:nvSpPr>
              <p:spPr>
                <a:xfrm>
                  <a:off x="11691938" y="1532939"/>
                  <a:ext cx="34925" cy="1231"/>
                </a:xfrm>
                <a:custGeom>
                  <a:rect b="b" l="l" r="r" t="t"/>
                  <a:pathLst>
                    <a:path extrusionOk="0" h="1" w="36">
                      <a:moveTo>
                        <a:pt x="36" y="1"/>
                      </a:moveTo>
                      <a:lnTo>
                        <a:pt x="36" y="1"/>
                      </a:lnTo>
                      <a:lnTo>
                        <a:pt x="35" y="1"/>
                      </a:lnTo>
                      <a:lnTo>
                        <a:pt x="0" y="0"/>
                      </a:lnTo>
                      <a:lnTo>
                        <a:pt x="36"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79" name="Google Shape;679;p22"/>
                <p:cNvSpPr/>
                <p:nvPr/>
              </p:nvSpPr>
              <p:spPr>
                <a:xfrm>
                  <a:off x="11741150" y="1534170"/>
                  <a:ext cx="4762" cy="0"/>
                </a:xfrm>
                <a:custGeom>
                  <a:rect b="b" l="l" r="r" t="t"/>
                  <a:pathLst>
                    <a:path extrusionOk="0" h="120000" w="5">
                      <a:moveTo>
                        <a:pt x="5" y="0"/>
                      </a:moveTo>
                      <a:lnTo>
                        <a:pt x="5" y="0"/>
                      </a:lnTo>
                      <a:lnTo>
                        <a:pt x="0" y="0"/>
                      </a:lnTo>
                      <a:cubicBezTo>
                        <a:pt x="2" y="0"/>
                        <a:pt x="3" y="0"/>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80" name="Google Shape;680;p22"/>
                <p:cNvSpPr/>
                <p:nvPr/>
              </p:nvSpPr>
              <p:spPr>
                <a:xfrm>
                  <a:off x="11841163" y="1537863"/>
                  <a:ext cx="71437" cy="8617"/>
                </a:xfrm>
                <a:custGeom>
                  <a:rect b="b" l="l" r="r" t="t"/>
                  <a:pathLst>
                    <a:path extrusionOk="0" h="9" w="75">
                      <a:moveTo>
                        <a:pt x="75" y="0"/>
                      </a:moveTo>
                      <a:lnTo>
                        <a:pt x="75" y="0"/>
                      </a:lnTo>
                      <a:cubicBezTo>
                        <a:pt x="51" y="3"/>
                        <a:pt x="0" y="5"/>
                        <a:pt x="49" y="9"/>
                      </a:cubicBezTo>
                      <a:cubicBezTo>
                        <a:pt x="66" y="6"/>
                        <a:pt x="38" y="4"/>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81" name="Google Shape;681;p22"/>
                <p:cNvSpPr/>
                <p:nvPr/>
              </p:nvSpPr>
              <p:spPr>
                <a:xfrm>
                  <a:off x="11764963" y="1535401"/>
                  <a:ext cx="44450" cy="3693"/>
                </a:xfrm>
                <a:custGeom>
                  <a:rect b="b" l="l" r="r" t="t"/>
                  <a:pathLst>
                    <a:path extrusionOk="0" h="4" w="47">
                      <a:moveTo>
                        <a:pt x="0" y="3"/>
                      </a:moveTo>
                      <a:lnTo>
                        <a:pt x="0" y="3"/>
                      </a:lnTo>
                      <a:lnTo>
                        <a:pt x="44" y="4"/>
                      </a:lnTo>
                      <a:cubicBezTo>
                        <a:pt x="43" y="3"/>
                        <a:pt x="35" y="1"/>
                        <a:pt x="47" y="0"/>
                      </a:cubicBez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82" name="Google Shape;682;p22"/>
                <p:cNvSpPr/>
                <p:nvPr/>
              </p:nvSpPr>
              <p:spPr>
                <a:xfrm>
                  <a:off x="11744325" y="1537863"/>
                  <a:ext cx="20637" cy="2462"/>
                </a:xfrm>
                <a:custGeom>
                  <a:rect b="b" l="l" r="r" t="t"/>
                  <a:pathLst>
                    <a:path extrusionOk="0" h="2" w="22">
                      <a:moveTo>
                        <a:pt x="0" y="2"/>
                      </a:moveTo>
                      <a:lnTo>
                        <a:pt x="0" y="2"/>
                      </a:lnTo>
                      <a:lnTo>
                        <a:pt x="22" y="0"/>
                      </a:lnTo>
                      <a:lnTo>
                        <a:pt x="5" y="0"/>
                      </a:lnTo>
                      <a:lnTo>
                        <a:pt x="0"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83" name="Google Shape;683;p22"/>
                <p:cNvSpPr/>
                <p:nvPr/>
              </p:nvSpPr>
              <p:spPr>
                <a:xfrm>
                  <a:off x="11482388" y="1531708"/>
                  <a:ext cx="85725" cy="3693"/>
                </a:xfrm>
                <a:custGeom>
                  <a:rect b="b" l="l" r="r" t="t"/>
                  <a:pathLst>
                    <a:path extrusionOk="0" h="4" w="90">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84" name="Google Shape;684;p22"/>
                <p:cNvSpPr/>
                <p:nvPr/>
              </p:nvSpPr>
              <p:spPr>
                <a:xfrm>
                  <a:off x="11626850" y="1532939"/>
                  <a:ext cx="4762" cy="1231"/>
                </a:xfrm>
                <a:custGeom>
                  <a:rect b="b" l="l" r="r" t="t"/>
                  <a:pathLst>
                    <a:path extrusionOk="0" h="1" w="5">
                      <a:moveTo>
                        <a:pt x="5" y="0"/>
                      </a:moveTo>
                      <a:lnTo>
                        <a:pt x="5" y="0"/>
                      </a:lnTo>
                      <a:lnTo>
                        <a:pt x="0" y="1"/>
                      </a:lnTo>
                      <a:cubicBezTo>
                        <a:pt x="3" y="1"/>
                        <a:pt x="5" y="1"/>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85" name="Google Shape;685;p22"/>
                <p:cNvSpPr/>
                <p:nvPr/>
              </p:nvSpPr>
              <p:spPr>
                <a:xfrm>
                  <a:off x="11261725" y="1534170"/>
                  <a:ext cx="4762" cy="0"/>
                </a:xfrm>
                <a:custGeom>
                  <a:rect b="b" l="l" r="r" t="t"/>
                  <a:pathLst>
                    <a:path extrusionOk="0" h="1" w="5">
                      <a:moveTo>
                        <a:pt x="0" y="0"/>
                      </a:moveTo>
                      <a:lnTo>
                        <a:pt x="0" y="0"/>
                      </a:lnTo>
                      <a:lnTo>
                        <a:pt x="4" y="0"/>
                      </a:lnTo>
                      <a:cubicBezTo>
                        <a:pt x="4" y="0"/>
                        <a:pt x="4" y="0"/>
                        <a:pt x="5"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86" name="Google Shape;686;p22"/>
                <p:cNvSpPr/>
                <p:nvPr/>
              </p:nvSpPr>
              <p:spPr>
                <a:xfrm>
                  <a:off x="11553825" y="1534170"/>
                  <a:ext cx="44450" cy="2462"/>
                </a:xfrm>
                <a:custGeom>
                  <a:rect b="b" l="l" r="r" t="t"/>
                  <a:pathLst>
                    <a:path extrusionOk="0" h="2" w="47">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87" name="Google Shape;687;p22"/>
                <p:cNvSpPr/>
                <p:nvPr/>
              </p:nvSpPr>
              <p:spPr>
                <a:xfrm>
                  <a:off x="11409363" y="1529246"/>
                  <a:ext cx="31750" cy="2462"/>
                </a:xfrm>
                <a:custGeom>
                  <a:rect b="b" l="l" r="r" t="t"/>
                  <a:pathLst>
                    <a:path extrusionOk="0" h="3" w="33">
                      <a:moveTo>
                        <a:pt x="0" y="1"/>
                      </a:moveTo>
                      <a:lnTo>
                        <a:pt x="0" y="1"/>
                      </a:lnTo>
                      <a:cubicBezTo>
                        <a:pt x="10" y="2"/>
                        <a:pt x="21" y="3"/>
                        <a:pt x="33" y="3"/>
                      </a:cubicBezTo>
                      <a:cubicBezTo>
                        <a:pt x="23" y="2"/>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88" name="Google Shape;688;p22"/>
                <p:cNvSpPr/>
                <p:nvPr/>
              </p:nvSpPr>
              <p:spPr>
                <a:xfrm>
                  <a:off x="11618913" y="1531708"/>
                  <a:ext cx="6350" cy="0"/>
                </a:xfrm>
                <a:custGeom>
                  <a:rect b="b" l="l" r="r" t="t"/>
                  <a:pathLst>
                    <a:path extrusionOk="0" h="1" w="6">
                      <a:moveTo>
                        <a:pt x="3" y="0"/>
                      </a:moveTo>
                      <a:lnTo>
                        <a:pt x="3" y="0"/>
                      </a:lnTo>
                      <a:lnTo>
                        <a:pt x="6" y="0"/>
                      </a:lnTo>
                      <a:cubicBezTo>
                        <a:pt x="0" y="0"/>
                        <a:pt x="0" y="0"/>
                        <a:pt x="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89" name="Google Shape;689;p22"/>
                <p:cNvSpPr/>
                <p:nvPr/>
              </p:nvSpPr>
              <p:spPr>
                <a:xfrm>
                  <a:off x="11598275" y="1531708"/>
                  <a:ext cx="28575" cy="2462"/>
                </a:xfrm>
                <a:custGeom>
                  <a:rect b="b" l="l" r="r" t="t"/>
                  <a:pathLst>
                    <a:path extrusionOk="0" h="3" w="31">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90" name="Google Shape;690;p22"/>
                <p:cNvSpPr/>
                <p:nvPr/>
              </p:nvSpPr>
              <p:spPr>
                <a:xfrm>
                  <a:off x="11137900" y="1534170"/>
                  <a:ext cx="188912" cy="23388"/>
                </a:xfrm>
                <a:custGeom>
                  <a:rect b="b" l="l" r="r" t="t"/>
                  <a:pathLst>
                    <a:path extrusionOk="0" h="27" w="198">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91" name="Google Shape;691;p22"/>
                <p:cNvSpPr/>
                <p:nvPr/>
              </p:nvSpPr>
              <p:spPr>
                <a:xfrm>
                  <a:off x="11266488" y="1529246"/>
                  <a:ext cx="95250" cy="4924"/>
                </a:xfrm>
                <a:custGeom>
                  <a:rect b="b" l="l" r="r" t="t"/>
                  <a:pathLst>
                    <a:path extrusionOk="0" h="6" w="10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92" name="Google Shape;692;p22"/>
                <p:cNvSpPr/>
                <p:nvPr/>
              </p:nvSpPr>
              <p:spPr>
                <a:xfrm>
                  <a:off x="11361738" y="1531708"/>
                  <a:ext cx="134937" cy="12309"/>
                </a:xfrm>
                <a:custGeom>
                  <a:rect b="b" l="l" r="r" t="t"/>
                  <a:pathLst>
                    <a:path extrusionOk="0" h="14" w="142">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93" name="Google Shape;693;p22"/>
                <p:cNvSpPr/>
                <p:nvPr/>
              </p:nvSpPr>
              <p:spPr>
                <a:xfrm>
                  <a:off x="11834813" y="1552634"/>
                  <a:ext cx="9525" cy="1231"/>
                </a:xfrm>
                <a:custGeom>
                  <a:rect b="b" l="l" r="r" t="t"/>
                  <a:pathLst>
                    <a:path extrusionOk="0" h="1" w="11">
                      <a:moveTo>
                        <a:pt x="11" y="1"/>
                      </a:moveTo>
                      <a:lnTo>
                        <a:pt x="11" y="1"/>
                      </a:lnTo>
                      <a:cubicBezTo>
                        <a:pt x="8" y="1"/>
                        <a:pt x="8" y="1"/>
                        <a:pt x="8" y="0"/>
                      </a:cubicBezTo>
                      <a:cubicBezTo>
                        <a:pt x="2" y="1"/>
                        <a:pt x="0" y="1"/>
                        <a:pt x="11"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94" name="Google Shape;694;p22"/>
                <p:cNvSpPr/>
                <p:nvPr/>
              </p:nvSpPr>
              <p:spPr>
                <a:xfrm>
                  <a:off x="11764963" y="1542787"/>
                  <a:ext cx="117475" cy="9847"/>
                </a:xfrm>
                <a:custGeom>
                  <a:rect b="b" l="l" r="r" t="t"/>
                  <a:pathLst>
                    <a:path extrusionOk="0" h="12" w="12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95" name="Google Shape;695;p22"/>
                <p:cNvSpPr/>
                <p:nvPr/>
              </p:nvSpPr>
              <p:spPr>
                <a:xfrm>
                  <a:off x="11555413" y="1544017"/>
                  <a:ext cx="69850" cy="4924"/>
                </a:xfrm>
                <a:custGeom>
                  <a:rect b="b" l="l" r="r" t="t"/>
                  <a:pathLst>
                    <a:path extrusionOk="0" h="6" w="74">
                      <a:moveTo>
                        <a:pt x="70" y="0"/>
                      </a:moveTo>
                      <a:lnTo>
                        <a:pt x="70" y="0"/>
                      </a:lnTo>
                      <a:lnTo>
                        <a:pt x="0" y="2"/>
                      </a:lnTo>
                      <a:lnTo>
                        <a:pt x="36" y="6"/>
                      </a:lnTo>
                      <a:lnTo>
                        <a:pt x="34" y="4"/>
                      </a:lnTo>
                      <a:cubicBezTo>
                        <a:pt x="74" y="4"/>
                        <a:pt x="65" y="2"/>
                        <a:pt x="7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96" name="Google Shape;696;p22"/>
                <p:cNvSpPr/>
                <p:nvPr/>
              </p:nvSpPr>
              <p:spPr>
                <a:xfrm>
                  <a:off x="11223625" y="1528016"/>
                  <a:ext cx="38100" cy="6155"/>
                </a:xfrm>
                <a:custGeom>
                  <a:rect b="b" l="l" r="r" t="t"/>
                  <a:pathLst>
                    <a:path extrusionOk="0" h="7" w="40">
                      <a:moveTo>
                        <a:pt x="31" y="5"/>
                      </a:moveTo>
                      <a:lnTo>
                        <a:pt x="31" y="5"/>
                      </a:lnTo>
                      <a:lnTo>
                        <a:pt x="40" y="0"/>
                      </a:lnTo>
                      <a:lnTo>
                        <a:pt x="0" y="7"/>
                      </a:lnTo>
                      <a:lnTo>
                        <a:pt x="31"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97" name="Google Shape;697;p22"/>
                <p:cNvSpPr/>
                <p:nvPr/>
              </p:nvSpPr>
              <p:spPr>
                <a:xfrm>
                  <a:off x="11145838" y="1529246"/>
                  <a:ext cx="22225" cy="2462"/>
                </a:xfrm>
                <a:custGeom>
                  <a:rect b="b" l="l" r="r" t="t"/>
                  <a:pathLst>
                    <a:path extrusionOk="0" h="4" w="24">
                      <a:moveTo>
                        <a:pt x="21" y="4"/>
                      </a:moveTo>
                      <a:lnTo>
                        <a:pt x="21" y="4"/>
                      </a:lnTo>
                      <a:lnTo>
                        <a:pt x="24" y="0"/>
                      </a:lnTo>
                      <a:lnTo>
                        <a:pt x="0" y="3"/>
                      </a:lnTo>
                      <a:lnTo>
                        <a:pt x="2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98" name="Google Shape;698;p22"/>
                <p:cNvSpPr/>
                <p:nvPr/>
              </p:nvSpPr>
              <p:spPr>
                <a:xfrm>
                  <a:off x="6197600" y="1566174"/>
                  <a:ext cx="20637" cy="1231"/>
                </a:xfrm>
                <a:custGeom>
                  <a:rect b="b" l="l" r="r" t="t"/>
                  <a:pathLst>
                    <a:path extrusionOk="0" h="1" w="21">
                      <a:moveTo>
                        <a:pt x="21" y="0"/>
                      </a:moveTo>
                      <a:lnTo>
                        <a:pt x="21" y="0"/>
                      </a:lnTo>
                      <a:lnTo>
                        <a:pt x="0" y="1"/>
                      </a:lnTo>
                      <a:cubicBezTo>
                        <a:pt x="10" y="0"/>
                        <a:pt x="16" y="0"/>
                        <a:pt x="2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99" name="Google Shape;699;p22"/>
                <p:cNvSpPr/>
                <p:nvPr/>
              </p:nvSpPr>
              <p:spPr>
                <a:xfrm>
                  <a:off x="6356350" y="1564943"/>
                  <a:ext cx="9525" cy="1231"/>
                </a:xfrm>
                <a:custGeom>
                  <a:rect b="b" l="l" r="r" t="t"/>
                  <a:pathLst>
                    <a:path extrusionOk="0" h="2" w="10">
                      <a:moveTo>
                        <a:pt x="6" y="2"/>
                      </a:moveTo>
                      <a:lnTo>
                        <a:pt x="6" y="2"/>
                      </a:lnTo>
                      <a:lnTo>
                        <a:pt x="10" y="0"/>
                      </a:lnTo>
                      <a:cubicBezTo>
                        <a:pt x="3"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00" name="Google Shape;700;p22"/>
                <p:cNvSpPr/>
                <p:nvPr/>
              </p:nvSpPr>
              <p:spPr>
                <a:xfrm>
                  <a:off x="8950325" y="1521861"/>
                  <a:ext cx="61912" cy="7386"/>
                </a:xfrm>
                <a:custGeom>
                  <a:rect b="b" l="l" r="r" t="t"/>
                  <a:pathLst>
                    <a:path extrusionOk="0" h="9" w="65">
                      <a:moveTo>
                        <a:pt x="65" y="9"/>
                      </a:moveTo>
                      <a:lnTo>
                        <a:pt x="65" y="9"/>
                      </a:lnTo>
                      <a:cubicBezTo>
                        <a:pt x="34" y="5"/>
                        <a:pt x="0" y="0"/>
                        <a:pt x="4" y="4"/>
                      </a:cubicBezTo>
                      <a:lnTo>
                        <a:pt x="13" y="8"/>
                      </a:lnTo>
                      <a:cubicBezTo>
                        <a:pt x="35" y="7"/>
                        <a:pt x="51" y="8"/>
                        <a:pt x="65"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01" name="Google Shape;701;p22"/>
                <p:cNvSpPr/>
                <p:nvPr/>
              </p:nvSpPr>
              <p:spPr>
                <a:xfrm>
                  <a:off x="7537450" y="1546479"/>
                  <a:ext cx="28575" cy="3693"/>
                </a:xfrm>
                <a:custGeom>
                  <a:rect b="b" l="l" r="r" t="t"/>
                  <a:pathLst>
                    <a:path extrusionOk="0" h="4" w="29">
                      <a:moveTo>
                        <a:pt x="0" y="3"/>
                      </a:moveTo>
                      <a:lnTo>
                        <a:pt x="0" y="3"/>
                      </a:lnTo>
                      <a:lnTo>
                        <a:pt x="9" y="4"/>
                      </a:lnTo>
                      <a:lnTo>
                        <a:pt x="29" y="0"/>
                      </a:ln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02" name="Google Shape;702;p22"/>
                <p:cNvSpPr/>
                <p:nvPr/>
              </p:nvSpPr>
              <p:spPr>
                <a:xfrm>
                  <a:off x="7478713" y="1562481"/>
                  <a:ext cx="38100" cy="2462"/>
                </a:xfrm>
                <a:custGeom>
                  <a:rect b="b" l="l" r="r" t="t"/>
                  <a:pathLst>
                    <a:path extrusionOk="0" h="3" w="40">
                      <a:moveTo>
                        <a:pt x="40" y="3"/>
                      </a:moveTo>
                      <a:lnTo>
                        <a:pt x="40" y="3"/>
                      </a:lnTo>
                      <a:lnTo>
                        <a:pt x="0" y="0"/>
                      </a:lnTo>
                      <a:cubicBezTo>
                        <a:pt x="9" y="1"/>
                        <a:pt x="22" y="2"/>
                        <a:pt x="4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03" name="Google Shape;703;p22"/>
                <p:cNvSpPr/>
                <p:nvPr/>
              </p:nvSpPr>
              <p:spPr>
                <a:xfrm>
                  <a:off x="5410200" y="1568636"/>
                  <a:ext cx="36512" cy="3693"/>
                </a:xfrm>
                <a:custGeom>
                  <a:rect b="b" l="l" r="r" t="t"/>
                  <a:pathLst>
                    <a:path extrusionOk="0" h="5" w="38">
                      <a:moveTo>
                        <a:pt x="24" y="0"/>
                      </a:moveTo>
                      <a:lnTo>
                        <a:pt x="24" y="0"/>
                      </a:lnTo>
                      <a:lnTo>
                        <a:pt x="0" y="5"/>
                      </a:lnTo>
                      <a:cubicBezTo>
                        <a:pt x="38" y="5"/>
                        <a:pt x="21" y="3"/>
                        <a:pt x="2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04" name="Google Shape;704;p22"/>
                <p:cNvSpPr/>
                <p:nvPr/>
              </p:nvSpPr>
              <p:spPr>
                <a:xfrm>
                  <a:off x="10206038" y="1530477"/>
                  <a:ext cx="61912" cy="4924"/>
                </a:xfrm>
                <a:custGeom>
                  <a:rect b="b" l="l" r="r" t="t"/>
                  <a:pathLst>
                    <a:path extrusionOk="0" h="6" w="65">
                      <a:moveTo>
                        <a:pt x="65" y="3"/>
                      </a:moveTo>
                      <a:lnTo>
                        <a:pt x="65" y="3"/>
                      </a:lnTo>
                      <a:cubicBezTo>
                        <a:pt x="39" y="1"/>
                        <a:pt x="18" y="0"/>
                        <a:pt x="0" y="0"/>
                      </a:cubicBezTo>
                      <a:cubicBezTo>
                        <a:pt x="32" y="2"/>
                        <a:pt x="57" y="6"/>
                        <a:pt x="65"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05" name="Google Shape;705;p22"/>
                <p:cNvSpPr/>
                <p:nvPr/>
              </p:nvSpPr>
              <p:spPr>
                <a:xfrm>
                  <a:off x="6257925" y="1525554"/>
                  <a:ext cx="19050" cy="2462"/>
                </a:xfrm>
                <a:custGeom>
                  <a:rect b="b" l="l" r="r" t="t"/>
                  <a:pathLst>
                    <a:path extrusionOk="0" h="2" w="21">
                      <a:moveTo>
                        <a:pt x="18" y="0"/>
                      </a:moveTo>
                      <a:lnTo>
                        <a:pt x="18" y="0"/>
                      </a:lnTo>
                      <a:cubicBezTo>
                        <a:pt x="5" y="1"/>
                        <a:pt x="0" y="2"/>
                        <a:pt x="0" y="2"/>
                      </a:cubicBezTo>
                      <a:cubicBezTo>
                        <a:pt x="13" y="2"/>
                        <a:pt x="21" y="1"/>
                        <a:pt x="1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06" name="Google Shape;706;p22"/>
                <p:cNvSpPr/>
                <p:nvPr/>
              </p:nvSpPr>
              <p:spPr>
                <a:xfrm>
                  <a:off x="10134600" y="1528016"/>
                  <a:ext cx="71437" cy="3693"/>
                </a:xfrm>
                <a:custGeom>
                  <a:rect b="b" l="l" r="r" t="t"/>
                  <a:pathLst>
                    <a:path extrusionOk="0" h="4" w="75">
                      <a:moveTo>
                        <a:pt x="0" y="3"/>
                      </a:moveTo>
                      <a:lnTo>
                        <a:pt x="0" y="3"/>
                      </a:lnTo>
                      <a:lnTo>
                        <a:pt x="13" y="4"/>
                      </a:lnTo>
                      <a:cubicBezTo>
                        <a:pt x="32" y="3"/>
                        <a:pt x="52" y="2"/>
                        <a:pt x="75" y="3"/>
                      </a:cubicBezTo>
                      <a:cubicBezTo>
                        <a:pt x="52" y="1"/>
                        <a:pt x="25" y="0"/>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07" name="Google Shape;707;p22"/>
                <p:cNvSpPr/>
                <p:nvPr/>
              </p:nvSpPr>
              <p:spPr>
                <a:xfrm>
                  <a:off x="2582863" y="1560020"/>
                  <a:ext cx="7937" cy="1231"/>
                </a:xfrm>
                <a:custGeom>
                  <a:rect b="b" l="l" r="r" t="t"/>
                  <a:pathLst>
                    <a:path extrusionOk="0" h="1" w="8">
                      <a:moveTo>
                        <a:pt x="8" y="1"/>
                      </a:moveTo>
                      <a:lnTo>
                        <a:pt x="8" y="1"/>
                      </a:lnTo>
                      <a:lnTo>
                        <a:pt x="1" y="0"/>
                      </a:lnTo>
                      <a:cubicBezTo>
                        <a:pt x="0" y="1"/>
                        <a:pt x="3" y="1"/>
                        <a:pt x="8"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08" name="Google Shape;708;p22"/>
                <p:cNvSpPr/>
                <p:nvPr/>
              </p:nvSpPr>
              <p:spPr>
                <a:xfrm>
                  <a:off x="1762125" y="1521861"/>
                  <a:ext cx="34925" cy="1231"/>
                </a:xfrm>
                <a:custGeom>
                  <a:rect b="b" l="l" r="r" t="t"/>
                  <a:pathLst>
                    <a:path extrusionOk="0" h="1" w="36">
                      <a:moveTo>
                        <a:pt x="0" y="1"/>
                      </a:moveTo>
                      <a:lnTo>
                        <a:pt x="0" y="1"/>
                      </a:lnTo>
                      <a:cubicBezTo>
                        <a:pt x="9" y="1"/>
                        <a:pt x="23" y="1"/>
                        <a:pt x="36" y="1"/>
                      </a:cubicBezTo>
                      <a:cubicBezTo>
                        <a:pt x="29" y="0"/>
                        <a:pt x="19"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09" name="Google Shape;709;p22"/>
                <p:cNvSpPr/>
                <p:nvPr/>
              </p:nvSpPr>
              <p:spPr>
                <a:xfrm>
                  <a:off x="10812463" y="1529246"/>
                  <a:ext cx="19050" cy="1231"/>
                </a:xfrm>
                <a:custGeom>
                  <a:rect b="b" l="l" r="r" t="t"/>
                  <a:pathLst>
                    <a:path extrusionOk="0" h="1" w="20">
                      <a:moveTo>
                        <a:pt x="0" y="1"/>
                      </a:moveTo>
                      <a:lnTo>
                        <a:pt x="0" y="1"/>
                      </a:lnTo>
                      <a:cubicBezTo>
                        <a:pt x="20" y="1"/>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10" name="Google Shape;710;p22"/>
                <p:cNvSpPr/>
                <p:nvPr/>
              </p:nvSpPr>
              <p:spPr>
                <a:xfrm>
                  <a:off x="10896600" y="1545248"/>
                  <a:ext cx="7937" cy="2462"/>
                </a:xfrm>
                <a:custGeom>
                  <a:rect b="b" l="l" r="r" t="t"/>
                  <a:pathLst>
                    <a:path extrusionOk="0" h="3" w="8">
                      <a:moveTo>
                        <a:pt x="8" y="0"/>
                      </a:moveTo>
                      <a:lnTo>
                        <a:pt x="8" y="0"/>
                      </a:lnTo>
                      <a:cubicBezTo>
                        <a:pt x="4" y="1"/>
                        <a:pt x="1" y="2"/>
                        <a:pt x="0" y="3"/>
                      </a:cubicBezTo>
                      <a:cubicBezTo>
                        <a:pt x="2" y="2"/>
                        <a:pt x="4" y="1"/>
                        <a:pt x="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11" name="Google Shape;711;p22"/>
                <p:cNvSpPr/>
                <p:nvPr/>
              </p:nvSpPr>
              <p:spPr>
                <a:xfrm>
                  <a:off x="9947275" y="1553865"/>
                  <a:ext cx="4762" cy="1231"/>
                </a:xfrm>
                <a:custGeom>
                  <a:rect b="b" l="l" r="r" t="t"/>
                  <a:pathLst>
                    <a:path extrusionOk="0" h="1" w="5">
                      <a:moveTo>
                        <a:pt x="1" y="0"/>
                      </a:moveTo>
                      <a:lnTo>
                        <a:pt x="1" y="0"/>
                      </a:lnTo>
                      <a:lnTo>
                        <a:pt x="0" y="0"/>
                      </a:lnTo>
                      <a:cubicBezTo>
                        <a:pt x="5" y="1"/>
                        <a:pt x="4" y="0"/>
                        <a:pt x="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12" name="Google Shape;712;p22"/>
                <p:cNvSpPr/>
                <p:nvPr/>
              </p:nvSpPr>
              <p:spPr>
                <a:xfrm>
                  <a:off x="10817225" y="1531708"/>
                  <a:ext cx="23812" cy="0"/>
                </a:xfrm>
                <a:custGeom>
                  <a:rect b="b" l="l" r="r" t="t"/>
                  <a:pathLst>
                    <a:path extrusionOk="0" h="1" w="25">
                      <a:moveTo>
                        <a:pt x="25" y="0"/>
                      </a:moveTo>
                      <a:lnTo>
                        <a:pt x="25" y="0"/>
                      </a:lnTo>
                      <a:cubicBezTo>
                        <a:pt x="18" y="0"/>
                        <a:pt x="10" y="0"/>
                        <a:pt x="0" y="0"/>
                      </a:cubicBezTo>
                      <a:cubicBezTo>
                        <a:pt x="5" y="0"/>
                        <a:pt x="12" y="0"/>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13" name="Google Shape;713;p22"/>
                <p:cNvSpPr/>
                <p:nvPr/>
              </p:nvSpPr>
              <p:spPr>
                <a:xfrm>
                  <a:off x="10836275" y="1529246"/>
                  <a:ext cx="19050" cy="1231"/>
                </a:xfrm>
                <a:custGeom>
                  <a:rect b="b" l="l" r="r" t="t"/>
                  <a:pathLst>
                    <a:path extrusionOk="0" h="1" w="20">
                      <a:moveTo>
                        <a:pt x="0" y="1"/>
                      </a:moveTo>
                      <a:lnTo>
                        <a:pt x="0" y="1"/>
                      </a:lnTo>
                      <a:lnTo>
                        <a:pt x="18" y="1"/>
                      </a:lnTo>
                      <a:cubicBezTo>
                        <a:pt x="20" y="1"/>
                        <a:pt x="18"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14" name="Google Shape;714;p22"/>
                <p:cNvSpPr/>
                <p:nvPr/>
              </p:nvSpPr>
              <p:spPr>
                <a:xfrm>
                  <a:off x="10787063" y="1530477"/>
                  <a:ext cx="30162" cy="1231"/>
                </a:xfrm>
                <a:custGeom>
                  <a:rect b="b" l="l" r="r" t="t"/>
                  <a:pathLst>
                    <a:path extrusionOk="0" h="1" w="31">
                      <a:moveTo>
                        <a:pt x="0" y="0"/>
                      </a:moveTo>
                      <a:lnTo>
                        <a:pt x="0" y="0"/>
                      </a:lnTo>
                      <a:cubicBezTo>
                        <a:pt x="11" y="0"/>
                        <a:pt x="21" y="0"/>
                        <a:pt x="31" y="1"/>
                      </a:cubicBezTo>
                      <a:cubicBezTo>
                        <a:pt x="28" y="0"/>
                        <a:pt x="26" y="0"/>
                        <a:pt x="27"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15" name="Google Shape;715;p22"/>
                <p:cNvSpPr/>
                <p:nvPr/>
              </p:nvSpPr>
              <p:spPr>
                <a:xfrm>
                  <a:off x="4092575" y="1552634"/>
                  <a:ext cx="20637" cy="2462"/>
                </a:xfrm>
                <a:custGeom>
                  <a:rect b="b" l="l" r="r" t="t"/>
                  <a:pathLst>
                    <a:path extrusionOk="0" h="2" w="23">
                      <a:moveTo>
                        <a:pt x="23" y="0"/>
                      </a:moveTo>
                      <a:lnTo>
                        <a:pt x="23" y="0"/>
                      </a:lnTo>
                      <a:lnTo>
                        <a:pt x="19" y="0"/>
                      </a:lnTo>
                      <a:cubicBezTo>
                        <a:pt x="0" y="2"/>
                        <a:pt x="8" y="1"/>
                        <a:pt x="2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16" name="Google Shape;716;p22"/>
                <p:cNvSpPr/>
                <p:nvPr/>
              </p:nvSpPr>
              <p:spPr>
                <a:xfrm>
                  <a:off x="8528050" y="1567405"/>
                  <a:ext cx="3175" cy="1231"/>
                </a:xfrm>
                <a:custGeom>
                  <a:rect b="b" l="l" r="r" t="t"/>
                  <a:pathLst>
                    <a:path extrusionOk="0" h="1" w="3">
                      <a:moveTo>
                        <a:pt x="1" y="1"/>
                      </a:moveTo>
                      <a:lnTo>
                        <a:pt x="1" y="1"/>
                      </a:lnTo>
                      <a:lnTo>
                        <a:pt x="3" y="0"/>
                      </a:lnTo>
                      <a:lnTo>
                        <a:pt x="0" y="0"/>
                      </a:lnTo>
                      <a:lnTo>
                        <a:pt x="1"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17" name="Google Shape;717;p22"/>
                <p:cNvSpPr/>
                <p:nvPr/>
              </p:nvSpPr>
              <p:spPr>
                <a:xfrm>
                  <a:off x="8461375" y="1556326"/>
                  <a:ext cx="66675" cy="14771"/>
                </a:xfrm>
                <a:custGeom>
                  <a:rect b="b" l="l" r="r" t="t"/>
                  <a:pathLst>
                    <a:path extrusionOk="0" h="17" w="69">
                      <a:moveTo>
                        <a:pt x="0" y="17"/>
                      </a:moveTo>
                      <a:lnTo>
                        <a:pt x="0" y="17"/>
                      </a:lnTo>
                      <a:cubicBezTo>
                        <a:pt x="30" y="11"/>
                        <a:pt x="47" y="12"/>
                        <a:pt x="69" y="13"/>
                      </a:cubicBezTo>
                      <a:lnTo>
                        <a:pt x="46" y="0"/>
                      </a:lnTo>
                      <a:lnTo>
                        <a:pt x="0" y="17"/>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18" name="Google Shape;718;p22"/>
                <p:cNvSpPr/>
                <p:nvPr/>
              </p:nvSpPr>
              <p:spPr>
                <a:xfrm>
                  <a:off x="1562100" y="1514475"/>
                  <a:ext cx="9563100" cy="64008"/>
                </a:xfrm>
                <a:custGeom>
                  <a:rect b="b" l="l" r="r" t="t"/>
                  <a:pathLst>
                    <a:path extrusionOk="0" h="75" w="1003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19" name="Google Shape;719;p22"/>
                <p:cNvSpPr/>
                <p:nvPr/>
              </p:nvSpPr>
              <p:spPr>
                <a:xfrm>
                  <a:off x="7508875" y="1560020"/>
                  <a:ext cx="11112" cy="3693"/>
                </a:xfrm>
                <a:custGeom>
                  <a:rect b="b" l="l" r="r" t="t"/>
                  <a:pathLst>
                    <a:path extrusionOk="0" h="3" w="12">
                      <a:moveTo>
                        <a:pt x="12" y="3"/>
                      </a:moveTo>
                      <a:lnTo>
                        <a:pt x="12" y="3"/>
                      </a:lnTo>
                      <a:cubicBezTo>
                        <a:pt x="8" y="2"/>
                        <a:pt x="7" y="1"/>
                        <a:pt x="6" y="0"/>
                      </a:cubicBezTo>
                      <a:cubicBezTo>
                        <a:pt x="1" y="1"/>
                        <a:pt x="0" y="2"/>
                        <a:pt x="12"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20" name="Google Shape;720;p22"/>
                <p:cNvSpPr/>
                <p:nvPr/>
              </p:nvSpPr>
              <p:spPr>
                <a:xfrm>
                  <a:off x="5434013" y="1567405"/>
                  <a:ext cx="4762" cy="1231"/>
                </a:xfrm>
                <a:custGeom>
                  <a:rect b="b" l="l" r="r" t="t"/>
                  <a:pathLst>
                    <a:path extrusionOk="0" h="1" w="5">
                      <a:moveTo>
                        <a:pt x="5" y="1"/>
                      </a:moveTo>
                      <a:lnTo>
                        <a:pt x="5" y="1"/>
                      </a:lnTo>
                      <a:lnTo>
                        <a:pt x="3" y="0"/>
                      </a:lnTo>
                      <a:cubicBezTo>
                        <a:pt x="1" y="1"/>
                        <a:pt x="1" y="1"/>
                        <a:pt x="0" y="1"/>
                      </a:cubicBezTo>
                      <a:lnTo>
                        <a:pt x="5"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21" name="Google Shape;721;p22"/>
                <p:cNvSpPr/>
                <p:nvPr/>
              </p:nvSpPr>
              <p:spPr>
                <a:xfrm>
                  <a:off x="9672638" y="1567405"/>
                  <a:ext cx="25400" cy="2462"/>
                </a:xfrm>
                <a:custGeom>
                  <a:rect b="b" l="l" r="r" t="t"/>
                  <a:pathLst>
                    <a:path extrusionOk="0" h="3" w="27">
                      <a:moveTo>
                        <a:pt x="27" y="3"/>
                      </a:moveTo>
                      <a:lnTo>
                        <a:pt x="27" y="3"/>
                      </a:lnTo>
                      <a:cubicBezTo>
                        <a:pt x="13" y="2"/>
                        <a:pt x="6" y="1"/>
                        <a:pt x="1" y="0"/>
                      </a:cubicBezTo>
                      <a:cubicBezTo>
                        <a:pt x="0" y="1"/>
                        <a:pt x="6"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22" name="Google Shape;722;p22"/>
                <p:cNvSpPr/>
                <p:nvPr/>
              </p:nvSpPr>
              <p:spPr>
                <a:xfrm>
                  <a:off x="10966450" y="1529246"/>
                  <a:ext cx="39687" cy="2462"/>
                </a:xfrm>
                <a:custGeom>
                  <a:rect b="b" l="l" r="r" t="t"/>
                  <a:pathLst>
                    <a:path extrusionOk="0" h="3" w="42">
                      <a:moveTo>
                        <a:pt x="42" y="0"/>
                      </a:moveTo>
                      <a:lnTo>
                        <a:pt x="42" y="0"/>
                      </a:lnTo>
                      <a:lnTo>
                        <a:pt x="0" y="1"/>
                      </a:lnTo>
                      <a:cubicBezTo>
                        <a:pt x="20" y="1"/>
                        <a:pt x="27" y="2"/>
                        <a:pt x="38" y="3"/>
                      </a:cubicBezTo>
                      <a:cubicBezTo>
                        <a:pt x="37" y="2"/>
                        <a:pt x="29" y="0"/>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23" name="Google Shape;723;p22"/>
                <p:cNvSpPr/>
                <p:nvPr/>
              </p:nvSpPr>
              <p:spPr>
                <a:xfrm>
                  <a:off x="11329988" y="1552634"/>
                  <a:ext cx="44450" cy="2462"/>
                </a:xfrm>
                <a:custGeom>
                  <a:rect b="b" l="l" r="r" t="t"/>
                  <a:pathLst>
                    <a:path extrusionOk="0" h="3" w="46">
                      <a:moveTo>
                        <a:pt x="27" y="3"/>
                      </a:moveTo>
                      <a:lnTo>
                        <a:pt x="27" y="3"/>
                      </a:lnTo>
                      <a:cubicBezTo>
                        <a:pt x="33" y="2"/>
                        <a:pt x="40" y="3"/>
                        <a:pt x="46" y="2"/>
                      </a:cubicBezTo>
                      <a:lnTo>
                        <a:pt x="44" y="0"/>
                      </a:lnTo>
                      <a:cubicBezTo>
                        <a:pt x="18" y="0"/>
                        <a:pt x="0"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24" name="Google Shape;724;p22"/>
                <p:cNvSpPr/>
                <p:nvPr/>
              </p:nvSpPr>
              <p:spPr>
                <a:xfrm>
                  <a:off x="11042650" y="1540325"/>
                  <a:ext cx="60325" cy="6155"/>
                </a:xfrm>
                <a:custGeom>
                  <a:rect b="b" l="l" r="r" t="t"/>
                  <a:pathLst>
                    <a:path extrusionOk="0" h="7" w="63">
                      <a:moveTo>
                        <a:pt x="0" y="3"/>
                      </a:moveTo>
                      <a:lnTo>
                        <a:pt x="0" y="3"/>
                      </a:lnTo>
                      <a:cubicBezTo>
                        <a:pt x="3" y="7"/>
                        <a:pt x="30" y="6"/>
                        <a:pt x="60" y="5"/>
                      </a:cubicBezTo>
                      <a:lnTo>
                        <a:pt x="54" y="5"/>
                      </a:lnTo>
                      <a:cubicBezTo>
                        <a:pt x="63" y="0"/>
                        <a:pt x="31"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25" name="Google Shape;725;p22"/>
                <p:cNvSpPr/>
                <p:nvPr/>
              </p:nvSpPr>
              <p:spPr>
                <a:xfrm>
                  <a:off x="11106150" y="1542787"/>
                  <a:ext cx="28575" cy="1231"/>
                </a:xfrm>
                <a:custGeom>
                  <a:rect b="b" l="l" r="r" t="t"/>
                  <a:pathLst>
                    <a:path extrusionOk="0" h="2" w="31">
                      <a:moveTo>
                        <a:pt x="0" y="2"/>
                      </a:moveTo>
                      <a:lnTo>
                        <a:pt x="0" y="2"/>
                      </a:lnTo>
                      <a:cubicBezTo>
                        <a:pt x="10" y="2"/>
                        <a:pt x="19" y="2"/>
                        <a:pt x="28" y="2"/>
                      </a:cubicBezTo>
                      <a:cubicBezTo>
                        <a:pt x="31" y="0"/>
                        <a:pt x="17" y="2"/>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26" name="Google Shape;726;p22"/>
                <p:cNvSpPr/>
                <p:nvPr/>
              </p:nvSpPr>
              <p:spPr>
                <a:xfrm>
                  <a:off x="10679113" y="1525554"/>
                  <a:ext cx="103187" cy="9847"/>
                </a:xfrm>
                <a:custGeom>
                  <a:rect b="b" l="l" r="r" t="t"/>
                  <a:pathLst>
                    <a:path extrusionOk="0" h="12" w="109">
                      <a:moveTo>
                        <a:pt x="77" y="9"/>
                      </a:moveTo>
                      <a:lnTo>
                        <a:pt x="77" y="9"/>
                      </a:lnTo>
                      <a:cubicBezTo>
                        <a:pt x="91" y="10"/>
                        <a:pt x="86" y="4"/>
                        <a:pt x="94" y="6"/>
                      </a:cubicBezTo>
                      <a:cubicBezTo>
                        <a:pt x="109" y="0"/>
                        <a:pt x="0" y="12"/>
                        <a:pt x="77"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27" name="Google Shape;727;p22"/>
                <p:cNvSpPr/>
                <p:nvPr/>
              </p:nvSpPr>
              <p:spPr>
                <a:xfrm>
                  <a:off x="11039475" y="1550172"/>
                  <a:ext cx="26987" cy="4924"/>
                </a:xfrm>
                <a:custGeom>
                  <a:rect b="b" l="l" r="r" t="t"/>
                  <a:pathLst>
                    <a:path extrusionOk="0" h="5" w="27">
                      <a:moveTo>
                        <a:pt x="27" y="5"/>
                      </a:moveTo>
                      <a:lnTo>
                        <a:pt x="27" y="5"/>
                      </a:lnTo>
                      <a:lnTo>
                        <a:pt x="16" y="0"/>
                      </a:lnTo>
                      <a:lnTo>
                        <a:pt x="0" y="4"/>
                      </a:lnTo>
                      <a:lnTo>
                        <a:pt x="27"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28" name="Google Shape;728;p22"/>
                <p:cNvSpPr/>
                <p:nvPr/>
              </p:nvSpPr>
              <p:spPr>
                <a:xfrm>
                  <a:off x="10841038" y="1548941"/>
                  <a:ext cx="58737" cy="2462"/>
                </a:xfrm>
                <a:custGeom>
                  <a:rect b="b" l="l" r="r" t="t"/>
                  <a:pathLst>
                    <a:path extrusionOk="0" h="3" w="61">
                      <a:moveTo>
                        <a:pt x="1" y="2"/>
                      </a:moveTo>
                      <a:lnTo>
                        <a:pt x="1" y="2"/>
                      </a:lnTo>
                      <a:lnTo>
                        <a:pt x="49" y="3"/>
                      </a:lnTo>
                      <a:cubicBezTo>
                        <a:pt x="48" y="2"/>
                        <a:pt x="54" y="2"/>
                        <a:pt x="61" y="2"/>
                      </a:cubicBezTo>
                      <a:cubicBezTo>
                        <a:pt x="32" y="1"/>
                        <a:pt x="0" y="0"/>
                        <a:pt x="1"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29" name="Google Shape;729;p22"/>
                <p:cNvSpPr/>
                <p:nvPr/>
              </p:nvSpPr>
              <p:spPr>
                <a:xfrm>
                  <a:off x="10899775" y="1550172"/>
                  <a:ext cx="36512" cy="1231"/>
                </a:xfrm>
                <a:custGeom>
                  <a:rect b="b" l="l" r="r" t="t"/>
                  <a:pathLst>
                    <a:path extrusionOk="0" h="1" w="38">
                      <a:moveTo>
                        <a:pt x="0" y="1"/>
                      </a:moveTo>
                      <a:lnTo>
                        <a:pt x="0" y="1"/>
                      </a:lnTo>
                      <a:cubicBezTo>
                        <a:pt x="15" y="1"/>
                        <a:pt x="30" y="1"/>
                        <a:pt x="38" y="0"/>
                      </a:cubicBezTo>
                      <a:cubicBezTo>
                        <a:pt x="30" y="0"/>
                        <a:pt x="12"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30" name="Google Shape;730;p22"/>
                <p:cNvSpPr/>
                <p:nvPr/>
              </p:nvSpPr>
              <p:spPr>
                <a:xfrm>
                  <a:off x="10958513" y="1555096"/>
                  <a:ext cx="46037" cy="0"/>
                </a:xfrm>
                <a:custGeom>
                  <a:rect b="b" l="l" r="r" t="t"/>
                  <a:pathLst>
                    <a:path extrusionOk="0" h="1" w="47">
                      <a:moveTo>
                        <a:pt x="47" y="0"/>
                      </a:moveTo>
                      <a:lnTo>
                        <a:pt x="47" y="0"/>
                      </a:lnTo>
                      <a:lnTo>
                        <a:pt x="33" y="0"/>
                      </a:lnTo>
                      <a:lnTo>
                        <a:pt x="0" y="0"/>
                      </a:lnTo>
                      <a:lnTo>
                        <a:pt x="47"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31" name="Google Shape;731;p22"/>
                <p:cNvSpPr/>
                <p:nvPr/>
              </p:nvSpPr>
              <p:spPr>
                <a:xfrm>
                  <a:off x="10304463" y="1548941"/>
                  <a:ext cx="61912" cy="3693"/>
                </a:xfrm>
                <a:custGeom>
                  <a:rect b="b" l="l" r="r" t="t"/>
                  <a:pathLst>
                    <a:path extrusionOk="0" h="4" w="65">
                      <a:moveTo>
                        <a:pt x="57" y="0"/>
                      </a:moveTo>
                      <a:lnTo>
                        <a:pt x="57" y="0"/>
                      </a:lnTo>
                      <a:lnTo>
                        <a:pt x="5" y="1"/>
                      </a:lnTo>
                      <a:cubicBezTo>
                        <a:pt x="0" y="3"/>
                        <a:pt x="14" y="4"/>
                        <a:pt x="33" y="4"/>
                      </a:cubicBezTo>
                      <a:cubicBezTo>
                        <a:pt x="45" y="2"/>
                        <a:pt x="65" y="2"/>
                        <a:pt x="57"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32" name="Google Shape;732;p22"/>
                <p:cNvSpPr/>
                <p:nvPr/>
              </p:nvSpPr>
              <p:spPr>
                <a:xfrm>
                  <a:off x="10483850" y="1557558"/>
                  <a:ext cx="23812" cy="6155"/>
                </a:xfrm>
                <a:custGeom>
                  <a:rect b="b" l="l" r="r" t="t"/>
                  <a:pathLst>
                    <a:path extrusionOk="0" h="7" w="25">
                      <a:moveTo>
                        <a:pt x="25" y="4"/>
                      </a:moveTo>
                      <a:lnTo>
                        <a:pt x="25" y="4"/>
                      </a:lnTo>
                      <a:cubicBezTo>
                        <a:pt x="11" y="3"/>
                        <a:pt x="10" y="2"/>
                        <a:pt x="2" y="0"/>
                      </a:cubicBezTo>
                      <a:lnTo>
                        <a:pt x="0" y="7"/>
                      </a:lnTo>
                      <a:lnTo>
                        <a:pt x="25"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33" name="Google Shape;733;p22"/>
                <p:cNvSpPr/>
                <p:nvPr/>
              </p:nvSpPr>
              <p:spPr>
                <a:xfrm>
                  <a:off x="10291763" y="1563712"/>
                  <a:ext cx="117475" cy="2462"/>
                </a:xfrm>
                <a:custGeom>
                  <a:rect b="b" l="l" r="r" t="t"/>
                  <a:pathLst>
                    <a:path extrusionOk="0" h="4" w="123">
                      <a:moveTo>
                        <a:pt x="75" y="0"/>
                      </a:moveTo>
                      <a:lnTo>
                        <a:pt x="75" y="0"/>
                      </a:lnTo>
                      <a:cubicBezTo>
                        <a:pt x="70" y="1"/>
                        <a:pt x="0" y="4"/>
                        <a:pt x="66" y="4"/>
                      </a:cubicBezTo>
                      <a:cubicBezTo>
                        <a:pt x="71" y="2"/>
                        <a:pt x="123" y="1"/>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34" name="Google Shape;734;p22"/>
                <p:cNvSpPr/>
                <p:nvPr/>
              </p:nvSpPr>
              <p:spPr>
                <a:xfrm>
                  <a:off x="9621838" y="1546479"/>
                  <a:ext cx="11112" cy="8617"/>
                </a:xfrm>
                <a:custGeom>
                  <a:rect b="b" l="l" r="r" t="t"/>
                  <a:pathLst>
                    <a:path extrusionOk="0" h="10" w="13">
                      <a:moveTo>
                        <a:pt x="0" y="10"/>
                      </a:moveTo>
                      <a:lnTo>
                        <a:pt x="0" y="10"/>
                      </a:lnTo>
                      <a:lnTo>
                        <a:pt x="13" y="10"/>
                      </a:lnTo>
                      <a:lnTo>
                        <a:pt x="12" y="0"/>
                      </a:lnTo>
                      <a:lnTo>
                        <a:pt x="0" y="1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35" name="Google Shape;735;p22"/>
                <p:cNvSpPr/>
                <p:nvPr/>
              </p:nvSpPr>
              <p:spPr>
                <a:xfrm>
                  <a:off x="8951913" y="1568636"/>
                  <a:ext cx="96837" cy="8617"/>
                </a:xfrm>
                <a:custGeom>
                  <a:rect b="b" l="l" r="r" t="t"/>
                  <a:pathLst>
                    <a:path extrusionOk="0" h="10" w="101">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36" name="Google Shape;736;p22"/>
                <p:cNvSpPr/>
                <p:nvPr/>
              </p:nvSpPr>
              <p:spPr>
                <a:xfrm>
                  <a:off x="9005888" y="1566174"/>
                  <a:ext cx="17462" cy="2462"/>
                </a:xfrm>
                <a:custGeom>
                  <a:rect b="b" l="l" r="r" t="t"/>
                  <a:pathLst>
                    <a:path extrusionOk="0" h="2" w="19">
                      <a:moveTo>
                        <a:pt x="0" y="2"/>
                      </a:moveTo>
                      <a:lnTo>
                        <a:pt x="0" y="2"/>
                      </a:lnTo>
                      <a:lnTo>
                        <a:pt x="19" y="0"/>
                      </a:lnTo>
                      <a:cubicBezTo>
                        <a:pt x="8" y="1"/>
                        <a:pt x="3" y="1"/>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37" name="Google Shape;737;p22"/>
                <p:cNvSpPr/>
                <p:nvPr/>
              </p:nvSpPr>
              <p:spPr>
                <a:xfrm>
                  <a:off x="1587500" y="1516937"/>
                  <a:ext cx="38100" cy="3693"/>
                </a:xfrm>
                <a:custGeom>
                  <a:rect b="b" l="l" r="r" t="t"/>
                  <a:pathLst>
                    <a:path extrusionOk="0" h="4" w="39">
                      <a:moveTo>
                        <a:pt x="39" y="2"/>
                      </a:moveTo>
                      <a:lnTo>
                        <a:pt x="39" y="2"/>
                      </a:lnTo>
                      <a:lnTo>
                        <a:pt x="0" y="0"/>
                      </a:lnTo>
                      <a:lnTo>
                        <a:pt x="25" y="4"/>
                      </a:lnTo>
                      <a:lnTo>
                        <a:pt x="39"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38" name="Google Shape;738;p22"/>
                <p:cNvSpPr/>
                <p:nvPr/>
              </p:nvSpPr>
              <p:spPr>
                <a:xfrm>
                  <a:off x="1522413" y="1519399"/>
                  <a:ext cx="30162" cy="4924"/>
                </a:xfrm>
                <a:custGeom>
                  <a:rect b="b" l="l" r="r" t="t"/>
                  <a:pathLst>
                    <a:path extrusionOk="0" h="6" w="32">
                      <a:moveTo>
                        <a:pt x="32" y="6"/>
                      </a:moveTo>
                      <a:lnTo>
                        <a:pt x="32" y="6"/>
                      </a:lnTo>
                      <a:lnTo>
                        <a:pt x="23" y="0"/>
                      </a:lnTo>
                      <a:lnTo>
                        <a:pt x="0" y="5"/>
                      </a:lnTo>
                      <a:cubicBezTo>
                        <a:pt x="8" y="5"/>
                        <a:pt x="26" y="5"/>
                        <a:pt x="32"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39" name="Google Shape;739;p22"/>
                <p:cNvSpPr/>
                <p:nvPr/>
              </p:nvSpPr>
              <p:spPr>
                <a:xfrm>
                  <a:off x="6650038" y="1573559"/>
                  <a:ext cx="33337" cy="3693"/>
                </a:xfrm>
                <a:custGeom>
                  <a:rect b="b" l="l" r="r" t="t"/>
                  <a:pathLst>
                    <a:path extrusionOk="0" h="4" w="34">
                      <a:moveTo>
                        <a:pt x="31" y="4"/>
                      </a:moveTo>
                      <a:lnTo>
                        <a:pt x="31" y="4"/>
                      </a:lnTo>
                      <a:lnTo>
                        <a:pt x="34" y="2"/>
                      </a:lnTo>
                      <a:cubicBezTo>
                        <a:pt x="28" y="1"/>
                        <a:pt x="18" y="1"/>
                        <a:pt x="0" y="0"/>
                      </a:cubicBezTo>
                      <a:lnTo>
                        <a:pt x="3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40" name="Google Shape;740;p22"/>
                <p:cNvSpPr/>
                <p:nvPr/>
              </p:nvSpPr>
              <p:spPr>
                <a:xfrm>
                  <a:off x="6162675" y="1566174"/>
                  <a:ext cx="15875" cy="4924"/>
                </a:xfrm>
                <a:custGeom>
                  <a:rect b="b" l="l" r="r" t="t"/>
                  <a:pathLst>
                    <a:path extrusionOk="0" h="6" w="17">
                      <a:moveTo>
                        <a:pt x="8" y="6"/>
                      </a:moveTo>
                      <a:lnTo>
                        <a:pt x="8" y="6"/>
                      </a:lnTo>
                      <a:lnTo>
                        <a:pt x="17" y="6"/>
                      </a:lnTo>
                      <a:lnTo>
                        <a:pt x="0" y="0"/>
                      </a:lnTo>
                      <a:lnTo>
                        <a:pt x="8"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41" name="Google Shape;741;p22"/>
                <p:cNvSpPr/>
                <p:nvPr/>
              </p:nvSpPr>
              <p:spPr>
                <a:xfrm>
                  <a:off x="5738813" y="1571097"/>
                  <a:ext cx="60325" cy="6155"/>
                </a:xfrm>
                <a:custGeom>
                  <a:rect b="b" l="l" r="r" t="t"/>
                  <a:pathLst>
                    <a:path extrusionOk="0" h="8" w="63">
                      <a:moveTo>
                        <a:pt x="5" y="7"/>
                      </a:moveTo>
                      <a:lnTo>
                        <a:pt x="5" y="7"/>
                      </a:lnTo>
                      <a:cubicBezTo>
                        <a:pt x="23" y="8"/>
                        <a:pt x="45" y="6"/>
                        <a:pt x="63" y="7"/>
                      </a:cubicBezTo>
                      <a:cubicBezTo>
                        <a:pt x="23" y="8"/>
                        <a:pt x="0" y="0"/>
                        <a:pt x="5" y="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grpSp>
          <p:grpSp>
            <p:nvGrpSpPr>
              <p:cNvPr id="742" name="Google Shape;742;p22"/>
              <p:cNvGrpSpPr/>
              <p:nvPr/>
            </p:nvGrpSpPr>
            <p:grpSpPr>
              <a:xfrm flipH="1" rot="-5400000">
                <a:off x="6492229" y="2755658"/>
                <a:ext cx="4114800" cy="36576"/>
                <a:chOff x="1522413" y="1514475"/>
                <a:chExt cx="10569575" cy="64008"/>
              </a:xfrm>
            </p:grpSpPr>
            <p:sp>
              <p:nvSpPr>
                <p:cNvPr id="743" name="Google Shape;743;p22"/>
                <p:cNvSpPr/>
                <p:nvPr/>
              </p:nvSpPr>
              <p:spPr>
                <a:xfrm>
                  <a:off x="12028488" y="1525554"/>
                  <a:ext cx="63500" cy="4924"/>
                </a:xfrm>
                <a:custGeom>
                  <a:rect b="b" l="l" r="r" t="t"/>
                  <a:pathLst>
                    <a:path extrusionOk="0" h="6" w="67">
                      <a:moveTo>
                        <a:pt x="30" y="6"/>
                      </a:moveTo>
                      <a:lnTo>
                        <a:pt x="30" y="6"/>
                      </a:lnTo>
                      <a:lnTo>
                        <a:pt x="67" y="3"/>
                      </a:lnTo>
                      <a:cubicBezTo>
                        <a:pt x="60" y="2"/>
                        <a:pt x="26" y="1"/>
                        <a:pt x="39" y="0"/>
                      </a:cubicBezTo>
                      <a:cubicBezTo>
                        <a:pt x="0" y="1"/>
                        <a:pt x="8" y="3"/>
                        <a:pt x="30"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44" name="Google Shape;744;p22"/>
                <p:cNvSpPr/>
                <p:nvPr/>
              </p:nvSpPr>
              <p:spPr>
                <a:xfrm>
                  <a:off x="12022138" y="1532939"/>
                  <a:ext cx="19050" cy="1231"/>
                </a:xfrm>
                <a:custGeom>
                  <a:rect b="b" l="l" r="r" t="t"/>
                  <a:pathLst>
                    <a:path extrusionOk="0" h="2" w="20">
                      <a:moveTo>
                        <a:pt x="0" y="2"/>
                      </a:moveTo>
                      <a:lnTo>
                        <a:pt x="0" y="2"/>
                      </a:lnTo>
                      <a:lnTo>
                        <a:pt x="20" y="1"/>
                      </a:lnTo>
                      <a:cubicBezTo>
                        <a:pt x="16" y="0"/>
                        <a:pt x="11" y="0"/>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45" name="Google Shape;745;p22"/>
                <p:cNvSpPr/>
                <p:nvPr/>
              </p:nvSpPr>
              <p:spPr>
                <a:xfrm>
                  <a:off x="12041188" y="1531708"/>
                  <a:ext cx="39687" cy="6155"/>
                </a:xfrm>
                <a:custGeom>
                  <a:rect b="b" l="l" r="r" t="t"/>
                  <a:pathLst>
                    <a:path extrusionOk="0" h="6" w="41">
                      <a:moveTo>
                        <a:pt x="41" y="0"/>
                      </a:moveTo>
                      <a:lnTo>
                        <a:pt x="41" y="0"/>
                      </a:lnTo>
                      <a:lnTo>
                        <a:pt x="0" y="2"/>
                      </a:lnTo>
                      <a:cubicBezTo>
                        <a:pt x="5" y="3"/>
                        <a:pt x="6" y="6"/>
                        <a:pt x="19" y="1"/>
                      </a:cubicBezTo>
                      <a:cubicBezTo>
                        <a:pt x="15" y="3"/>
                        <a:pt x="23" y="1"/>
                        <a:pt x="4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46" name="Google Shape;746;p22"/>
                <p:cNvSpPr/>
                <p:nvPr/>
              </p:nvSpPr>
              <p:spPr>
                <a:xfrm>
                  <a:off x="11831638" y="1526784"/>
                  <a:ext cx="42862" cy="4924"/>
                </a:xfrm>
                <a:custGeom>
                  <a:rect b="b" l="l" r="r" t="t"/>
                  <a:pathLst>
                    <a:path extrusionOk="0" h="6" w="45">
                      <a:moveTo>
                        <a:pt x="2" y="0"/>
                      </a:moveTo>
                      <a:lnTo>
                        <a:pt x="2" y="0"/>
                      </a:lnTo>
                      <a:cubicBezTo>
                        <a:pt x="0" y="1"/>
                        <a:pt x="15" y="4"/>
                        <a:pt x="18" y="6"/>
                      </a:cubicBezTo>
                      <a:lnTo>
                        <a:pt x="45" y="4"/>
                      </a:lnTo>
                      <a:cubicBezTo>
                        <a:pt x="31" y="3"/>
                        <a:pt x="4" y="2"/>
                        <a:pt x="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47" name="Google Shape;747;p22"/>
                <p:cNvSpPr/>
                <p:nvPr/>
              </p:nvSpPr>
              <p:spPr>
                <a:xfrm>
                  <a:off x="11809413" y="1531708"/>
                  <a:ext cx="41275" cy="2462"/>
                </a:xfrm>
                <a:custGeom>
                  <a:rect b="b" l="l" r="r" t="t"/>
                  <a:pathLst>
                    <a:path extrusionOk="0" h="3" w="44">
                      <a:moveTo>
                        <a:pt x="42" y="0"/>
                      </a:moveTo>
                      <a:lnTo>
                        <a:pt x="42" y="0"/>
                      </a:lnTo>
                      <a:lnTo>
                        <a:pt x="0" y="3"/>
                      </a:lnTo>
                      <a:cubicBezTo>
                        <a:pt x="37" y="3"/>
                        <a:pt x="44" y="2"/>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48" name="Google Shape;748;p22"/>
                <p:cNvSpPr/>
                <p:nvPr/>
              </p:nvSpPr>
              <p:spPr>
                <a:xfrm>
                  <a:off x="12003088" y="1537863"/>
                  <a:ext cx="77787" cy="3693"/>
                </a:xfrm>
                <a:custGeom>
                  <a:rect b="b" l="l" r="r" t="t"/>
                  <a:pathLst>
                    <a:path extrusionOk="0" h="5" w="82">
                      <a:moveTo>
                        <a:pt x="14" y="5"/>
                      </a:moveTo>
                      <a:lnTo>
                        <a:pt x="14" y="5"/>
                      </a:lnTo>
                      <a:lnTo>
                        <a:pt x="82" y="0"/>
                      </a:lnTo>
                      <a:lnTo>
                        <a:pt x="0" y="5"/>
                      </a:lnTo>
                      <a:lnTo>
                        <a:pt x="14"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49" name="Google Shape;749;p22"/>
                <p:cNvSpPr/>
                <p:nvPr/>
              </p:nvSpPr>
              <p:spPr>
                <a:xfrm>
                  <a:off x="11664950" y="1523092"/>
                  <a:ext cx="39687" cy="4924"/>
                </a:xfrm>
                <a:custGeom>
                  <a:rect b="b" l="l" r="r" t="t"/>
                  <a:pathLst>
                    <a:path extrusionOk="0" h="5" w="42">
                      <a:moveTo>
                        <a:pt x="19" y="4"/>
                      </a:moveTo>
                      <a:lnTo>
                        <a:pt x="19" y="4"/>
                      </a:lnTo>
                      <a:lnTo>
                        <a:pt x="42" y="0"/>
                      </a:lnTo>
                      <a:lnTo>
                        <a:pt x="0" y="5"/>
                      </a:lnTo>
                      <a:lnTo>
                        <a:pt x="19"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50" name="Google Shape;750;p22"/>
                <p:cNvSpPr/>
                <p:nvPr/>
              </p:nvSpPr>
              <p:spPr>
                <a:xfrm>
                  <a:off x="11506200" y="1521861"/>
                  <a:ext cx="92075" cy="4924"/>
                </a:xfrm>
                <a:custGeom>
                  <a:rect b="b" l="l" r="r" t="t"/>
                  <a:pathLst>
                    <a:path extrusionOk="0" h="6" w="98">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51" name="Google Shape;751;p22"/>
                <p:cNvSpPr/>
                <p:nvPr/>
              </p:nvSpPr>
              <p:spPr>
                <a:xfrm>
                  <a:off x="11471275" y="1525554"/>
                  <a:ext cx="34925" cy="3693"/>
                </a:xfrm>
                <a:custGeom>
                  <a:rect b="b" l="l" r="r" t="t"/>
                  <a:pathLst>
                    <a:path extrusionOk="0" h="3" w="36">
                      <a:moveTo>
                        <a:pt x="0" y="3"/>
                      </a:moveTo>
                      <a:lnTo>
                        <a:pt x="0" y="3"/>
                      </a:lnTo>
                      <a:cubicBezTo>
                        <a:pt x="11" y="2"/>
                        <a:pt x="23" y="1"/>
                        <a:pt x="36" y="0"/>
                      </a:cubicBezTo>
                      <a:cubicBezTo>
                        <a:pt x="24" y="0"/>
                        <a:pt x="12"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52" name="Google Shape;752;p22"/>
                <p:cNvSpPr/>
                <p:nvPr/>
              </p:nvSpPr>
              <p:spPr>
                <a:xfrm>
                  <a:off x="11710988" y="1529246"/>
                  <a:ext cx="30162" cy="4924"/>
                </a:xfrm>
                <a:custGeom>
                  <a:rect b="b" l="l" r="r" t="t"/>
                  <a:pathLst>
                    <a:path extrusionOk="0" h="5" w="32">
                      <a:moveTo>
                        <a:pt x="32" y="5"/>
                      </a:moveTo>
                      <a:lnTo>
                        <a:pt x="32" y="5"/>
                      </a:lnTo>
                      <a:cubicBezTo>
                        <a:pt x="29" y="4"/>
                        <a:pt x="23" y="1"/>
                        <a:pt x="0" y="0"/>
                      </a:cubicBezTo>
                      <a:lnTo>
                        <a:pt x="16" y="5"/>
                      </a:lnTo>
                      <a:lnTo>
                        <a:pt x="32"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53" name="Google Shape;753;p22"/>
                <p:cNvSpPr/>
                <p:nvPr/>
              </p:nvSpPr>
              <p:spPr>
                <a:xfrm>
                  <a:off x="11691938" y="1532939"/>
                  <a:ext cx="34925" cy="1231"/>
                </a:xfrm>
                <a:custGeom>
                  <a:rect b="b" l="l" r="r" t="t"/>
                  <a:pathLst>
                    <a:path extrusionOk="0" h="1" w="36">
                      <a:moveTo>
                        <a:pt x="36" y="1"/>
                      </a:moveTo>
                      <a:lnTo>
                        <a:pt x="36" y="1"/>
                      </a:lnTo>
                      <a:lnTo>
                        <a:pt x="35" y="1"/>
                      </a:lnTo>
                      <a:lnTo>
                        <a:pt x="0" y="0"/>
                      </a:lnTo>
                      <a:lnTo>
                        <a:pt x="36"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54" name="Google Shape;754;p22"/>
                <p:cNvSpPr/>
                <p:nvPr/>
              </p:nvSpPr>
              <p:spPr>
                <a:xfrm>
                  <a:off x="11741150" y="1534170"/>
                  <a:ext cx="4762" cy="0"/>
                </a:xfrm>
                <a:custGeom>
                  <a:rect b="b" l="l" r="r" t="t"/>
                  <a:pathLst>
                    <a:path extrusionOk="0" h="120000" w="5">
                      <a:moveTo>
                        <a:pt x="5" y="0"/>
                      </a:moveTo>
                      <a:lnTo>
                        <a:pt x="5" y="0"/>
                      </a:lnTo>
                      <a:lnTo>
                        <a:pt x="0" y="0"/>
                      </a:lnTo>
                      <a:cubicBezTo>
                        <a:pt x="2" y="0"/>
                        <a:pt x="3" y="0"/>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55" name="Google Shape;755;p22"/>
                <p:cNvSpPr/>
                <p:nvPr/>
              </p:nvSpPr>
              <p:spPr>
                <a:xfrm>
                  <a:off x="11841163" y="1537863"/>
                  <a:ext cx="71437" cy="8617"/>
                </a:xfrm>
                <a:custGeom>
                  <a:rect b="b" l="l" r="r" t="t"/>
                  <a:pathLst>
                    <a:path extrusionOk="0" h="9" w="75">
                      <a:moveTo>
                        <a:pt x="75" y="0"/>
                      </a:moveTo>
                      <a:lnTo>
                        <a:pt x="75" y="0"/>
                      </a:lnTo>
                      <a:cubicBezTo>
                        <a:pt x="51" y="3"/>
                        <a:pt x="0" y="5"/>
                        <a:pt x="49" y="9"/>
                      </a:cubicBezTo>
                      <a:cubicBezTo>
                        <a:pt x="66" y="6"/>
                        <a:pt x="38" y="4"/>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56" name="Google Shape;756;p22"/>
                <p:cNvSpPr/>
                <p:nvPr/>
              </p:nvSpPr>
              <p:spPr>
                <a:xfrm>
                  <a:off x="11764963" y="1535401"/>
                  <a:ext cx="44450" cy="3693"/>
                </a:xfrm>
                <a:custGeom>
                  <a:rect b="b" l="l" r="r" t="t"/>
                  <a:pathLst>
                    <a:path extrusionOk="0" h="4" w="47">
                      <a:moveTo>
                        <a:pt x="0" y="3"/>
                      </a:moveTo>
                      <a:lnTo>
                        <a:pt x="0" y="3"/>
                      </a:lnTo>
                      <a:lnTo>
                        <a:pt x="44" y="4"/>
                      </a:lnTo>
                      <a:cubicBezTo>
                        <a:pt x="43" y="3"/>
                        <a:pt x="35" y="1"/>
                        <a:pt x="47" y="0"/>
                      </a:cubicBez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57" name="Google Shape;757;p22"/>
                <p:cNvSpPr/>
                <p:nvPr/>
              </p:nvSpPr>
              <p:spPr>
                <a:xfrm>
                  <a:off x="11744325" y="1537863"/>
                  <a:ext cx="20637" cy="2462"/>
                </a:xfrm>
                <a:custGeom>
                  <a:rect b="b" l="l" r="r" t="t"/>
                  <a:pathLst>
                    <a:path extrusionOk="0" h="2" w="22">
                      <a:moveTo>
                        <a:pt x="0" y="2"/>
                      </a:moveTo>
                      <a:lnTo>
                        <a:pt x="0" y="2"/>
                      </a:lnTo>
                      <a:lnTo>
                        <a:pt x="22" y="0"/>
                      </a:lnTo>
                      <a:lnTo>
                        <a:pt x="5" y="0"/>
                      </a:lnTo>
                      <a:lnTo>
                        <a:pt x="0"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58" name="Google Shape;758;p22"/>
                <p:cNvSpPr/>
                <p:nvPr/>
              </p:nvSpPr>
              <p:spPr>
                <a:xfrm>
                  <a:off x="11482388" y="1531708"/>
                  <a:ext cx="85725" cy="3693"/>
                </a:xfrm>
                <a:custGeom>
                  <a:rect b="b" l="l" r="r" t="t"/>
                  <a:pathLst>
                    <a:path extrusionOk="0" h="4" w="90">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59" name="Google Shape;759;p22"/>
                <p:cNvSpPr/>
                <p:nvPr/>
              </p:nvSpPr>
              <p:spPr>
                <a:xfrm>
                  <a:off x="11626850" y="1532939"/>
                  <a:ext cx="4762" cy="1231"/>
                </a:xfrm>
                <a:custGeom>
                  <a:rect b="b" l="l" r="r" t="t"/>
                  <a:pathLst>
                    <a:path extrusionOk="0" h="1" w="5">
                      <a:moveTo>
                        <a:pt x="5" y="0"/>
                      </a:moveTo>
                      <a:lnTo>
                        <a:pt x="5" y="0"/>
                      </a:lnTo>
                      <a:lnTo>
                        <a:pt x="0" y="1"/>
                      </a:lnTo>
                      <a:cubicBezTo>
                        <a:pt x="3" y="1"/>
                        <a:pt x="5" y="1"/>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60" name="Google Shape;760;p22"/>
                <p:cNvSpPr/>
                <p:nvPr/>
              </p:nvSpPr>
              <p:spPr>
                <a:xfrm>
                  <a:off x="11261725" y="1534170"/>
                  <a:ext cx="4762" cy="0"/>
                </a:xfrm>
                <a:custGeom>
                  <a:rect b="b" l="l" r="r" t="t"/>
                  <a:pathLst>
                    <a:path extrusionOk="0" h="1" w="5">
                      <a:moveTo>
                        <a:pt x="0" y="0"/>
                      </a:moveTo>
                      <a:lnTo>
                        <a:pt x="0" y="0"/>
                      </a:lnTo>
                      <a:lnTo>
                        <a:pt x="4" y="0"/>
                      </a:lnTo>
                      <a:cubicBezTo>
                        <a:pt x="4" y="0"/>
                        <a:pt x="4" y="0"/>
                        <a:pt x="5"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61" name="Google Shape;761;p22"/>
                <p:cNvSpPr/>
                <p:nvPr/>
              </p:nvSpPr>
              <p:spPr>
                <a:xfrm>
                  <a:off x="11553825" y="1534170"/>
                  <a:ext cx="44450" cy="2462"/>
                </a:xfrm>
                <a:custGeom>
                  <a:rect b="b" l="l" r="r" t="t"/>
                  <a:pathLst>
                    <a:path extrusionOk="0" h="2" w="47">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62" name="Google Shape;762;p22"/>
                <p:cNvSpPr/>
                <p:nvPr/>
              </p:nvSpPr>
              <p:spPr>
                <a:xfrm>
                  <a:off x="11409363" y="1529246"/>
                  <a:ext cx="31750" cy="2462"/>
                </a:xfrm>
                <a:custGeom>
                  <a:rect b="b" l="l" r="r" t="t"/>
                  <a:pathLst>
                    <a:path extrusionOk="0" h="3" w="33">
                      <a:moveTo>
                        <a:pt x="0" y="1"/>
                      </a:moveTo>
                      <a:lnTo>
                        <a:pt x="0" y="1"/>
                      </a:lnTo>
                      <a:cubicBezTo>
                        <a:pt x="10" y="2"/>
                        <a:pt x="21" y="3"/>
                        <a:pt x="33" y="3"/>
                      </a:cubicBezTo>
                      <a:cubicBezTo>
                        <a:pt x="23" y="2"/>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63" name="Google Shape;763;p22"/>
                <p:cNvSpPr/>
                <p:nvPr/>
              </p:nvSpPr>
              <p:spPr>
                <a:xfrm>
                  <a:off x="11618913" y="1531708"/>
                  <a:ext cx="6350" cy="0"/>
                </a:xfrm>
                <a:custGeom>
                  <a:rect b="b" l="l" r="r" t="t"/>
                  <a:pathLst>
                    <a:path extrusionOk="0" h="1" w="6">
                      <a:moveTo>
                        <a:pt x="3" y="0"/>
                      </a:moveTo>
                      <a:lnTo>
                        <a:pt x="3" y="0"/>
                      </a:lnTo>
                      <a:lnTo>
                        <a:pt x="6" y="0"/>
                      </a:lnTo>
                      <a:cubicBezTo>
                        <a:pt x="0" y="0"/>
                        <a:pt x="0" y="0"/>
                        <a:pt x="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64" name="Google Shape;764;p22"/>
                <p:cNvSpPr/>
                <p:nvPr/>
              </p:nvSpPr>
              <p:spPr>
                <a:xfrm>
                  <a:off x="11598275" y="1531708"/>
                  <a:ext cx="28575" cy="2462"/>
                </a:xfrm>
                <a:custGeom>
                  <a:rect b="b" l="l" r="r" t="t"/>
                  <a:pathLst>
                    <a:path extrusionOk="0" h="3" w="31">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65" name="Google Shape;765;p22"/>
                <p:cNvSpPr/>
                <p:nvPr/>
              </p:nvSpPr>
              <p:spPr>
                <a:xfrm>
                  <a:off x="11137900" y="1534170"/>
                  <a:ext cx="188912" cy="23388"/>
                </a:xfrm>
                <a:custGeom>
                  <a:rect b="b" l="l" r="r" t="t"/>
                  <a:pathLst>
                    <a:path extrusionOk="0" h="27" w="198">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66" name="Google Shape;766;p22"/>
                <p:cNvSpPr/>
                <p:nvPr/>
              </p:nvSpPr>
              <p:spPr>
                <a:xfrm>
                  <a:off x="11266488" y="1529246"/>
                  <a:ext cx="95250" cy="4924"/>
                </a:xfrm>
                <a:custGeom>
                  <a:rect b="b" l="l" r="r" t="t"/>
                  <a:pathLst>
                    <a:path extrusionOk="0" h="6" w="10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67" name="Google Shape;767;p22"/>
                <p:cNvSpPr/>
                <p:nvPr/>
              </p:nvSpPr>
              <p:spPr>
                <a:xfrm>
                  <a:off x="11361738" y="1531708"/>
                  <a:ext cx="134937" cy="12309"/>
                </a:xfrm>
                <a:custGeom>
                  <a:rect b="b" l="l" r="r" t="t"/>
                  <a:pathLst>
                    <a:path extrusionOk="0" h="14" w="142">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68" name="Google Shape;768;p22"/>
                <p:cNvSpPr/>
                <p:nvPr/>
              </p:nvSpPr>
              <p:spPr>
                <a:xfrm>
                  <a:off x="11834813" y="1552634"/>
                  <a:ext cx="9525" cy="1231"/>
                </a:xfrm>
                <a:custGeom>
                  <a:rect b="b" l="l" r="r" t="t"/>
                  <a:pathLst>
                    <a:path extrusionOk="0" h="1" w="11">
                      <a:moveTo>
                        <a:pt x="11" y="1"/>
                      </a:moveTo>
                      <a:lnTo>
                        <a:pt x="11" y="1"/>
                      </a:lnTo>
                      <a:cubicBezTo>
                        <a:pt x="8" y="1"/>
                        <a:pt x="8" y="1"/>
                        <a:pt x="8" y="0"/>
                      </a:cubicBezTo>
                      <a:cubicBezTo>
                        <a:pt x="2" y="1"/>
                        <a:pt x="0" y="1"/>
                        <a:pt x="11"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69" name="Google Shape;769;p22"/>
                <p:cNvSpPr/>
                <p:nvPr/>
              </p:nvSpPr>
              <p:spPr>
                <a:xfrm>
                  <a:off x="11764963" y="1542787"/>
                  <a:ext cx="117475" cy="9847"/>
                </a:xfrm>
                <a:custGeom>
                  <a:rect b="b" l="l" r="r" t="t"/>
                  <a:pathLst>
                    <a:path extrusionOk="0" h="12" w="12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70" name="Google Shape;770;p22"/>
                <p:cNvSpPr/>
                <p:nvPr/>
              </p:nvSpPr>
              <p:spPr>
                <a:xfrm>
                  <a:off x="11555413" y="1544017"/>
                  <a:ext cx="69850" cy="4924"/>
                </a:xfrm>
                <a:custGeom>
                  <a:rect b="b" l="l" r="r" t="t"/>
                  <a:pathLst>
                    <a:path extrusionOk="0" h="6" w="74">
                      <a:moveTo>
                        <a:pt x="70" y="0"/>
                      </a:moveTo>
                      <a:lnTo>
                        <a:pt x="70" y="0"/>
                      </a:lnTo>
                      <a:lnTo>
                        <a:pt x="0" y="2"/>
                      </a:lnTo>
                      <a:lnTo>
                        <a:pt x="36" y="6"/>
                      </a:lnTo>
                      <a:lnTo>
                        <a:pt x="34" y="4"/>
                      </a:lnTo>
                      <a:cubicBezTo>
                        <a:pt x="74" y="4"/>
                        <a:pt x="65" y="2"/>
                        <a:pt x="7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71" name="Google Shape;771;p22"/>
                <p:cNvSpPr/>
                <p:nvPr/>
              </p:nvSpPr>
              <p:spPr>
                <a:xfrm>
                  <a:off x="11223625" y="1528016"/>
                  <a:ext cx="38100" cy="6155"/>
                </a:xfrm>
                <a:custGeom>
                  <a:rect b="b" l="l" r="r" t="t"/>
                  <a:pathLst>
                    <a:path extrusionOk="0" h="7" w="40">
                      <a:moveTo>
                        <a:pt x="31" y="5"/>
                      </a:moveTo>
                      <a:lnTo>
                        <a:pt x="31" y="5"/>
                      </a:lnTo>
                      <a:lnTo>
                        <a:pt x="40" y="0"/>
                      </a:lnTo>
                      <a:lnTo>
                        <a:pt x="0" y="7"/>
                      </a:lnTo>
                      <a:lnTo>
                        <a:pt x="31"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72" name="Google Shape;772;p22"/>
                <p:cNvSpPr/>
                <p:nvPr/>
              </p:nvSpPr>
              <p:spPr>
                <a:xfrm>
                  <a:off x="11145838" y="1529246"/>
                  <a:ext cx="22225" cy="2462"/>
                </a:xfrm>
                <a:custGeom>
                  <a:rect b="b" l="l" r="r" t="t"/>
                  <a:pathLst>
                    <a:path extrusionOk="0" h="4" w="24">
                      <a:moveTo>
                        <a:pt x="21" y="4"/>
                      </a:moveTo>
                      <a:lnTo>
                        <a:pt x="21" y="4"/>
                      </a:lnTo>
                      <a:lnTo>
                        <a:pt x="24" y="0"/>
                      </a:lnTo>
                      <a:lnTo>
                        <a:pt x="0" y="3"/>
                      </a:lnTo>
                      <a:lnTo>
                        <a:pt x="2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73" name="Google Shape;773;p22"/>
                <p:cNvSpPr/>
                <p:nvPr/>
              </p:nvSpPr>
              <p:spPr>
                <a:xfrm>
                  <a:off x="6197600" y="1566174"/>
                  <a:ext cx="20637" cy="1231"/>
                </a:xfrm>
                <a:custGeom>
                  <a:rect b="b" l="l" r="r" t="t"/>
                  <a:pathLst>
                    <a:path extrusionOk="0" h="1" w="21">
                      <a:moveTo>
                        <a:pt x="21" y="0"/>
                      </a:moveTo>
                      <a:lnTo>
                        <a:pt x="21" y="0"/>
                      </a:lnTo>
                      <a:lnTo>
                        <a:pt x="0" y="1"/>
                      </a:lnTo>
                      <a:cubicBezTo>
                        <a:pt x="10" y="0"/>
                        <a:pt x="16" y="0"/>
                        <a:pt x="2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74" name="Google Shape;774;p22"/>
                <p:cNvSpPr/>
                <p:nvPr/>
              </p:nvSpPr>
              <p:spPr>
                <a:xfrm>
                  <a:off x="6356350" y="1564943"/>
                  <a:ext cx="9525" cy="1231"/>
                </a:xfrm>
                <a:custGeom>
                  <a:rect b="b" l="l" r="r" t="t"/>
                  <a:pathLst>
                    <a:path extrusionOk="0" h="2" w="10">
                      <a:moveTo>
                        <a:pt x="6" y="2"/>
                      </a:moveTo>
                      <a:lnTo>
                        <a:pt x="6" y="2"/>
                      </a:lnTo>
                      <a:lnTo>
                        <a:pt x="10" y="0"/>
                      </a:lnTo>
                      <a:cubicBezTo>
                        <a:pt x="3"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75" name="Google Shape;775;p22"/>
                <p:cNvSpPr/>
                <p:nvPr/>
              </p:nvSpPr>
              <p:spPr>
                <a:xfrm>
                  <a:off x="8950325" y="1521861"/>
                  <a:ext cx="61912" cy="7386"/>
                </a:xfrm>
                <a:custGeom>
                  <a:rect b="b" l="l" r="r" t="t"/>
                  <a:pathLst>
                    <a:path extrusionOk="0" h="9" w="65">
                      <a:moveTo>
                        <a:pt x="65" y="9"/>
                      </a:moveTo>
                      <a:lnTo>
                        <a:pt x="65" y="9"/>
                      </a:lnTo>
                      <a:cubicBezTo>
                        <a:pt x="34" y="5"/>
                        <a:pt x="0" y="0"/>
                        <a:pt x="4" y="4"/>
                      </a:cubicBezTo>
                      <a:lnTo>
                        <a:pt x="13" y="8"/>
                      </a:lnTo>
                      <a:cubicBezTo>
                        <a:pt x="35" y="7"/>
                        <a:pt x="51" y="8"/>
                        <a:pt x="65"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76" name="Google Shape;776;p22"/>
                <p:cNvSpPr/>
                <p:nvPr/>
              </p:nvSpPr>
              <p:spPr>
                <a:xfrm>
                  <a:off x="7537450" y="1546479"/>
                  <a:ext cx="28575" cy="3693"/>
                </a:xfrm>
                <a:custGeom>
                  <a:rect b="b" l="l" r="r" t="t"/>
                  <a:pathLst>
                    <a:path extrusionOk="0" h="4" w="29">
                      <a:moveTo>
                        <a:pt x="0" y="3"/>
                      </a:moveTo>
                      <a:lnTo>
                        <a:pt x="0" y="3"/>
                      </a:lnTo>
                      <a:lnTo>
                        <a:pt x="9" y="4"/>
                      </a:lnTo>
                      <a:lnTo>
                        <a:pt x="29" y="0"/>
                      </a:ln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77" name="Google Shape;777;p22"/>
                <p:cNvSpPr/>
                <p:nvPr/>
              </p:nvSpPr>
              <p:spPr>
                <a:xfrm>
                  <a:off x="7478713" y="1562481"/>
                  <a:ext cx="38100" cy="2462"/>
                </a:xfrm>
                <a:custGeom>
                  <a:rect b="b" l="l" r="r" t="t"/>
                  <a:pathLst>
                    <a:path extrusionOk="0" h="3" w="40">
                      <a:moveTo>
                        <a:pt x="40" y="3"/>
                      </a:moveTo>
                      <a:lnTo>
                        <a:pt x="40" y="3"/>
                      </a:lnTo>
                      <a:lnTo>
                        <a:pt x="0" y="0"/>
                      </a:lnTo>
                      <a:cubicBezTo>
                        <a:pt x="9" y="1"/>
                        <a:pt x="22" y="2"/>
                        <a:pt x="4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78" name="Google Shape;778;p22"/>
                <p:cNvSpPr/>
                <p:nvPr/>
              </p:nvSpPr>
              <p:spPr>
                <a:xfrm>
                  <a:off x="5410200" y="1568636"/>
                  <a:ext cx="36512" cy="3693"/>
                </a:xfrm>
                <a:custGeom>
                  <a:rect b="b" l="l" r="r" t="t"/>
                  <a:pathLst>
                    <a:path extrusionOk="0" h="5" w="38">
                      <a:moveTo>
                        <a:pt x="24" y="0"/>
                      </a:moveTo>
                      <a:lnTo>
                        <a:pt x="24" y="0"/>
                      </a:lnTo>
                      <a:lnTo>
                        <a:pt x="0" y="5"/>
                      </a:lnTo>
                      <a:cubicBezTo>
                        <a:pt x="38" y="5"/>
                        <a:pt x="21" y="3"/>
                        <a:pt x="2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79" name="Google Shape;779;p22"/>
                <p:cNvSpPr/>
                <p:nvPr/>
              </p:nvSpPr>
              <p:spPr>
                <a:xfrm>
                  <a:off x="10206038" y="1530477"/>
                  <a:ext cx="61912" cy="4924"/>
                </a:xfrm>
                <a:custGeom>
                  <a:rect b="b" l="l" r="r" t="t"/>
                  <a:pathLst>
                    <a:path extrusionOk="0" h="6" w="65">
                      <a:moveTo>
                        <a:pt x="65" y="3"/>
                      </a:moveTo>
                      <a:lnTo>
                        <a:pt x="65" y="3"/>
                      </a:lnTo>
                      <a:cubicBezTo>
                        <a:pt x="39" y="1"/>
                        <a:pt x="18" y="0"/>
                        <a:pt x="0" y="0"/>
                      </a:cubicBezTo>
                      <a:cubicBezTo>
                        <a:pt x="32" y="2"/>
                        <a:pt x="57" y="6"/>
                        <a:pt x="65"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80" name="Google Shape;780;p22"/>
                <p:cNvSpPr/>
                <p:nvPr/>
              </p:nvSpPr>
              <p:spPr>
                <a:xfrm>
                  <a:off x="6257925" y="1525554"/>
                  <a:ext cx="19050" cy="2462"/>
                </a:xfrm>
                <a:custGeom>
                  <a:rect b="b" l="l" r="r" t="t"/>
                  <a:pathLst>
                    <a:path extrusionOk="0" h="2" w="21">
                      <a:moveTo>
                        <a:pt x="18" y="0"/>
                      </a:moveTo>
                      <a:lnTo>
                        <a:pt x="18" y="0"/>
                      </a:lnTo>
                      <a:cubicBezTo>
                        <a:pt x="5" y="1"/>
                        <a:pt x="0" y="2"/>
                        <a:pt x="0" y="2"/>
                      </a:cubicBezTo>
                      <a:cubicBezTo>
                        <a:pt x="13" y="2"/>
                        <a:pt x="21" y="1"/>
                        <a:pt x="1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81" name="Google Shape;781;p22"/>
                <p:cNvSpPr/>
                <p:nvPr/>
              </p:nvSpPr>
              <p:spPr>
                <a:xfrm>
                  <a:off x="10134600" y="1528016"/>
                  <a:ext cx="71437" cy="3693"/>
                </a:xfrm>
                <a:custGeom>
                  <a:rect b="b" l="l" r="r" t="t"/>
                  <a:pathLst>
                    <a:path extrusionOk="0" h="4" w="75">
                      <a:moveTo>
                        <a:pt x="0" y="3"/>
                      </a:moveTo>
                      <a:lnTo>
                        <a:pt x="0" y="3"/>
                      </a:lnTo>
                      <a:lnTo>
                        <a:pt x="13" y="4"/>
                      </a:lnTo>
                      <a:cubicBezTo>
                        <a:pt x="32" y="3"/>
                        <a:pt x="52" y="2"/>
                        <a:pt x="75" y="3"/>
                      </a:cubicBezTo>
                      <a:cubicBezTo>
                        <a:pt x="52" y="1"/>
                        <a:pt x="25" y="0"/>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82" name="Google Shape;782;p22"/>
                <p:cNvSpPr/>
                <p:nvPr/>
              </p:nvSpPr>
              <p:spPr>
                <a:xfrm>
                  <a:off x="2582863" y="1560020"/>
                  <a:ext cx="7937" cy="1231"/>
                </a:xfrm>
                <a:custGeom>
                  <a:rect b="b" l="l" r="r" t="t"/>
                  <a:pathLst>
                    <a:path extrusionOk="0" h="1" w="8">
                      <a:moveTo>
                        <a:pt x="8" y="1"/>
                      </a:moveTo>
                      <a:lnTo>
                        <a:pt x="8" y="1"/>
                      </a:lnTo>
                      <a:lnTo>
                        <a:pt x="1" y="0"/>
                      </a:lnTo>
                      <a:cubicBezTo>
                        <a:pt x="0" y="1"/>
                        <a:pt x="3" y="1"/>
                        <a:pt x="8"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83" name="Google Shape;783;p22"/>
                <p:cNvSpPr/>
                <p:nvPr/>
              </p:nvSpPr>
              <p:spPr>
                <a:xfrm>
                  <a:off x="1762125" y="1521861"/>
                  <a:ext cx="34925" cy="1231"/>
                </a:xfrm>
                <a:custGeom>
                  <a:rect b="b" l="l" r="r" t="t"/>
                  <a:pathLst>
                    <a:path extrusionOk="0" h="1" w="36">
                      <a:moveTo>
                        <a:pt x="0" y="1"/>
                      </a:moveTo>
                      <a:lnTo>
                        <a:pt x="0" y="1"/>
                      </a:lnTo>
                      <a:cubicBezTo>
                        <a:pt x="9" y="1"/>
                        <a:pt x="23" y="1"/>
                        <a:pt x="36" y="1"/>
                      </a:cubicBezTo>
                      <a:cubicBezTo>
                        <a:pt x="29" y="0"/>
                        <a:pt x="19"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84" name="Google Shape;784;p22"/>
                <p:cNvSpPr/>
                <p:nvPr/>
              </p:nvSpPr>
              <p:spPr>
                <a:xfrm>
                  <a:off x="10812463" y="1529246"/>
                  <a:ext cx="19050" cy="1231"/>
                </a:xfrm>
                <a:custGeom>
                  <a:rect b="b" l="l" r="r" t="t"/>
                  <a:pathLst>
                    <a:path extrusionOk="0" h="1" w="20">
                      <a:moveTo>
                        <a:pt x="0" y="1"/>
                      </a:moveTo>
                      <a:lnTo>
                        <a:pt x="0" y="1"/>
                      </a:lnTo>
                      <a:cubicBezTo>
                        <a:pt x="20" y="1"/>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85" name="Google Shape;785;p22"/>
                <p:cNvSpPr/>
                <p:nvPr/>
              </p:nvSpPr>
              <p:spPr>
                <a:xfrm>
                  <a:off x="10896600" y="1545248"/>
                  <a:ext cx="7937" cy="2462"/>
                </a:xfrm>
                <a:custGeom>
                  <a:rect b="b" l="l" r="r" t="t"/>
                  <a:pathLst>
                    <a:path extrusionOk="0" h="3" w="8">
                      <a:moveTo>
                        <a:pt x="8" y="0"/>
                      </a:moveTo>
                      <a:lnTo>
                        <a:pt x="8" y="0"/>
                      </a:lnTo>
                      <a:cubicBezTo>
                        <a:pt x="4" y="1"/>
                        <a:pt x="1" y="2"/>
                        <a:pt x="0" y="3"/>
                      </a:cubicBezTo>
                      <a:cubicBezTo>
                        <a:pt x="2" y="2"/>
                        <a:pt x="4" y="1"/>
                        <a:pt x="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86" name="Google Shape;786;p22"/>
                <p:cNvSpPr/>
                <p:nvPr/>
              </p:nvSpPr>
              <p:spPr>
                <a:xfrm>
                  <a:off x="9947275" y="1553865"/>
                  <a:ext cx="4762" cy="1231"/>
                </a:xfrm>
                <a:custGeom>
                  <a:rect b="b" l="l" r="r" t="t"/>
                  <a:pathLst>
                    <a:path extrusionOk="0" h="1" w="5">
                      <a:moveTo>
                        <a:pt x="1" y="0"/>
                      </a:moveTo>
                      <a:lnTo>
                        <a:pt x="1" y="0"/>
                      </a:lnTo>
                      <a:lnTo>
                        <a:pt x="0" y="0"/>
                      </a:lnTo>
                      <a:cubicBezTo>
                        <a:pt x="5" y="1"/>
                        <a:pt x="4" y="0"/>
                        <a:pt x="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87" name="Google Shape;787;p22"/>
                <p:cNvSpPr/>
                <p:nvPr/>
              </p:nvSpPr>
              <p:spPr>
                <a:xfrm>
                  <a:off x="10817225" y="1531708"/>
                  <a:ext cx="23812" cy="0"/>
                </a:xfrm>
                <a:custGeom>
                  <a:rect b="b" l="l" r="r" t="t"/>
                  <a:pathLst>
                    <a:path extrusionOk="0" h="1" w="25">
                      <a:moveTo>
                        <a:pt x="25" y="0"/>
                      </a:moveTo>
                      <a:lnTo>
                        <a:pt x="25" y="0"/>
                      </a:lnTo>
                      <a:cubicBezTo>
                        <a:pt x="18" y="0"/>
                        <a:pt x="10" y="0"/>
                        <a:pt x="0" y="0"/>
                      </a:cubicBezTo>
                      <a:cubicBezTo>
                        <a:pt x="5" y="0"/>
                        <a:pt x="12" y="0"/>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88" name="Google Shape;788;p22"/>
                <p:cNvSpPr/>
                <p:nvPr/>
              </p:nvSpPr>
              <p:spPr>
                <a:xfrm>
                  <a:off x="10836275" y="1529246"/>
                  <a:ext cx="19050" cy="1231"/>
                </a:xfrm>
                <a:custGeom>
                  <a:rect b="b" l="l" r="r" t="t"/>
                  <a:pathLst>
                    <a:path extrusionOk="0" h="1" w="20">
                      <a:moveTo>
                        <a:pt x="0" y="1"/>
                      </a:moveTo>
                      <a:lnTo>
                        <a:pt x="0" y="1"/>
                      </a:lnTo>
                      <a:lnTo>
                        <a:pt x="18" y="1"/>
                      </a:lnTo>
                      <a:cubicBezTo>
                        <a:pt x="20" y="1"/>
                        <a:pt x="18"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89" name="Google Shape;789;p22"/>
                <p:cNvSpPr/>
                <p:nvPr/>
              </p:nvSpPr>
              <p:spPr>
                <a:xfrm>
                  <a:off x="10787063" y="1530477"/>
                  <a:ext cx="30162" cy="1231"/>
                </a:xfrm>
                <a:custGeom>
                  <a:rect b="b" l="l" r="r" t="t"/>
                  <a:pathLst>
                    <a:path extrusionOk="0" h="1" w="31">
                      <a:moveTo>
                        <a:pt x="0" y="0"/>
                      </a:moveTo>
                      <a:lnTo>
                        <a:pt x="0" y="0"/>
                      </a:lnTo>
                      <a:cubicBezTo>
                        <a:pt x="11" y="0"/>
                        <a:pt x="21" y="0"/>
                        <a:pt x="31" y="1"/>
                      </a:cubicBezTo>
                      <a:cubicBezTo>
                        <a:pt x="28" y="0"/>
                        <a:pt x="26" y="0"/>
                        <a:pt x="27"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90" name="Google Shape;790;p22"/>
                <p:cNvSpPr/>
                <p:nvPr/>
              </p:nvSpPr>
              <p:spPr>
                <a:xfrm>
                  <a:off x="4092575" y="1552634"/>
                  <a:ext cx="20637" cy="2462"/>
                </a:xfrm>
                <a:custGeom>
                  <a:rect b="b" l="l" r="r" t="t"/>
                  <a:pathLst>
                    <a:path extrusionOk="0" h="2" w="23">
                      <a:moveTo>
                        <a:pt x="23" y="0"/>
                      </a:moveTo>
                      <a:lnTo>
                        <a:pt x="23" y="0"/>
                      </a:lnTo>
                      <a:lnTo>
                        <a:pt x="19" y="0"/>
                      </a:lnTo>
                      <a:cubicBezTo>
                        <a:pt x="0" y="2"/>
                        <a:pt x="8" y="1"/>
                        <a:pt x="2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91" name="Google Shape;791;p22"/>
                <p:cNvSpPr/>
                <p:nvPr/>
              </p:nvSpPr>
              <p:spPr>
                <a:xfrm>
                  <a:off x="8528050" y="1567405"/>
                  <a:ext cx="3175" cy="1231"/>
                </a:xfrm>
                <a:custGeom>
                  <a:rect b="b" l="l" r="r" t="t"/>
                  <a:pathLst>
                    <a:path extrusionOk="0" h="1" w="3">
                      <a:moveTo>
                        <a:pt x="1" y="1"/>
                      </a:moveTo>
                      <a:lnTo>
                        <a:pt x="1" y="1"/>
                      </a:lnTo>
                      <a:lnTo>
                        <a:pt x="3" y="0"/>
                      </a:lnTo>
                      <a:lnTo>
                        <a:pt x="0" y="0"/>
                      </a:lnTo>
                      <a:lnTo>
                        <a:pt x="1"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92" name="Google Shape;792;p22"/>
                <p:cNvSpPr/>
                <p:nvPr/>
              </p:nvSpPr>
              <p:spPr>
                <a:xfrm>
                  <a:off x="8461375" y="1556326"/>
                  <a:ext cx="66675" cy="14771"/>
                </a:xfrm>
                <a:custGeom>
                  <a:rect b="b" l="l" r="r" t="t"/>
                  <a:pathLst>
                    <a:path extrusionOk="0" h="17" w="69">
                      <a:moveTo>
                        <a:pt x="0" y="17"/>
                      </a:moveTo>
                      <a:lnTo>
                        <a:pt x="0" y="17"/>
                      </a:lnTo>
                      <a:cubicBezTo>
                        <a:pt x="30" y="11"/>
                        <a:pt x="47" y="12"/>
                        <a:pt x="69" y="13"/>
                      </a:cubicBezTo>
                      <a:lnTo>
                        <a:pt x="46" y="0"/>
                      </a:lnTo>
                      <a:lnTo>
                        <a:pt x="0" y="17"/>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93" name="Google Shape;793;p22"/>
                <p:cNvSpPr/>
                <p:nvPr/>
              </p:nvSpPr>
              <p:spPr>
                <a:xfrm>
                  <a:off x="1562100" y="1514475"/>
                  <a:ext cx="9563100" cy="64008"/>
                </a:xfrm>
                <a:custGeom>
                  <a:rect b="b" l="l" r="r" t="t"/>
                  <a:pathLst>
                    <a:path extrusionOk="0" h="75" w="1003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94" name="Google Shape;794;p22"/>
                <p:cNvSpPr/>
                <p:nvPr/>
              </p:nvSpPr>
              <p:spPr>
                <a:xfrm>
                  <a:off x="7508875" y="1560020"/>
                  <a:ext cx="11112" cy="3693"/>
                </a:xfrm>
                <a:custGeom>
                  <a:rect b="b" l="l" r="r" t="t"/>
                  <a:pathLst>
                    <a:path extrusionOk="0" h="3" w="12">
                      <a:moveTo>
                        <a:pt x="12" y="3"/>
                      </a:moveTo>
                      <a:lnTo>
                        <a:pt x="12" y="3"/>
                      </a:lnTo>
                      <a:cubicBezTo>
                        <a:pt x="8" y="2"/>
                        <a:pt x="7" y="1"/>
                        <a:pt x="6" y="0"/>
                      </a:cubicBezTo>
                      <a:cubicBezTo>
                        <a:pt x="1" y="1"/>
                        <a:pt x="0" y="2"/>
                        <a:pt x="12"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95" name="Google Shape;795;p22"/>
                <p:cNvSpPr/>
                <p:nvPr/>
              </p:nvSpPr>
              <p:spPr>
                <a:xfrm>
                  <a:off x="5434013" y="1567405"/>
                  <a:ext cx="4762" cy="1231"/>
                </a:xfrm>
                <a:custGeom>
                  <a:rect b="b" l="l" r="r" t="t"/>
                  <a:pathLst>
                    <a:path extrusionOk="0" h="1" w="5">
                      <a:moveTo>
                        <a:pt x="5" y="1"/>
                      </a:moveTo>
                      <a:lnTo>
                        <a:pt x="5" y="1"/>
                      </a:lnTo>
                      <a:lnTo>
                        <a:pt x="3" y="0"/>
                      </a:lnTo>
                      <a:cubicBezTo>
                        <a:pt x="1" y="1"/>
                        <a:pt x="1" y="1"/>
                        <a:pt x="0" y="1"/>
                      </a:cubicBezTo>
                      <a:lnTo>
                        <a:pt x="5"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96" name="Google Shape;796;p22"/>
                <p:cNvSpPr/>
                <p:nvPr/>
              </p:nvSpPr>
              <p:spPr>
                <a:xfrm>
                  <a:off x="9672638" y="1567405"/>
                  <a:ext cx="25400" cy="2462"/>
                </a:xfrm>
                <a:custGeom>
                  <a:rect b="b" l="l" r="r" t="t"/>
                  <a:pathLst>
                    <a:path extrusionOk="0" h="3" w="27">
                      <a:moveTo>
                        <a:pt x="27" y="3"/>
                      </a:moveTo>
                      <a:lnTo>
                        <a:pt x="27" y="3"/>
                      </a:lnTo>
                      <a:cubicBezTo>
                        <a:pt x="13" y="2"/>
                        <a:pt x="6" y="1"/>
                        <a:pt x="1" y="0"/>
                      </a:cubicBezTo>
                      <a:cubicBezTo>
                        <a:pt x="0" y="1"/>
                        <a:pt x="6"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97" name="Google Shape;797;p22"/>
                <p:cNvSpPr/>
                <p:nvPr/>
              </p:nvSpPr>
              <p:spPr>
                <a:xfrm>
                  <a:off x="10966450" y="1529246"/>
                  <a:ext cx="39687" cy="2462"/>
                </a:xfrm>
                <a:custGeom>
                  <a:rect b="b" l="l" r="r" t="t"/>
                  <a:pathLst>
                    <a:path extrusionOk="0" h="3" w="42">
                      <a:moveTo>
                        <a:pt x="42" y="0"/>
                      </a:moveTo>
                      <a:lnTo>
                        <a:pt x="42" y="0"/>
                      </a:lnTo>
                      <a:lnTo>
                        <a:pt x="0" y="1"/>
                      </a:lnTo>
                      <a:cubicBezTo>
                        <a:pt x="20" y="1"/>
                        <a:pt x="27" y="2"/>
                        <a:pt x="38" y="3"/>
                      </a:cubicBezTo>
                      <a:cubicBezTo>
                        <a:pt x="37" y="2"/>
                        <a:pt x="29" y="0"/>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98" name="Google Shape;798;p22"/>
                <p:cNvSpPr/>
                <p:nvPr/>
              </p:nvSpPr>
              <p:spPr>
                <a:xfrm>
                  <a:off x="11329988" y="1552634"/>
                  <a:ext cx="44450" cy="2462"/>
                </a:xfrm>
                <a:custGeom>
                  <a:rect b="b" l="l" r="r" t="t"/>
                  <a:pathLst>
                    <a:path extrusionOk="0" h="3" w="46">
                      <a:moveTo>
                        <a:pt x="27" y="3"/>
                      </a:moveTo>
                      <a:lnTo>
                        <a:pt x="27" y="3"/>
                      </a:lnTo>
                      <a:cubicBezTo>
                        <a:pt x="33" y="2"/>
                        <a:pt x="40" y="3"/>
                        <a:pt x="46" y="2"/>
                      </a:cubicBezTo>
                      <a:lnTo>
                        <a:pt x="44" y="0"/>
                      </a:lnTo>
                      <a:cubicBezTo>
                        <a:pt x="18" y="0"/>
                        <a:pt x="0"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99" name="Google Shape;799;p22"/>
                <p:cNvSpPr/>
                <p:nvPr/>
              </p:nvSpPr>
              <p:spPr>
                <a:xfrm>
                  <a:off x="11042650" y="1540325"/>
                  <a:ext cx="60325" cy="6155"/>
                </a:xfrm>
                <a:custGeom>
                  <a:rect b="b" l="l" r="r" t="t"/>
                  <a:pathLst>
                    <a:path extrusionOk="0" h="7" w="63">
                      <a:moveTo>
                        <a:pt x="0" y="3"/>
                      </a:moveTo>
                      <a:lnTo>
                        <a:pt x="0" y="3"/>
                      </a:lnTo>
                      <a:cubicBezTo>
                        <a:pt x="3" y="7"/>
                        <a:pt x="30" y="6"/>
                        <a:pt x="60" y="5"/>
                      </a:cubicBezTo>
                      <a:lnTo>
                        <a:pt x="54" y="5"/>
                      </a:lnTo>
                      <a:cubicBezTo>
                        <a:pt x="63" y="0"/>
                        <a:pt x="31"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00" name="Google Shape;800;p22"/>
                <p:cNvSpPr/>
                <p:nvPr/>
              </p:nvSpPr>
              <p:spPr>
                <a:xfrm>
                  <a:off x="11106150" y="1542787"/>
                  <a:ext cx="28575" cy="1231"/>
                </a:xfrm>
                <a:custGeom>
                  <a:rect b="b" l="l" r="r" t="t"/>
                  <a:pathLst>
                    <a:path extrusionOk="0" h="2" w="31">
                      <a:moveTo>
                        <a:pt x="0" y="2"/>
                      </a:moveTo>
                      <a:lnTo>
                        <a:pt x="0" y="2"/>
                      </a:lnTo>
                      <a:cubicBezTo>
                        <a:pt x="10" y="2"/>
                        <a:pt x="19" y="2"/>
                        <a:pt x="28" y="2"/>
                      </a:cubicBezTo>
                      <a:cubicBezTo>
                        <a:pt x="31" y="0"/>
                        <a:pt x="17" y="2"/>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01" name="Google Shape;801;p22"/>
                <p:cNvSpPr/>
                <p:nvPr/>
              </p:nvSpPr>
              <p:spPr>
                <a:xfrm>
                  <a:off x="10679113" y="1525554"/>
                  <a:ext cx="103187" cy="9847"/>
                </a:xfrm>
                <a:custGeom>
                  <a:rect b="b" l="l" r="r" t="t"/>
                  <a:pathLst>
                    <a:path extrusionOk="0" h="12" w="109">
                      <a:moveTo>
                        <a:pt x="77" y="9"/>
                      </a:moveTo>
                      <a:lnTo>
                        <a:pt x="77" y="9"/>
                      </a:lnTo>
                      <a:cubicBezTo>
                        <a:pt x="91" y="10"/>
                        <a:pt x="86" y="4"/>
                        <a:pt x="94" y="6"/>
                      </a:cubicBezTo>
                      <a:cubicBezTo>
                        <a:pt x="109" y="0"/>
                        <a:pt x="0" y="12"/>
                        <a:pt x="77"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02" name="Google Shape;802;p22"/>
                <p:cNvSpPr/>
                <p:nvPr/>
              </p:nvSpPr>
              <p:spPr>
                <a:xfrm>
                  <a:off x="11039475" y="1550172"/>
                  <a:ext cx="26987" cy="4924"/>
                </a:xfrm>
                <a:custGeom>
                  <a:rect b="b" l="l" r="r" t="t"/>
                  <a:pathLst>
                    <a:path extrusionOk="0" h="5" w="27">
                      <a:moveTo>
                        <a:pt x="27" y="5"/>
                      </a:moveTo>
                      <a:lnTo>
                        <a:pt x="27" y="5"/>
                      </a:lnTo>
                      <a:lnTo>
                        <a:pt x="16" y="0"/>
                      </a:lnTo>
                      <a:lnTo>
                        <a:pt x="0" y="4"/>
                      </a:lnTo>
                      <a:lnTo>
                        <a:pt x="27"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03" name="Google Shape;803;p22"/>
                <p:cNvSpPr/>
                <p:nvPr/>
              </p:nvSpPr>
              <p:spPr>
                <a:xfrm>
                  <a:off x="10841038" y="1548941"/>
                  <a:ext cx="58737" cy="2462"/>
                </a:xfrm>
                <a:custGeom>
                  <a:rect b="b" l="l" r="r" t="t"/>
                  <a:pathLst>
                    <a:path extrusionOk="0" h="3" w="61">
                      <a:moveTo>
                        <a:pt x="1" y="2"/>
                      </a:moveTo>
                      <a:lnTo>
                        <a:pt x="1" y="2"/>
                      </a:lnTo>
                      <a:lnTo>
                        <a:pt x="49" y="3"/>
                      </a:lnTo>
                      <a:cubicBezTo>
                        <a:pt x="48" y="2"/>
                        <a:pt x="54" y="2"/>
                        <a:pt x="61" y="2"/>
                      </a:cubicBezTo>
                      <a:cubicBezTo>
                        <a:pt x="32" y="1"/>
                        <a:pt x="0" y="0"/>
                        <a:pt x="1"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04" name="Google Shape;804;p22"/>
                <p:cNvSpPr/>
                <p:nvPr/>
              </p:nvSpPr>
              <p:spPr>
                <a:xfrm>
                  <a:off x="10899775" y="1550172"/>
                  <a:ext cx="36512" cy="1231"/>
                </a:xfrm>
                <a:custGeom>
                  <a:rect b="b" l="l" r="r" t="t"/>
                  <a:pathLst>
                    <a:path extrusionOk="0" h="1" w="38">
                      <a:moveTo>
                        <a:pt x="0" y="1"/>
                      </a:moveTo>
                      <a:lnTo>
                        <a:pt x="0" y="1"/>
                      </a:lnTo>
                      <a:cubicBezTo>
                        <a:pt x="15" y="1"/>
                        <a:pt x="30" y="1"/>
                        <a:pt x="38" y="0"/>
                      </a:cubicBezTo>
                      <a:cubicBezTo>
                        <a:pt x="30" y="0"/>
                        <a:pt x="12"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05" name="Google Shape;805;p22"/>
                <p:cNvSpPr/>
                <p:nvPr/>
              </p:nvSpPr>
              <p:spPr>
                <a:xfrm>
                  <a:off x="10958513" y="1555096"/>
                  <a:ext cx="46037" cy="0"/>
                </a:xfrm>
                <a:custGeom>
                  <a:rect b="b" l="l" r="r" t="t"/>
                  <a:pathLst>
                    <a:path extrusionOk="0" h="1" w="47">
                      <a:moveTo>
                        <a:pt x="47" y="0"/>
                      </a:moveTo>
                      <a:lnTo>
                        <a:pt x="47" y="0"/>
                      </a:lnTo>
                      <a:lnTo>
                        <a:pt x="33" y="0"/>
                      </a:lnTo>
                      <a:lnTo>
                        <a:pt x="0" y="0"/>
                      </a:lnTo>
                      <a:lnTo>
                        <a:pt x="47"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06" name="Google Shape;806;p22"/>
                <p:cNvSpPr/>
                <p:nvPr/>
              </p:nvSpPr>
              <p:spPr>
                <a:xfrm>
                  <a:off x="10304463" y="1548941"/>
                  <a:ext cx="61912" cy="3693"/>
                </a:xfrm>
                <a:custGeom>
                  <a:rect b="b" l="l" r="r" t="t"/>
                  <a:pathLst>
                    <a:path extrusionOk="0" h="4" w="65">
                      <a:moveTo>
                        <a:pt x="57" y="0"/>
                      </a:moveTo>
                      <a:lnTo>
                        <a:pt x="57" y="0"/>
                      </a:lnTo>
                      <a:lnTo>
                        <a:pt x="5" y="1"/>
                      </a:lnTo>
                      <a:cubicBezTo>
                        <a:pt x="0" y="3"/>
                        <a:pt x="14" y="4"/>
                        <a:pt x="33" y="4"/>
                      </a:cubicBezTo>
                      <a:cubicBezTo>
                        <a:pt x="45" y="2"/>
                        <a:pt x="65" y="2"/>
                        <a:pt x="57"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07" name="Google Shape;807;p22"/>
                <p:cNvSpPr/>
                <p:nvPr/>
              </p:nvSpPr>
              <p:spPr>
                <a:xfrm>
                  <a:off x="10483850" y="1557558"/>
                  <a:ext cx="23812" cy="6155"/>
                </a:xfrm>
                <a:custGeom>
                  <a:rect b="b" l="l" r="r" t="t"/>
                  <a:pathLst>
                    <a:path extrusionOk="0" h="7" w="25">
                      <a:moveTo>
                        <a:pt x="25" y="4"/>
                      </a:moveTo>
                      <a:lnTo>
                        <a:pt x="25" y="4"/>
                      </a:lnTo>
                      <a:cubicBezTo>
                        <a:pt x="11" y="3"/>
                        <a:pt x="10" y="2"/>
                        <a:pt x="2" y="0"/>
                      </a:cubicBezTo>
                      <a:lnTo>
                        <a:pt x="0" y="7"/>
                      </a:lnTo>
                      <a:lnTo>
                        <a:pt x="25"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08" name="Google Shape;808;p22"/>
                <p:cNvSpPr/>
                <p:nvPr/>
              </p:nvSpPr>
              <p:spPr>
                <a:xfrm>
                  <a:off x="10291763" y="1563712"/>
                  <a:ext cx="117475" cy="2462"/>
                </a:xfrm>
                <a:custGeom>
                  <a:rect b="b" l="l" r="r" t="t"/>
                  <a:pathLst>
                    <a:path extrusionOk="0" h="4" w="123">
                      <a:moveTo>
                        <a:pt x="75" y="0"/>
                      </a:moveTo>
                      <a:lnTo>
                        <a:pt x="75" y="0"/>
                      </a:lnTo>
                      <a:cubicBezTo>
                        <a:pt x="70" y="1"/>
                        <a:pt x="0" y="4"/>
                        <a:pt x="66" y="4"/>
                      </a:cubicBezTo>
                      <a:cubicBezTo>
                        <a:pt x="71" y="2"/>
                        <a:pt x="123" y="1"/>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09" name="Google Shape;809;p22"/>
                <p:cNvSpPr/>
                <p:nvPr/>
              </p:nvSpPr>
              <p:spPr>
                <a:xfrm>
                  <a:off x="9621838" y="1546479"/>
                  <a:ext cx="11112" cy="8617"/>
                </a:xfrm>
                <a:custGeom>
                  <a:rect b="b" l="l" r="r" t="t"/>
                  <a:pathLst>
                    <a:path extrusionOk="0" h="10" w="13">
                      <a:moveTo>
                        <a:pt x="0" y="10"/>
                      </a:moveTo>
                      <a:lnTo>
                        <a:pt x="0" y="10"/>
                      </a:lnTo>
                      <a:lnTo>
                        <a:pt x="13" y="10"/>
                      </a:lnTo>
                      <a:lnTo>
                        <a:pt x="12" y="0"/>
                      </a:lnTo>
                      <a:lnTo>
                        <a:pt x="0" y="1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10" name="Google Shape;810;p22"/>
                <p:cNvSpPr/>
                <p:nvPr/>
              </p:nvSpPr>
              <p:spPr>
                <a:xfrm>
                  <a:off x="8951913" y="1568636"/>
                  <a:ext cx="96837" cy="8617"/>
                </a:xfrm>
                <a:custGeom>
                  <a:rect b="b" l="l" r="r" t="t"/>
                  <a:pathLst>
                    <a:path extrusionOk="0" h="10" w="101">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11" name="Google Shape;811;p22"/>
                <p:cNvSpPr/>
                <p:nvPr/>
              </p:nvSpPr>
              <p:spPr>
                <a:xfrm>
                  <a:off x="9005888" y="1566174"/>
                  <a:ext cx="17462" cy="2462"/>
                </a:xfrm>
                <a:custGeom>
                  <a:rect b="b" l="l" r="r" t="t"/>
                  <a:pathLst>
                    <a:path extrusionOk="0" h="2" w="19">
                      <a:moveTo>
                        <a:pt x="0" y="2"/>
                      </a:moveTo>
                      <a:lnTo>
                        <a:pt x="0" y="2"/>
                      </a:lnTo>
                      <a:lnTo>
                        <a:pt x="19" y="0"/>
                      </a:lnTo>
                      <a:cubicBezTo>
                        <a:pt x="8" y="1"/>
                        <a:pt x="3" y="1"/>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12" name="Google Shape;812;p22"/>
                <p:cNvSpPr/>
                <p:nvPr/>
              </p:nvSpPr>
              <p:spPr>
                <a:xfrm>
                  <a:off x="1587500" y="1516937"/>
                  <a:ext cx="38100" cy="3693"/>
                </a:xfrm>
                <a:custGeom>
                  <a:rect b="b" l="l" r="r" t="t"/>
                  <a:pathLst>
                    <a:path extrusionOk="0" h="4" w="39">
                      <a:moveTo>
                        <a:pt x="39" y="2"/>
                      </a:moveTo>
                      <a:lnTo>
                        <a:pt x="39" y="2"/>
                      </a:lnTo>
                      <a:lnTo>
                        <a:pt x="0" y="0"/>
                      </a:lnTo>
                      <a:lnTo>
                        <a:pt x="25" y="4"/>
                      </a:lnTo>
                      <a:lnTo>
                        <a:pt x="39"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13" name="Google Shape;813;p22"/>
                <p:cNvSpPr/>
                <p:nvPr/>
              </p:nvSpPr>
              <p:spPr>
                <a:xfrm>
                  <a:off x="1522413" y="1519399"/>
                  <a:ext cx="30162" cy="4924"/>
                </a:xfrm>
                <a:custGeom>
                  <a:rect b="b" l="l" r="r" t="t"/>
                  <a:pathLst>
                    <a:path extrusionOk="0" h="6" w="32">
                      <a:moveTo>
                        <a:pt x="32" y="6"/>
                      </a:moveTo>
                      <a:lnTo>
                        <a:pt x="32" y="6"/>
                      </a:lnTo>
                      <a:lnTo>
                        <a:pt x="23" y="0"/>
                      </a:lnTo>
                      <a:lnTo>
                        <a:pt x="0" y="5"/>
                      </a:lnTo>
                      <a:cubicBezTo>
                        <a:pt x="8" y="5"/>
                        <a:pt x="26" y="5"/>
                        <a:pt x="32"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14" name="Google Shape;814;p22"/>
                <p:cNvSpPr/>
                <p:nvPr/>
              </p:nvSpPr>
              <p:spPr>
                <a:xfrm>
                  <a:off x="6650038" y="1573559"/>
                  <a:ext cx="33337" cy="3693"/>
                </a:xfrm>
                <a:custGeom>
                  <a:rect b="b" l="l" r="r" t="t"/>
                  <a:pathLst>
                    <a:path extrusionOk="0" h="4" w="34">
                      <a:moveTo>
                        <a:pt x="31" y="4"/>
                      </a:moveTo>
                      <a:lnTo>
                        <a:pt x="31" y="4"/>
                      </a:lnTo>
                      <a:lnTo>
                        <a:pt x="34" y="2"/>
                      </a:lnTo>
                      <a:cubicBezTo>
                        <a:pt x="28" y="1"/>
                        <a:pt x="18" y="1"/>
                        <a:pt x="0" y="0"/>
                      </a:cubicBezTo>
                      <a:lnTo>
                        <a:pt x="3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15" name="Google Shape;815;p22"/>
                <p:cNvSpPr/>
                <p:nvPr/>
              </p:nvSpPr>
              <p:spPr>
                <a:xfrm>
                  <a:off x="6162675" y="1566174"/>
                  <a:ext cx="15875" cy="4924"/>
                </a:xfrm>
                <a:custGeom>
                  <a:rect b="b" l="l" r="r" t="t"/>
                  <a:pathLst>
                    <a:path extrusionOk="0" h="6" w="17">
                      <a:moveTo>
                        <a:pt x="8" y="6"/>
                      </a:moveTo>
                      <a:lnTo>
                        <a:pt x="8" y="6"/>
                      </a:lnTo>
                      <a:lnTo>
                        <a:pt x="17" y="6"/>
                      </a:lnTo>
                      <a:lnTo>
                        <a:pt x="0" y="0"/>
                      </a:lnTo>
                      <a:lnTo>
                        <a:pt x="8"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16" name="Google Shape;816;p22"/>
                <p:cNvSpPr/>
                <p:nvPr/>
              </p:nvSpPr>
              <p:spPr>
                <a:xfrm>
                  <a:off x="5738813" y="1571097"/>
                  <a:ext cx="60325" cy="6155"/>
                </a:xfrm>
                <a:custGeom>
                  <a:rect b="b" l="l" r="r" t="t"/>
                  <a:pathLst>
                    <a:path extrusionOk="0" h="8" w="63">
                      <a:moveTo>
                        <a:pt x="5" y="7"/>
                      </a:moveTo>
                      <a:lnTo>
                        <a:pt x="5" y="7"/>
                      </a:lnTo>
                      <a:cubicBezTo>
                        <a:pt x="23" y="8"/>
                        <a:pt x="45" y="6"/>
                        <a:pt x="63" y="7"/>
                      </a:cubicBezTo>
                      <a:cubicBezTo>
                        <a:pt x="23" y="8"/>
                        <a:pt x="0" y="0"/>
                        <a:pt x="5" y="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grpSp>
        </p:grpSp>
        <p:grpSp>
          <p:nvGrpSpPr>
            <p:cNvPr id="817" name="Google Shape;817;p22"/>
            <p:cNvGrpSpPr/>
            <p:nvPr/>
          </p:nvGrpSpPr>
          <p:grpSpPr>
            <a:xfrm rot="10800000">
              <a:off x="4417839" y="2091906"/>
              <a:ext cx="5294376" cy="4114800"/>
              <a:chOff x="3310555" y="716546"/>
              <a:chExt cx="5294376" cy="4114800"/>
            </a:xfrm>
          </p:grpSpPr>
          <p:grpSp>
            <p:nvGrpSpPr>
              <p:cNvPr id="818" name="Google Shape;818;p22"/>
              <p:cNvGrpSpPr/>
              <p:nvPr/>
            </p:nvGrpSpPr>
            <p:grpSpPr>
              <a:xfrm flipH="1">
                <a:off x="3310555" y="737968"/>
                <a:ext cx="5294376" cy="54864"/>
                <a:chOff x="1522413" y="1514475"/>
                <a:chExt cx="10569575" cy="64008"/>
              </a:xfrm>
            </p:grpSpPr>
            <p:sp>
              <p:nvSpPr>
                <p:cNvPr id="819" name="Google Shape;819;p22"/>
                <p:cNvSpPr/>
                <p:nvPr/>
              </p:nvSpPr>
              <p:spPr>
                <a:xfrm>
                  <a:off x="12028488" y="1525554"/>
                  <a:ext cx="63500" cy="4924"/>
                </a:xfrm>
                <a:custGeom>
                  <a:rect b="b" l="l" r="r" t="t"/>
                  <a:pathLst>
                    <a:path extrusionOk="0" h="6" w="67">
                      <a:moveTo>
                        <a:pt x="30" y="6"/>
                      </a:moveTo>
                      <a:lnTo>
                        <a:pt x="30" y="6"/>
                      </a:lnTo>
                      <a:lnTo>
                        <a:pt x="67" y="3"/>
                      </a:lnTo>
                      <a:cubicBezTo>
                        <a:pt x="60" y="2"/>
                        <a:pt x="26" y="1"/>
                        <a:pt x="39" y="0"/>
                      </a:cubicBezTo>
                      <a:cubicBezTo>
                        <a:pt x="0" y="1"/>
                        <a:pt x="8" y="3"/>
                        <a:pt x="30"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20" name="Google Shape;820;p22"/>
                <p:cNvSpPr/>
                <p:nvPr/>
              </p:nvSpPr>
              <p:spPr>
                <a:xfrm>
                  <a:off x="12022138" y="1532939"/>
                  <a:ext cx="19050" cy="1231"/>
                </a:xfrm>
                <a:custGeom>
                  <a:rect b="b" l="l" r="r" t="t"/>
                  <a:pathLst>
                    <a:path extrusionOk="0" h="2" w="20">
                      <a:moveTo>
                        <a:pt x="0" y="2"/>
                      </a:moveTo>
                      <a:lnTo>
                        <a:pt x="0" y="2"/>
                      </a:lnTo>
                      <a:lnTo>
                        <a:pt x="20" y="1"/>
                      </a:lnTo>
                      <a:cubicBezTo>
                        <a:pt x="16" y="0"/>
                        <a:pt x="11" y="0"/>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21" name="Google Shape;821;p22"/>
                <p:cNvSpPr/>
                <p:nvPr/>
              </p:nvSpPr>
              <p:spPr>
                <a:xfrm>
                  <a:off x="12041188" y="1531708"/>
                  <a:ext cx="39687" cy="6155"/>
                </a:xfrm>
                <a:custGeom>
                  <a:rect b="b" l="l" r="r" t="t"/>
                  <a:pathLst>
                    <a:path extrusionOk="0" h="6" w="41">
                      <a:moveTo>
                        <a:pt x="41" y="0"/>
                      </a:moveTo>
                      <a:lnTo>
                        <a:pt x="41" y="0"/>
                      </a:lnTo>
                      <a:lnTo>
                        <a:pt x="0" y="2"/>
                      </a:lnTo>
                      <a:cubicBezTo>
                        <a:pt x="5" y="3"/>
                        <a:pt x="6" y="6"/>
                        <a:pt x="19" y="1"/>
                      </a:cubicBezTo>
                      <a:cubicBezTo>
                        <a:pt x="15" y="3"/>
                        <a:pt x="23" y="1"/>
                        <a:pt x="4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22" name="Google Shape;822;p22"/>
                <p:cNvSpPr/>
                <p:nvPr/>
              </p:nvSpPr>
              <p:spPr>
                <a:xfrm>
                  <a:off x="11831638" y="1526784"/>
                  <a:ext cx="42862" cy="4924"/>
                </a:xfrm>
                <a:custGeom>
                  <a:rect b="b" l="l" r="r" t="t"/>
                  <a:pathLst>
                    <a:path extrusionOk="0" h="6" w="45">
                      <a:moveTo>
                        <a:pt x="2" y="0"/>
                      </a:moveTo>
                      <a:lnTo>
                        <a:pt x="2" y="0"/>
                      </a:lnTo>
                      <a:cubicBezTo>
                        <a:pt x="0" y="1"/>
                        <a:pt x="15" y="4"/>
                        <a:pt x="18" y="6"/>
                      </a:cubicBezTo>
                      <a:lnTo>
                        <a:pt x="45" y="4"/>
                      </a:lnTo>
                      <a:cubicBezTo>
                        <a:pt x="31" y="3"/>
                        <a:pt x="4" y="2"/>
                        <a:pt x="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23" name="Google Shape;823;p22"/>
                <p:cNvSpPr/>
                <p:nvPr/>
              </p:nvSpPr>
              <p:spPr>
                <a:xfrm>
                  <a:off x="11809413" y="1531708"/>
                  <a:ext cx="41275" cy="2462"/>
                </a:xfrm>
                <a:custGeom>
                  <a:rect b="b" l="l" r="r" t="t"/>
                  <a:pathLst>
                    <a:path extrusionOk="0" h="3" w="44">
                      <a:moveTo>
                        <a:pt x="42" y="0"/>
                      </a:moveTo>
                      <a:lnTo>
                        <a:pt x="42" y="0"/>
                      </a:lnTo>
                      <a:lnTo>
                        <a:pt x="0" y="3"/>
                      </a:lnTo>
                      <a:cubicBezTo>
                        <a:pt x="37" y="3"/>
                        <a:pt x="44" y="2"/>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24" name="Google Shape;824;p22"/>
                <p:cNvSpPr/>
                <p:nvPr/>
              </p:nvSpPr>
              <p:spPr>
                <a:xfrm>
                  <a:off x="12003088" y="1537863"/>
                  <a:ext cx="77787" cy="3693"/>
                </a:xfrm>
                <a:custGeom>
                  <a:rect b="b" l="l" r="r" t="t"/>
                  <a:pathLst>
                    <a:path extrusionOk="0" h="5" w="82">
                      <a:moveTo>
                        <a:pt x="14" y="5"/>
                      </a:moveTo>
                      <a:lnTo>
                        <a:pt x="14" y="5"/>
                      </a:lnTo>
                      <a:lnTo>
                        <a:pt x="82" y="0"/>
                      </a:lnTo>
                      <a:lnTo>
                        <a:pt x="0" y="5"/>
                      </a:lnTo>
                      <a:lnTo>
                        <a:pt x="14"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25" name="Google Shape;825;p22"/>
                <p:cNvSpPr/>
                <p:nvPr/>
              </p:nvSpPr>
              <p:spPr>
                <a:xfrm>
                  <a:off x="11664950" y="1523092"/>
                  <a:ext cx="39687" cy="4924"/>
                </a:xfrm>
                <a:custGeom>
                  <a:rect b="b" l="l" r="r" t="t"/>
                  <a:pathLst>
                    <a:path extrusionOk="0" h="5" w="42">
                      <a:moveTo>
                        <a:pt x="19" y="4"/>
                      </a:moveTo>
                      <a:lnTo>
                        <a:pt x="19" y="4"/>
                      </a:lnTo>
                      <a:lnTo>
                        <a:pt x="42" y="0"/>
                      </a:lnTo>
                      <a:lnTo>
                        <a:pt x="0" y="5"/>
                      </a:lnTo>
                      <a:lnTo>
                        <a:pt x="19"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26" name="Google Shape;826;p22"/>
                <p:cNvSpPr/>
                <p:nvPr/>
              </p:nvSpPr>
              <p:spPr>
                <a:xfrm>
                  <a:off x="11506200" y="1521861"/>
                  <a:ext cx="92075" cy="4924"/>
                </a:xfrm>
                <a:custGeom>
                  <a:rect b="b" l="l" r="r" t="t"/>
                  <a:pathLst>
                    <a:path extrusionOk="0" h="6" w="98">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27" name="Google Shape;827;p22"/>
                <p:cNvSpPr/>
                <p:nvPr/>
              </p:nvSpPr>
              <p:spPr>
                <a:xfrm>
                  <a:off x="11471275" y="1525554"/>
                  <a:ext cx="34925" cy="3693"/>
                </a:xfrm>
                <a:custGeom>
                  <a:rect b="b" l="l" r="r" t="t"/>
                  <a:pathLst>
                    <a:path extrusionOk="0" h="3" w="36">
                      <a:moveTo>
                        <a:pt x="0" y="3"/>
                      </a:moveTo>
                      <a:lnTo>
                        <a:pt x="0" y="3"/>
                      </a:lnTo>
                      <a:cubicBezTo>
                        <a:pt x="11" y="2"/>
                        <a:pt x="23" y="1"/>
                        <a:pt x="36" y="0"/>
                      </a:cubicBezTo>
                      <a:cubicBezTo>
                        <a:pt x="24" y="0"/>
                        <a:pt x="12"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28" name="Google Shape;828;p22"/>
                <p:cNvSpPr/>
                <p:nvPr/>
              </p:nvSpPr>
              <p:spPr>
                <a:xfrm>
                  <a:off x="11710988" y="1529246"/>
                  <a:ext cx="30162" cy="4924"/>
                </a:xfrm>
                <a:custGeom>
                  <a:rect b="b" l="l" r="r" t="t"/>
                  <a:pathLst>
                    <a:path extrusionOk="0" h="5" w="32">
                      <a:moveTo>
                        <a:pt x="32" y="5"/>
                      </a:moveTo>
                      <a:lnTo>
                        <a:pt x="32" y="5"/>
                      </a:lnTo>
                      <a:cubicBezTo>
                        <a:pt x="29" y="4"/>
                        <a:pt x="23" y="1"/>
                        <a:pt x="0" y="0"/>
                      </a:cubicBezTo>
                      <a:lnTo>
                        <a:pt x="16" y="5"/>
                      </a:lnTo>
                      <a:lnTo>
                        <a:pt x="32"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29" name="Google Shape;829;p22"/>
                <p:cNvSpPr/>
                <p:nvPr/>
              </p:nvSpPr>
              <p:spPr>
                <a:xfrm>
                  <a:off x="11691938" y="1532939"/>
                  <a:ext cx="34925" cy="1231"/>
                </a:xfrm>
                <a:custGeom>
                  <a:rect b="b" l="l" r="r" t="t"/>
                  <a:pathLst>
                    <a:path extrusionOk="0" h="1" w="36">
                      <a:moveTo>
                        <a:pt x="36" y="1"/>
                      </a:moveTo>
                      <a:lnTo>
                        <a:pt x="36" y="1"/>
                      </a:lnTo>
                      <a:lnTo>
                        <a:pt x="35" y="1"/>
                      </a:lnTo>
                      <a:lnTo>
                        <a:pt x="0" y="0"/>
                      </a:lnTo>
                      <a:lnTo>
                        <a:pt x="36"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30" name="Google Shape;830;p22"/>
                <p:cNvSpPr/>
                <p:nvPr/>
              </p:nvSpPr>
              <p:spPr>
                <a:xfrm>
                  <a:off x="11741150" y="1534170"/>
                  <a:ext cx="4762" cy="0"/>
                </a:xfrm>
                <a:custGeom>
                  <a:rect b="b" l="l" r="r" t="t"/>
                  <a:pathLst>
                    <a:path extrusionOk="0" h="120000" w="5">
                      <a:moveTo>
                        <a:pt x="5" y="0"/>
                      </a:moveTo>
                      <a:lnTo>
                        <a:pt x="5" y="0"/>
                      </a:lnTo>
                      <a:lnTo>
                        <a:pt x="0" y="0"/>
                      </a:lnTo>
                      <a:cubicBezTo>
                        <a:pt x="2" y="0"/>
                        <a:pt x="3" y="0"/>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31" name="Google Shape;831;p22"/>
                <p:cNvSpPr/>
                <p:nvPr/>
              </p:nvSpPr>
              <p:spPr>
                <a:xfrm>
                  <a:off x="11841163" y="1537863"/>
                  <a:ext cx="71437" cy="8617"/>
                </a:xfrm>
                <a:custGeom>
                  <a:rect b="b" l="l" r="r" t="t"/>
                  <a:pathLst>
                    <a:path extrusionOk="0" h="9" w="75">
                      <a:moveTo>
                        <a:pt x="75" y="0"/>
                      </a:moveTo>
                      <a:lnTo>
                        <a:pt x="75" y="0"/>
                      </a:lnTo>
                      <a:cubicBezTo>
                        <a:pt x="51" y="3"/>
                        <a:pt x="0" y="5"/>
                        <a:pt x="49" y="9"/>
                      </a:cubicBezTo>
                      <a:cubicBezTo>
                        <a:pt x="66" y="6"/>
                        <a:pt x="38" y="4"/>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32" name="Google Shape;832;p22"/>
                <p:cNvSpPr/>
                <p:nvPr/>
              </p:nvSpPr>
              <p:spPr>
                <a:xfrm>
                  <a:off x="11764963" y="1535401"/>
                  <a:ext cx="44450" cy="3693"/>
                </a:xfrm>
                <a:custGeom>
                  <a:rect b="b" l="l" r="r" t="t"/>
                  <a:pathLst>
                    <a:path extrusionOk="0" h="4" w="47">
                      <a:moveTo>
                        <a:pt x="0" y="3"/>
                      </a:moveTo>
                      <a:lnTo>
                        <a:pt x="0" y="3"/>
                      </a:lnTo>
                      <a:lnTo>
                        <a:pt x="44" y="4"/>
                      </a:lnTo>
                      <a:cubicBezTo>
                        <a:pt x="43" y="3"/>
                        <a:pt x="35" y="1"/>
                        <a:pt x="47" y="0"/>
                      </a:cubicBez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33" name="Google Shape;833;p22"/>
                <p:cNvSpPr/>
                <p:nvPr/>
              </p:nvSpPr>
              <p:spPr>
                <a:xfrm>
                  <a:off x="11744325" y="1537863"/>
                  <a:ext cx="20637" cy="2462"/>
                </a:xfrm>
                <a:custGeom>
                  <a:rect b="b" l="l" r="r" t="t"/>
                  <a:pathLst>
                    <a:path extrusionOk="0" h="2" w="22">
                      <a:moveTo>
                        <a:pt x="0" y="2"/>
                      </a:moveTo>
                      <a:lnTo>
                        <a:pt x="0" y="2"/>
                      </a:lnTo>
                      <a:lnTo>
                        <a:pt x="22" y="0"/>
                      </a:lnTo>
                      <a:lnTo>
                        <a:pt x="5" y="0"/>
                      </a:lnTo>
                      <a:lnTo>
                        <a:pt x="0"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34" name="Google Shape;834;p22"/>
                <p:cNvSpPr/>
                <p:nvPr/>
              </p:nvSpPr>
              <p:spPr>
                <a:xfrm>
                  <a:off x="11482388" y="1531708"/>
                  <a:ext cx="85725" cy="3693"/>
                </a:xfrm>
                <a:custGeom>
                  <a:rect b="b" l="l" r="r" t="t"/>
                  <a:pathLst>
                    <a:path extrusionOk="0" h="4" w="90">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35" name="Google Shape;835;p22"/>
                <p:cNvSpPr/>
                <p:nvPr/>
              </p:nvSpPr>
              <p:spPr>
                <a:xfrm>
                  <a:off x="11626850" y="1532939"/>
                  <a:ext cx="4762" cy="1231"/>
                </a:xfrm>
                <a:custGeom>
                  <a:rect b="b" l="l" r="r" t="t"/>
                  <a:pathLst>
                    <a:path extrusionOk="0" h="1" w="5">
                      <a:moveTo>
                        <a:pt x="5" y="0"/>
                      </a:moveTo>
                      <a:lnTo>
                        <a:pt x="5" y="0"/>
                      </a:lnTo>
                      <a:lnTo>
                        <a:pt x="0" y="1"/>
                      </a:lnTo>
                      <a:cubicBezTo>
                        <a:pt x="3" y="1"/>
                        <a:pt x="5" y="1"/>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36" name="Google Shape;836;p22"/>
                <p:cNvSpPr/>
                <p:nvPr/>
              </p:nvSpPr>
              <p:spPr>
                <a:xfrm>
                  <a:off x="11261725" y="1534170"/>
                  <a:ext cx="4762" cy="0"/>
                </a:xfrm>
                <a:custGeom>
                  <a:rect b="b" l="l" r="r" t="t"/>
                  <a:pathLst>
                    <a:path extrusionOk="0" h="1" w="5">
                      <a:moveTo>
                        <a:pt x="0" y="0"/>
                      </a:moveTo>
                      <a:lnTo>
                        <a:pt x="0" y="0"/>
                      </a:lnTo>
                      <a:lnTo>
                        <a:pt x="4" y="0"/>
                      </a:lnTo>
                      <a:cubicBezTo>
                        <a:pt x="4" y="0"/>
                        <a:pt x="4" y="0"/>
                        <a:pt x="5"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37" name="Google Shape;837;p22"/>
                <p:cNvSpPr/>
                <p:nvPr/>
              </p:nvSpPr>
              <p:spPr>
                <a:xfrm>
                  <a:off x="11553825" y="1534170"/>
                  <a:ext cx="44450" cy="2462"/>
                </a:xfrm>
                <a:custGeom>
                  <a:rect b="b" l="l" r="r" t="t"/>
                  <a:pathLst>
                    <a:path extrusionOk="0" h="2" w="47">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38" name="Google Shape;838;p22"/>
                <p:cNvSpPr/>
                <p:nvPr/>
              </p:nvSpPr>
              <p:spPr>
                <a:xfrm>
                  <a:off x="11409363" y="1529246"/>
                  <a:ext cx="31750" cy="2462"/>
                </a:xfrm>
                <a:custGeom>
                  <a:rect b="b" l="l" r="r" t="t"/>
                  <a:pathLst>
                    <a:path extrusionOk="0" h="3" w="33">
                      <a:moveTo>
                        <a:pt x="0" y="1"/>
                      </a:moveTo>
                      <a:lnTo>
                        <a:pt x="0" y="1"/>
                      </a:lnTo>
                      <a:cubicBezTo>
                        <a:pt x="10" y="2"/>
                        <a:pt x="21" y="3"/>
                        <a:pt x="33" y="3"/>
                      </a:cubicBezTo>
                      <a:cubicBezTo>
                        <a:pt x="23" y="2"/>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39" name="Google Shape;839;p22"/>
                <p:cNvSpPr/>
                <p:nvPr/>
              </p:nvSpPr>
              <p:spPr>
                <a:xfrm>
                  <a:off x="11618913" y="1531708"/>
                  <a:ext cx="6350" cy="0"/>
                </a:xfrm>
                <a:custGeom>
                  <a:rect b="b" l="l" r="r" t="t"/>
                  <a:pathLst>
                    <a:path extrusionOk="0" h="1" w="6">
                      <a:moveTo>
                        <a:pt x="3" y="0"/>
                      </a:moveTo>
                      <a:lnTo>
                        <a:pt x="3" y="0"/>
                      </a:lnTo>
                      <a:lnTo>
                        <a:pt x="6" y="0"/>
                      </a:lnTo>
                      <a:cubicBezTo>
                        <a:pt x="0" y="0"/>
                        <a:pt x="0" y="0"/>
                        <a:pt x="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40" name="Google Shape;840;p22"/>
                <p:cNvSpPr/>
                <p:nvPr/>
              </p:nvSpPr>
              <p:spPr>
                <a:xfrm>
                  <a:off x="11598275" y="1531708"/>
                  <a:ext cx="28575" cy="2462"/>
                </a:xfrm>
                <a:custGeom>
                  <a:rect b="b" l="l" r="r" t="t"/>
                  <a:pathLst>
                    <a:path extrusionOk="0" h="3" w="31">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41" name="Google Shape;841;p22"/>
                <p:cNvSpPr/>
                <p:nvPr/>
              </p:nvSpPr>
              <p:spPr>
                <a:xfrm>
                  <a:off x="11137900" y="1534170"/>
                  <a:ext cx="188912" cy="23388"/>
                </a:xfrm>
                <a:custGeom>
                  <a:rect b="b" l="l" r="r" t="t"/>
                  <a:pathLst>
                    <a:path extrusionOk="0" h="27" w="198">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42" name="Google Shape;842;p22"/>
                <p:cNvSpPr/>
                <p:nvPr/>
              </p:nvSpPr>
              <p:spPr>
                <a:xfrm>
                  <a:off x="11266488" y="1529246"/>
                  <a:ext cx="95250" cy="4924"/>
                </a:xfrm>
                <a:custGeom>
                  <a:rect b="b" l="l" r="r" t="t"/>
                  <a:pathLst>
                    <a:path extrusionOk="0" h="6" w="10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43" name="Google Shape;843;p22"/>
                <p:cNvSpPr/>
                <p:nvPr/>
              </p:nvSpPr>
              <p:spPr>
                <a:xfrm>
                  <a:off x="11361738" y="1531708"/>
                  <a:ext cx="134937" cy="12309"/>
                </a:xfrm>
                <a:custGeom>
                  <a:rect b="b" l="l" r="r" t="t"/>
                  <a:pathLst>
                    <a:path extrusionOk="0" h="14" w="142">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44" name="Google Shape;844;p22"/>
                <p:cNvSpPr/>
                <p:nvPr/>
              </p:nvSpPr>
              <p:spPr>
                <a:xfrm>
                  <a:off x="11834813" y="1552634"/>
                  <a:ext cx="9525" cy="1231"/>
                </a:xfrm>
                <a:custGeom>
                  <a:rect b="b" l="l" r="r" t="t"/>
                  <a:pathLst>
                    <a:path extrusionOk="0" h="1" w="11">
                      <a:moveTo>
                        <a:pt x="11" y="1"/>
                      </a:moveTo>
                      <a:lnTo>
                        <a:pt x="11" y="1"/>
                      </a:lnTo>
                      <a:cubicBezTo>
                        <a:pt x="8" y="1"/>
                        <a:pt x="8" y="1"/>
                        <a:pt x="8" y="0"/>
                      </a:cubicBezTo>
                      <a:cubicBezTo>
                        <a:pt x="2" y="1"/>
                        <a:pt x="0" y="1"/>
                        <a:pt x="11"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45" name="Google Shape;845;p22"/>
                <p:cNvSpPr/>
                <p:nvPr/>
              </p:nvSpPr>
              <p:spPr>
                <a:xfrm>
                  <a:off x="11764963" y="1542787"/>
                  <a:ext cx="117475" cy="9847"/>
                </a:xfrm>
                <a:custGeom>
                  <a:rect b="b" l="l" r="r" t="t"/>
                  <a:pathLst>
                    <a:path extrusionOk="0" h="12" w="12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46" name="Google Shape;846;p22"/>
                <p:cNvSpPr/>
                <p:nvPr/>
              </p:nvSpPr>
              <p:spPr>
                <a:xfrm>
                  <a:off x="11555413" y="1544017"/>
                  <a:ext cx="69850" cy="4924"/>
                </a:xfrm>
                <a:custGeom>
                  <a:rect b="b" l="l" r="r" t="t"/>
                  <a:pathLst>
                    <a:path extrusionOk="0" h="6" w="74">
                      <a:moveTo>
                        <a:pt x="70" y="0"/>
                      </a:moveTo>
                      <a:lnTo>
                        <a:pt x="70" y="0"/>
                      </a:lnTo>
                      <a:lnTo>
                        <a:pt x="0" y="2"/>
                      </a:lnTo>
                      <a:lnTo>
                        <a:pt x="36" y="6"/>
                      </a:lnTo>
                      <a:lnTo>
                        <a:pt x="34" y="4"/>
                      </a:lnTo>
                      <a:cubicBezTo>
                        <a:pt x="74" y="4"/>
                        <a:pt x="65" y="2"/>
                        <a:pt x="7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47" name="Google Shape;847;p22"/>
                <p:cNvSpPr/>
                <p:nvPr/>
              </p:nvSpPr>
              <p:spPr>
                <a:xfrm>
                  <a:off x="11223625" y="1528016"/>
                  <a:ext cx="38100" cy="6155"/>
                </a:xfrm>
                <a:custGeom>
                  <a:rect b="b" l="l" r="r" t="t"/>
                  <a:pathLst>
                    <a:path extrusionOk="0" h="7" w="40">
                      <a:moveTo>
                        <a:pt x="31" y="5"/>
                      </a:moveTo>
                      <a:lnTo>
                        <a:pt x="31" y="5"/>
                      </a:lnTo>
                      <a:lnTo>
                        <a:pt x="40" y="0"/>
                      </a:lnTo>
                      <a:lnTo>
                        <a:pt x="0" y="7"/>
                      </a:lnTo>
                      <a:lnTo>
                        <a:pt x="31"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48" name="Google Shape;848;p22"/>
                <p:cNvSpPr/>
                <p:nvPr/>
              </p:nvSpPr>
              <p:spPr>
                <a:xfrm>
                  <a:off x="11145838" y="1529246"/>
                  <a:ext cx="22225" cy="2462"/>
                </a:xfrm>
                <a:custGeom>
                  <a:rect b="b" l="l" r="r" t="t"/>
                  <a:pathLst>
                    <a:path extrusionOk="0" h="4" w="24">
                      <a:moveTo>
                        <a:pt x="21" y="4"/>
                      </a:moveTo>
                      <a:lnTo>
                        <a:pt x="21" y="4"/>
                      </a:lnTo>
                      <a:lnTo>
                        <a:pt x="24" y="0"/>
                      </a:lnTo>
                      <a:lnTo>
                        <a:pt x="0" y="3"/>
                      </a:lnTo>
                      <a:lnTo>
                        <a:pt x="2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49" name="Google Shape;849;p22"/>
                <p:cNvSpPr/>
                <p:nvPr/>
              </p:nvSpPr>
              <p:spPr>
                <a:xfrm>
                  <a:off x="6197600" y="1566174"/>
                  <a:ext cx="20637" cy="1231"/>
                </a:xfrm>
                <a:custGeom>
                  <a:rect b="b" l="l" r="r" t="t"/>
                  <a:pathLst>
                    <a:path extrusionOk="0" h="1" w="21">
                      <a:moveTo>
                        <a:pt x="21" y="0"/>
                      </a:moveTo>
                      <a:lnTo>
                        <a:pt x="21" y="0"/>
                      </a:lnTo>
                      <a:lnTo>
                        <a:pt x="0" y="1"/>
                      </a:lnTo>
                      <a:cubicBezTo>
                        <a:pt x="10" y="0"/>
                        <a:pt x="16" y="0"/>
                        <a:pt x="2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50" name="Google Shape;850;p22"/>
                <p:cNvSpPr/>
                <p:nvPr/>
              </p:nvSpPr>
              <p:spPr>
                <a:xfrm>
                  <a:off x="6356350" y="1564943"/>
                  <a:ext cx="9525" cy="1231"/>
                </a:xfrm>
                <a:custGeom>
                  <a:rect b="b" l="l" r="r" t="t"/>
                  <a:pathLst>
                    <a:path extrusionOk="0" h="2" w="10">
                      <a:moveTo>
                        <a:pt x="6" y="2"/>
                      </a:moveTo>
                      <a:lnTo>
                        <a:pt x="6" y="2"/>
                      </a:lnTo>
                      <a:lnTo>
                        <a:pt x="10" y="0"/>
                      </a:lnTo>
                      <a:cubicBezTo>
                        <a:pt x="3"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51" name="Google Shape;851;p22"/>
                <p:cNvSpPr/>
                <p:nvPr/>
              </p:nvSpPr>
              <p:spPr>
                <a:xfrm>
                  <a:off x="8950325" y="1521861"/>
                  <a:ext cx="61912" cy="7386"/>
                </a:xfrm>
                <a:custGeom>
                  <a:rect b="b" l="l" r="r" t="t"/>
                  <a:pathLst>
                    <a:path extrusionOk="0" h="9" w="65">
                      <a:moveTo>
                        <a:pt x="65" y="9"/>
                      </a:moveTo>
                      <a:lnTo>
                        <a:pt x="65" y="9"/>
                      </a:lnTo>
                      <a:cubicBezTo>
                        <a:pt x="34" y="5"/>
                        <a:pt x="0" y="0"/>
                        <a:pt x="4" y="4"/>
                      </a:cubicBezTo>
                      <a:lnTo>
                        <a:pt x="13" y="8"/>
                      </a:lnTo>
                      <a:cubicBezTo>
                        <a:pt x="35" y="7"/>
                        <a:pt x="51" y="8"/>
                        <a:pt x="65"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52" name="Google Shape;852;p22"/>
                <p:cNvSpPr/>
                <p:nvPr/>
              </p:nvSpPr>
              <p:spPr>
                <a:xfrm>
                  <a:off x="7537450" y="1546479"/>
                  <a:ext cx="28575" cy="3693"/>
                </a:xfrm>
                <a:custGeom>
                  <a:rect b="b" l="l" r="r" t="t"/>
                  <a:pathLst>
                    <a:path extrusionOk="0" h="4" w="29">
                      <a:moveTo>
                        <a:pt x="0" y="3"/>
                      </a:moveTo>
                      <a:lnTo>
                        <a:pt x="0" y="3"/>
                      </a:lnTo>
                      <a:lnTo>
                        <a:pt x="9" y="4"/>
                      </a:lnTo>
                      <a:lnTo>
                        <a:pt x="29" y="0"/>
                      </a:ln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53" name="Google Shape;853;p22"/>
                <p:cNvSpPr/>
                <p:nvPr/>
              </p:nvSpPr>
              <p:spPr>
                <a:xfrm>
                  <a:off x="7478713" y="1562481"/>
                  <a:ext cx="38100" cy="2462"/>
                </a:xfrm>
                <a:custGeom>
                  <a:rect b="b" l="l" r="r" t="t"/>
                  <a:pathLst>
                    <a:path extrusionOk="0" h="3" w="40">
                      <a:moveTo>
                        <a:pt x="40" y="3"/>
                      </a:moveTo>
                      <a:lnTo>
                        <a:pt x="40" y="3"/>
                      </a:lnTo>
                      <a:lnTo>
                        <a:pt x="0" y="0"/>
                      </a:lnTo>
                      <a:cubicBezTo>
                        <a:pt x="9" y="1"/>
                        <a:pt x="22" y="2"/>
                        <a:pt x="4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54" name="Google Shape;854;p22"/>
                <p:cNvSpPr/>
                <p:nvPr/>
              </p:nvSpPr>
              <p:spPr>
                <a:xfrm>
                  <a:off x="5410200" y="1568636"/>
                  <a:ext cx="36512" cy="3693"/>
                </a:xfrm>
                <a:custGeom>
                  <a:rect b="b" l="l" r="r" t="t"/>
                  <a:pathLst>
                    <a:path extrusionOk="0" h="5" w="38">
                      <a:moveTo>
                        <a:pt x="24" y="0"/>
                      </a:moveTo>
                      <a:lnTo>
                        <a:pt x="24" y="0"/>
                      </a:lnTo>
                      <a:lnTo>
                        <a:pt x="0" y="5"/>
                      </a:lnTo>
                      <a:cubicBezTo>
                        <a:pt x="38" y="5"/>
                        <a:pt x="21" y="3"/>
                        <a:pt x="2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55" name="Google Shape;855;p22"/>
                <p:cNvSpPr/>
                <p:nvPr/>
              </p:nvSpPr>
              <p:spPr>
                <a:xfrm>
                  <a:off x="10206038" y="1530477"/>
                  <a:ext cx="61912" cy="4924"/>
                </a:xfrm>
                <a:custGeom>
                  <a:rect b="b" l="l" r="r" t="t"/>
                  <a:pathLst>
                    <a:path extrusionOk="0" h="6" w="65">
                      <a:moveTo>
                        <a:pt x="65" y="3"/>
                      </a:moveTo>
                      <a:lnTo>
                        <a:pt x="65" y="3"/>
                      </a:lnTo>
                      <a:cubicBezTo>
                        <a:pt x="39" y="1"/>
                        <a:pt x="18" y="0"/>
                        <a:pt x="0" y="0"/>
                      </a:cubicBezTo>
                      <a:cubicBezTo>
                        <a:pt x="32" y="2"/>
                        <a:pt x="57" y="6"/>
                        <a:pt x="65"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56" name="Google Shape;856;p22"/>
                <p:cNvSpPr/>
                <p:nvPr/>
              </p:nvSpPr>
              <p:spPr>
                <a:xfrm>
                  <a:off x="6257925" y="1525554"/>
                  <a:ext cx="19050" cy="2462"/>
                </a:xfrm>
                <a:custGeom>
                  <a:rect b="b" l="l" r="r" t="t"/>
                  <a:pathLst>
                    <a:path extrusionOk="0" h="2" w="21">
                      <a:moveTo>
                        <a:pt x="18" y="0"/>
                      </a:moveTo>
                      <a:lnTo>
                        <a:pt x="18" y="0"/>
                      </a:lnTo>
                      <a:cubicBezTo>
                        <a:pt x="5" y="1"/>
                        <a:pt x="0" y="2"/>
                        <a:pt x="0" y="2"/>
                      </a:cubicBezTo>
                      <a:cubicBezTo>
                        <a:pt x="13" y="2"/>
                        <a:pt x="21" y="1"/>
                        <a:pt x="1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57" name="Google Shape;857;p22"/>
                <p:cNvSpPr/>
                <p:nvPr/>
              </p:nvSpPr>
              <p:spPr>
                <a:xfrm>
                  <a:off x="10134600" y="1528016"/>
                  <a:ext cx="71437" cy="3693"/>
                </a:xfrm>
                <a:custGeom>
                  <a:rect b="b" l="l" r="r" t="t"/>
                  <a:pathLst>
                    <a:path extrusionOk="0" h="4" w="75">
                      <a:moveTo>
                        <a:pt x="0" y="3"/>
                      </a:moveTo>
                      <a:lnTo>
                        <a:pt x="0" y="3"/>
                      </a:lnTo>
                      <a:lnTo>
                        <a:pt x="13" y="4"/>
                      </a:lnTo>
                      <a:cubicBezTo>
                        <a:pt x="32" y="3"/>
                        <a:pt x="52" y="2"/>
                        <a:pt x="75" y="3"/>
                      </a:cubicBezTo>
                      <a:cubicBezTo>
                        <a:pt x="52" y="1"/>
                        <a:pt x="25" y="0"/>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58" name="Google Shape;858;p22"/>
                <p:cNvSpPr/>
                <p:nvPr/>
              </p:nvSpPr>
              <p:spPr>
                <a:xfrm>
                  <a:off x="2582863" y="1560020"/>
                  <a:ext cx="7937" cy="1231"/>
                </a:xfrm>
                <a:custGeom>
                  <a:rect b="b" l="l" r="r" t="t"/>
                  <a:pathLst>
                    <a:path extrusionOk="0" h="1" w="8">
                      <a:moveTo>
                        <a:pt x="8" y="1"/>
                      </a:moveTo>
                      <a:lnTo>
                        <a:pt x="8" y="1"/>
                      </a:lnTo>
                      <a:lnTo>
                        <a:pt x="1" y="0"/>
                      </a:lnTo>
                      <a:cubicBezTo>
                        <a:pt x="0" y="1"/>
                        <a:pt x="3" y="1"/>
                        <a:pt x="8"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59" name="Google Shape;859;p22"/>
                <p:cNvSpPr/>
                <p:nvPr/>
              </p:nvSpPr>
              <p:spPr>
                <a:xfrm>
                  <a:off x="1762125" y="1521861"/>
                  <a:ext cx="34925" cy="1231"/>
                </a:xfrm>
                <a:custGeom>
                  <a:rect b="b" l="l" r="r" t="t"/>
                  <a:pathLst>
                    <a:path extrusionOk="0" h="1" w="36">
                      <a:moveTo>
                        <a:pt x="0" y="1"/>
                      </a:moveTo>
                      <a:lnTo>
                        <a:pt x="0" y="1"/>
                      </a:lnTo>
                      <a:cubicBezTo>
                        <a:pt x="9" y="1"/>
                        <a:pt x="23" y="1"/>
                        <a:pt x="36" y="1"/>
                      </a:cubicBezTo>
                      <a:cubicBezTo>
                        <a:pt x="29" y="0"/>
                        <a:pt x="19"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60" name="Google Shape;860;p22"/>
                <p:cNvSpPr/>
                <p:nvPr/>
              </p:nvSpPr>
              <p:spPr>
                <a:xfrm>
                  <a:off x="10812463" y="1529246"/>
                  <a:ext cx="19050" cy="1231"/>
                </a:xfrm>
                <a:custGeom>
                  <a:rect b="b" l="l" r="r" t="t"/>
                  <a:pathLst>
                    <a:path extrusionOk="0" h="1" w="20">
                      <a:moveTo>
                        <a:pt x="0" y="1"/>
                      </a:moveTo>
                      <a:lnTo>
                        <a:pt x="0" y="1"/>
                      </a:lnTo>
                      <a:cubicBezTo>
                        <a:pt x="20" y="1"/>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61" name="Google Shape;861;p22"/>
                <p:cNvSpPr/>
                <p:nvPr/>
              </p:nvSpPr>
              <p:spPr>
                <a:xfrm>
                  <a:off x="10896600" y="1545248"/>
                  <a:ext cx="7937" cy="2462"/>
                </a:xfrm>
                <a:custGeom>
                  <a:rect b="b" l="l" r="r" t="t"/>
                  <a:pathLst>
                    <a:path extrusionOk="0" h="3" w="8">
                      <a:moveTo>
                        <a:pt x="8" y="0"/>
                      </a:moveTo>
                      <a:lnTo>
                        <a:pt x="8" y="0"/>
                      </a:lnTo>
                      <a:cubicBezTo>
                        <a:pt x="4" y="1"/>
                        <a:pt x="1" y="2"/>
                        <a:pt x="0" y="3"/>
                      </a:cubicBezTo>
                      <a:cubicBezTo>
                        <a:pt x="2" y="2"/>
                        <a:pt x="4" y="1"/>
                        <a:pt x="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62" name="Google Shape;862;p22"/>
                <p:cNvSpPr/>
                <p:nvPr/>
              </p:nvSpPr>
              <p:spPr>
                <a:xfrm>
                  <a:off x="9947275" y="1553865"/>
                  <a:ext cx="4762" cy="1231"/>
                </a:xfrm>
                <a:custGeom>
                  <a:rect b="b" l="l" r="r" t="t"/>
                  <a:pathLst>
                    <a:path extrusionOk="0" h="1" w="5">
                      <a:moveTo>
                        <a:pt x="1" y="0"/>
                      </a:moveTo>
                      <a:lnTo>
                        <a:pt x="1" y="0"/>
                      </a:lnTo>
                      <a:lnTo>
                        <a:pt x="0" y="0"/>
                      </a:lnTo>
                      <a:cubicBezTo>
                        <a:pt x="5" y="1"/>
                        <a:pt x="4" y="0"/>
                        <a:pt x="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63" name="Google Shape;863;p22"/>
                <p:cNvSpPr/>
                <p:nvPr/>
              </p:nvSpPr>
              <p:spPr>
                <a:xfrm>
                  <a:off x="10817225" y="1531708"/>
                  <a:ext cx="23812" cy="0"/>
                </a:xfrm>
                <a:custGeom>
                  <a:rect b="b" l="l" r="r" t="t"/>
                  <a:pathLst>
                    <a:path extrusionOk="0" h="1" w="25">
                      <a:moveTo>
                        <a:pt x="25" y="0"/>
                      </a:moveTo>
                      <a:lnTo>
                        <a:pt x="25" y="0"/>
                      </a:lnTo>
                      <a:cubicBezTo>
                        <a:pt x="18" y="0"/>
                        <a:pt x="10" y="0"/>
                        <a:pt x="0" y="0"/>
                      </a:cubicBezTo>
                      <a:cubicBezTo>
                        <a:pt x="5" y="0"/>
                        <a:pt x="12" y="0"/>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64" name="Google Shape;864;p22"/>
                <p:cNvSpPr/>
                <p:nvPr/>
              </p:nvSpPr>
              <p:spPr>
                <a:xfrm>
                  <a:off x="10836275" y="1529246"/>
                  <a:ext cx="19050" cy="1231"/>
                </a:xfrm>
                <a:custGeom>
                  <a:rect b="b" l="l" r="r" t="t"/>
                  <a:pathLst>
                    <a:path extrusionOk="0" h="1" w="20">
                      <a:moveTo>
                        <a:pt x="0" y="1"/>
                      </a:moveTo>
                      <a:lnTo>
                        <a:pt x="0" y="1"/>
                      </a:lnTo>
                      <a:lnTo>
                        <a:pt x="18" y="1"/>
                      </a:lnTo>
                      <a:cubicBezTo>
                        <a:pt x="20" y="1"/>
                        <a:pt x="18"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65" name="Google Shape;865;p22"/>
                <p:cNvSpPr/>
                <p:nvPr/>
              </p:nvSpPr>
              <p:spPr>
                <a:xfrm>
                  <a:off x="10787063" y="1530477"/>
                  <a:ext cx="30162" cy="1231"/>
                </a:xfrm>
                <a:custGeom>
                  <a:rect b="b" l="l" r="r" t="t"/>
                  <a:pathLst>
                    <a:path extrusionOk="0" h="1" w="31">
                      <a:moveTo>
                        <a:pt x="0" y="0"/>
                      </a:moveTo>
                      <a:lnTo>
                        <a:pt x="0" y="0"/>
                      </a:lnTo>
                      <a:cubicBezTo>
                        <a:pt x="11" y="0"/>
                        <a:pt x="21" y="0"/>
                        <a:pt x="31" y="1"/>
                      </a:cubicBezTo>
                      <a:cubicBezTo>
                        <a:pt x="28" y="0"/>
                        <a:pt x="26" y="0"/>
                        <a:pt x="27"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66" name="Google Shape;866;p22"/>
                <p:cNvSpPr/>
                <p:nvPr/>
              </p:nvSpPr>
              <p:spPr>
                <a:xfrm>
                  <a:off x="4092575" y="1552634"/>
                  <a:ext cx="20637" cy="2462"/>
                </a:xfrm>
                <a:custGeom>
                  <a:rect b="b" l="l" r="r" t="t"/>
                  <a:pathLst>
                    <a:path extrusionOk="0" h="2" w="23">
                      <a:moveTo>
                        <a:pt x="23" y="0"/>
                      </a:moveTo>
                      <a:lnTo>
                        <a:pt x="23" y="0"/>
                      </a:lnTo>
                      <a:lnTo>
                        <a:pt x="19" y="0"/>
                      </a:lnTo>
                      <a:cubicBezTo>
                        <a:pt x="0" y="2"/>
                        <a:pt x="8" y="1"/>
                        <a:pt x="2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67" name="Google Shape;867;p22"/>
                <p:cNvSpPr/>
                <p:nvPr/>
              </p:nvSpPr>
              <p:spPr>
                <a:xfrm>
                  <a:off x="8528050" y="1567405"/>
                  <a:ext cx="3175" cy="1231"/>
                </a:xfrm>
                <a:custGeom>
                  <a:rect b="b" l="l" r="r" t="t"/>
                  <a:pathLst>
                    <a:path extrusionOk="0" h="1" w="3">
                      <a:moveTo>
                        <a:pt x="1" y="1"/>
                      </a:moveTo>
                      <a:lnTo>
                        <a:pt x="1" y="1"/>
                      </a:lnTo>
                      <a:lnTo>
                        <a:pt x="3" y="0"/>
                      </a:lnTo>
                      <a:lnTo>
                        <a:pt x="0" y="0"/>
                      </a:lnTo>
                      <a:lnTo>
                        <a:pt x="1"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68" name="Google Shape;868;p22"/>
                <p:cNvSpPr/>
                <p:nvPr/>
              </p:nvSpPr>
              <p:spPr>
                <a:xfrm>
                  <a:off x="8461375" y="1556326"/>
                  <a:ext cx="66675" cy="14771"/>
                </a:xfrm>
                <a:custGeom>
                  <a:rect b="b" l="l" r="r" t="t"/>
                  <a:pathLst>
                    <a:path extrusionOk="0" h="17" w="69">
                      <a:moveTo>
                        <a:pt x="0" y="17"/>
                      </a:moveTo>
                      <a:lnTo>
                        <a:pt x="0" y="17"/>
                      </a:lnTo>
                      <a:cubicBezTo>
                        <a:pt x="30" y="11"/>
                        <a:pt x="47" y="12"/>
                        <a:pt x="69" y="13"/>
                      </a:cubicBezTo>
                      <a:lnTo>
                        <a:pt x="46" y="0"/>
                      </a:lnTo>
                      <a:lnTo>
                        <a:pt x="0" y="17"/>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69" name="Google Shape;869;p22"/>
                <p:cNvSpPr/>
                <p:nvPr/>
              </p:nvSpPr>
              <p:spPr>
                <a:xfrm>
                  <a:off x="1562100" y="1514475"/>
                  <a:ext cx="9563100" cy="64008"/>
                </a:xfrm>
                <a:custGeom>
                  <a:rect b="b" l="l" r="r" t="t"/>
                  <a:pathLst>
                    <a:path extrusionOk="0" h="75" w="1003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70" name="Google Shape;870;p22"/>
                <p:cNvSpPr/>
                <p:nvPr/>
              </p:nvSpPr>
              <p:spPr>
                <a:xfrm>
                  <a:off x="7508875" y="1560020"/>
                  <a:ext cx="11112" cy="3693"/>
                </a:xfrm>
                <a:custGeom>
                  <a:rect b="b" l="l" r="r" t="t"/>
                  <a:pathLst>
                    <a:path extrusionOk="0" h="3" w="12">
                      <a:moveTo>
                        <a:pt x="12" y="3"/>
                      </a:moveTo>
                      <a:lnTo>
                        <a:pt x="12" y="3"/>
                      </a:lnTo>
                      <a:cubicBezTo>
                        <a:pt x="8" y="2"/>
                        <a:pt x="7" y="1"/>
                        <a:pt x="6" y="0"/>
                      </a:cubicBezTo>
                      <a:cubicBezTo>
                        <a:pt x="1" y="1"/>
                        <a:pt x="0" y="2"/>
                        <a:pt x="12"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71" name="Google Shape;871;p22"/>
                <p:cNvSpPr/>
                <p:nvPr/>
              </p:nvSpPr>
              <p:spPr>
                <a:xfrm>
                  <a:off x="5434013" y="1567405"/>
                  <a:ext cx="4762" cy="1231"/>
                </a:xfrm>
                <a:custGeom>
                  <a:rect b="b" l="l" r="r" t="t"/>
                  <a:pathLst>
                    <a:path extrusionOk="0" h="1" w="5">
                      <a:moveTo>
                        <a:pt x="5" y="1"/>
                      </a:moveTo>
                      <a:lnTo>
                        <a:pt x="5" y="1"/>
                      </a:lnTo>
                      <a:lnTo>
                        <a:pt x="3" y="0"/>
                      </a:lnTo>
                      <a:cubicBezTo>
                        <a:pt x="1" y="1"/>
                        <a:pt x="1" y="1"/>
                        <a:pt x="0" y="1"/>
                      </a:cubicBezTo>
                      <a:lnTo>
                        <a:pt x="5"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72" name="Google Shape;872;p22"/>
                <p:cNvSpPr/>
                <p:nvPr/>
              </p:nvSpPr>
              <p:spPr>
                <a:xfrm>
                  <a:off x="9672638" y="1567405"/>
                  <a:ext cx="25400" cy="2462"/>
                </a:xfrm>
                <a:custGeom>
                  <a:rect b="b" l="l" r="r" t="t"/>
                  <a:pathLst>
                    <a:path extrusionOk="0" h="3" w="27">
                      <a:moveTo>
                        <a:pt x="27" y="3"/>
                      </a:moveTo>
                      <a:lnTo>
                        <a:pt x="27" y="3"/>
                      </a:lnTo>
                      <a:cubicBezTo>
                        <a:pt x="13" y="2"/>
                        <a:pt x="6" y="1"/>
                        <a:pt x="1" y="0"/>
                      </a:cubicBezTo>
                      <a:cubicBezTo>
                        <a:pt x="0" y="1"/>
                        <a:pt x="6"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73" name="Google Shape;873;p22"/>
                <p:cNvSpPr/>
                <p:nvPr/>
              </p:nvSpPr>
              <p:spPr>
                <a:xfrm>
                  <a:off x="10966450" y="1529246"/>
                  <a:ext cx="39687" cy="2462"/>
                </a:xfrm>
                <a:custGeom>
                  <a:rect b="b" l="l" r="r" t="t"/>
                  <a:pathLst>
                    <a:path extrusionOk="0" h="3" w="42">
                      <a:moveTo>
                        <a:pt x="42" y="0"/>
                      </a:moveTo>
                      <a:lnTo>
                        <a:pt x="42" y="0"/>
                      </a:lnTo>
                      <a:lnTo>
                        <a:pt x="0" y="1"/>
                      </a:lnTo>
                      <a:cubicBezTo>
                        <a:pt x="20" y="1"/>
                        <a:pt x="27" y="2"/>
                        <a:pt x="38" y="3"/>
                      </a:cubicBezTo>
                      <a:cubicBezTo>
                        <a:pt x="37" y="2"/>
                        <a:pt x="29" y="0"/>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74" name="Google Shape;874;p22"/>
                <p:cNvSpPr/>
                <p:nvPr/>
              </p:nvSpPr>
              <p:spPr>
                <a:xfrm>
                  <a:off x="11329988" y="1552634"/>
                  <a:ext cx="44450" cy="2462"/>
                </a:xfrm>
                <a:custGeom>
                  <a:rect b="b" l="l" r="r" t="t"/>
                  <a:pathLst>
                    <a:path extrusionOk="0" h="3" w="46">
                      <a:moveTo>
                        <a:pt x="27" y="3"/>
                      </a:moveTo>
                      <a:lnTo>
                        <a:pt x="27" y="3"/>
                      </a:lnTo>
                      <a:cubicBezTo>
                        <a:pt x="33" y="2"/>
                        <a:pt x="40" y="3"/>
                        <a:pt x="46" y="2"/>
                      </a:cubicBezTo>
                      <a:lnTo>
                        <a:pt x="44" y="0"/>
                      </a:lnTo>
                      <a:cubicBezTo>
                        <a:pt x="18" y="0"/>
                        <a:pt x="0"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75" name="Google Shape;875;p22"/>
                <p:cNvSpPr/>
                <p:nvPr/>
              </p:nvSpPr>
              <p:spPr>
                <a:xfrm>
                  <a:off x="11042650" y="1540325"/>
                  <a:ext cx="60325" cy="6155"/>
                </a:xfrm>
                <a:custGeom>
                  <a:rect b="b" l="l" r="r" t="t"/>
                  <a:pathLst>
                    <a:path extrusionOk="0" h="7" w="63">
                      <a:moveTo>
                        <a:pt x="0" y="3"/>
                      </a:moveTo>
                      <a:lnTo>
                        <a:pt x="0" y="3"/>
                      </a:lnTo>
                      <a:cubicBezTo>
                        <a:pt x="3" y="7"/>
                        <a:pt x="30" y="6"/>
                        <a:pt x="60" y="5"/>
                      </a:cubicBezTo>
                      <a:lnTo>
                        <a:pt x="54" y="5"/>
                      </a:lnTo>
                      <a:cubicBezTo>
                        <a:pt x="63" y="0"/>
                        <a:pt x="31"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76" name="Google Shape;876;p22"/>
                <p:cNvSpPr/>
                <p:nvPr/>
              </p:nvSpPr>
              <p:spPr>
                <a:xfrm>
                  <a:off x="11106150" y="1542787"/>
                  <a:ext cx="28575" cy="1231"/>
                </a:xfrm>
                <a:custGeom>
                  <a:rect b="b" l="l" r="r" t="t"/>
                  <a:pathLst>
                    <a:path extrusionOk="0" h="2" w="31">
                      <a:moveTo>
                        <a:pt x="0" y="2"/>
                      </a:moveTo>
                      <a:lnTo>
                        <a:pt x="0" y="2"/>
                      </a:lnTo>
                      <a:cubicBezTo>
                        <a:pt x="10" y="2"/>
                        <a:pt x="19" y="2"/>
                        <a:pt x="28" y="2"/>
                      </a:cubicBezTo>
                      <a:cubicBezTo>
                        <a:pt x="31" y="0"/>
                        <a:pt x="17" y="2"/>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77" name="Google Shape;877;p22"/>
                <p:cNvSpPr/>
                <p:nvPr/>
              </p:nvSpPr>
              <p:spPr>
                <a:xfrm>
                  <a:off x="10679113" y="1525554"/>
                  <a:ext cx="103187" cy="9847"/>
                </a:xfrm>
                <a:custGeom>
                  <a:rect b="b" l="l" r="r" t="t"/>
                  <a:pathLst>
                    <a:path extrusionOk="0" h="12" w="109">
                      <a:moveTo>
                        <a:pt x="77" y="9"/>
                      </a:moveTo>
                      <a:lnTo>
                        <a:pt x="77" y="9"/>
                      </a:lnTo>
                      <a:cubicBezTo>
                        <a:pt x="91" y="10"/>
                        <a:pt x="86" y="4"/>
                        <a:pt x="94" y="6"/>
                      </a:cubicBezTo>
                      <a:cubicBezTo>
                        <a:pt x="109" y="0"/>
                        <a:pt x="0" y="12"/>
                        <a:pt x="77"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78" name="Google Shape;878;p22"/>
                <p:cNvSpPr/>
                <p:nvPr/>
              </p:nvSpPr>
              <p:spPr>
                <a:xfrm>
                  <a:off x="11039475" y="1550172"/>
                  <a:ext cx="26987" cy="4924"/>
                </a:xfrm>
                <a:custGeom>
                  <a:rect b="b" l="l" r="r" t="t"/>
                  <a:pathLst>
                    <a:path extrusionOk="0" h="5" w="27">
                      <a:moveTo>
                        <a:pt x="27" y="5"/>
                      </a:moveTo>
                      <a:lnTo>
                        <a:pt x="27" y="5"/>
                      </a:lnTo>
                      <a:lnTo>
                        <a:pt x="16" y="0"/>
                      </a:lnTo>
                      <a:lnTo>
                        <a:pt x="0" y="4"/>
                      </a:lnTo>
                      <a:lnTo>
                        <a:pt x="27"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79" name="Google Shape;879;p22"/>
                <p:cNvSpPr/>
                <p:nvPr/>
              </p:nvSpPr>
              <p:spPr>
                <a:xfrm>
                  <a:off x="10841038" y="1548941"/>
                  <a:ext cx="58737" cy="2462"/>
                </a:xfrm>
                <a:custGeom>
                  <a:rect b="b" l="l" r="r" t="t"/>
                  <a:pathLst>
                    <a:path extrusionOk="0" h="3" w="61">
                      <a:moveTo>
                        <a:pt x="1" y="2"/>
                      </a:moveTo>
                      <a:lnTo>
                        <a:pt x="1" y="2"/>
                      </a:lnTo>
                      <a:lnTo>
                        <a:pt x="49" y="3"/>
                      </a:lnTo>
                      <a:cubicBezTo>
                        <a:pt x="48" y="2"/>
                        <a:pt x="54" y="2"/>
                        <a:pt x="61" y="2"/>
                      </a:cubicBezTo>
                      <a:cubicBezTo>
                        <a:pt x="32" y="1"/>
                        <a:pt x="0" y="0"/>
                        <a:pt x="1"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80" name="Google Shape;880;p22"/>
                <p:cNvSpPr/>
                <p:nvPr/>
              </p:nvSpPr>
              <p:spPr>
                <a:xfrm>
                  <a:off x="10899775" y="1550172"/>
                  <a:ext cx="36512" cy="1231"/>
                </a:xfrm>
                <a:custGeom>
                  <a:rect b="b" l="l" r="r" t="t"/>
                  <a:pathLst>
                    <a:path extrusionOk="0" h="1" w="38">
                      <a:moveTo>
                        <a:pt x="0" y="1"/>
                      </a:moveTo>
                      <a:lnTo>
                        <a:pt x="0" y="1"/>
                      </a:lnTo>
                      <a:cubicBezTo>
                        <a:pt x="15" y="1"/>
                        <a:pt x="30" y="1"/>
                        <a:pt x="38" y="0"/>
                      </a:cubicBezTo>
                      <a:cubicBezTo>
                        <a:pt x="30" y="0"/>
                        <a:pt x="12"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81" name="Google Shape;881;p22"/>
                <p:cNvSpPr/>
                <p:nvPr/>
              </p:nvSpPr>
              <p:spPr>
                <a:xfrm>
                  <a:off x="10958513" y="1555096"/>
                  <a:ext cx="46037" cy="0"/>
                </a:xfrm>
                <a:custGeom>
                  <a:rect b="b" l="l" r="r" t="t"/>
                  <a:pathLst>
                    <a:path extrusionOk="0" h="1" w="47">
                      <a:moveTo>
                        <a:pt x="47" y="0"/>
                      </a:moveTo>
                      <a:lnTo>
                        <a:pt x="47" y="0"/>
                      </a:lnTo>
                      <a:lnTo>
                        <a:pt x="33" y="0"/>
                      </a:lnTo>
                      <a:lnTo>
                        <a:pt x="0" y="0"/>
                      </a:lnTo>
                      <a:lnTo>
                        <a:pt x="47"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82" name="Google Shape;882;p22"/>
                <p:cNvSpPr/>
                <p:nvPr/>
              </p:nvSpPr>
              <p:spPr>
                <a:xfrm>
                  <a:off x="10304463" y="1548941"/>
                  <a:ext cx="61912" cy="3693"/>
                </a:xfrm>
                <a:custGeom>
                  <a:rect b="b" l="l" r="r" t="t"/>
                  <a:pathLst>
                    <a:path extrusionOk="0" h="4" w="65">
                      <a:moveTo>
                        <a:pt x="57" y="0"/>
                      </a:moveTo>
                      <a:lnTo>
                        <a:pt x="57" y="0"/>
                      </a:lnTo>
                      <a:lnTo>
                        <a:pt x="5" y="1"/>
                      </a:lnTo>
                      <a:cubicBezTo>
                        <a:pt x="0" y="3"/>
                        <a:pt x="14" y="4"/>
                        <a:pt x="33" y="4"/>
                      </a:cubicBezTo>
                      <a:cubicBezTo>
                        <a:pt x="45" y="2"/>
                        <a:pt x="65" y="2"/>
                        <a:pt x="57"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83" name="Google Shape;883;p22"/>
                <p:cNvSpPr/>
                <p:nvPr/>
              </p:nvSpPr>
              <p:spPr>
                <a:xfrm>
                  <a:off x="10483850" y="1557558"/>
                  <a:ext cx="23812" cy="6155"/>
                </a:xfrm>
                <a:custGeom>
                  <a:rect b="b" l="l" r="r" t="t"/>
                  <a:pathLst>
                    <a:path extrusionOk="0" h="7" w="25">
                      <a:moveTo>
                        <a:pt x="25" y="4"/>
                      </a:moveTo>
                      <a:lnTo>
                        <a:pt x="25" y="4"/>
                      </a:lnTo>
                      <a:cubicBezTo>
                        <a:pt x="11" y="3"/>
                        <a:pt x="10" y="2"/>
                        <a:pt x="2" y="0"/>
                      </a:cubicBezTo>
                      <a:lnTo>
                        <a:pt x="0" y="7"/>
                      </a:lnTo>
                      <a:lnTo>
                        <a:pt x="25"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84" name="Google Shape;884;p22"/>
                <p:cNvSpPr/>
                <p:nvPr/>
              </p:nvSpPr>
              <p:spPr>
                <a:xfrm>
                  <a:off x="10291763" y="1563712"/>
                  <a:ext cx="117475" cy="2462"/>
                </a:xfrm>
                <a:custGeom>
                  <a:rect b="b" l="l" r="r" t="t"/>
                  <a:pathLst>
                    <a:path extrusionOk="0" h="4" w="123">
                      <a:moveTo>
                        <a:pt x="75" y="0"/>
                      </a:moveTo>
                      <a:lnTo>
                        <a:pt x="75" y="0"/>
                      </a:lnTo>
                      <a:cubicBezTo>
                        <a:pt x="70" y="1"/>
                        <a:pt x="0" y="4"/>
                        <a:pt x="66" y="4"/>
                      </a:cubicBezTo>
                      <a:cubicBezTo>
                        <a:pt x="71" y="2"/>
                        <a:pt x="123" y="1"/>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85" name="Google Shape;885;p22"/>
                <p:cNvSpPr/>
                <p:nvPr/>
              </p:nvSpPr>
              <p:spPr>
                <a:xfrm>
                  <a:off x="9621838" y="1546479"/>
                  <a:ext cx="11112" cy="8617"/>
                </a:xfrm>
                <a:custGeom>
                  <a:rect b="b" l="l" r="r" t="t"/>
                  <a:pathLst>
                    <a:path extrusionOk="0" h="10" w="13">
                      <a:moveTo>
                        <a:pt x="0" y="10"/>
                      </a:moveTo>
                      <a:lnTo>
                        <a:pt x="0" y="10"/>
                      </a:lnTo>
                      <a:lnTo>
                        <a:pt x="13" y="10"/>
                      </a:lnTo>
                      <a:lnTo>
                        <a:pt x="12" y="0"/>
                      </a:lnTo>
                      <a:lnTo>
                        <a:pt x="0" y="1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86" name="Google Shape;886;p22"/>
                <p:cNvSpPr/>
                <p:nvPr/>
              </p:nvSpPr>
              <p:spPr>
                <a:xfrm>
                  <a:off x="8951913" y="1568636"/>
                  <a:ext cx="96837" cy="8617"/>
                </a:xfrm>
                <a:custGeom>
                  <a:rect b="b" l="l" r="r" t="t"/>
                  <a:pathLst>
                    <a:path extrusionOk="0" h="10" w="101">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87" name="Google Shape;887;p22"/>
                <p:cNvSpPr/>
                <p:nvPr/>
              </p:nvSpPr>
              <p:spPr>
                <a:xfrm>
                  <a:off x="9005888" y="1566174"/>
                  <a:ext cx="17462" cy="2462"/>
                </a:xfrm>
                <a:custGeom>
                  <a:rect b="b" l="l" r="r" t="t"/>
                  <a:pathLst>
                    <a:path extrusionOk="0" h="2" w="19">
                      <a:moveTo>
                        <a:pt x="0" y="2"/>
                      </a:moveTo>
                      <a:lnTo>
                        <a:pt x="0" y="2"/>
                      </a:lnTo>
                      <a:lnTo>
                        <a:pt x="19" y="0"/>
                      </a:lnTo>
                      <a:cubicBezTo>
                        <a:pt x="8" y="1"/>
                        <a:pt x="3" y="1"/>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88" name="Google Shape;888;p22"/>
                <p:cNvSpPr/>
                <p:nvPr/>
              </p:nvSpPr>
              <p:spPr>
                <a:xfrm>
                  <a:off x="1587500" y="1516937"/>
                  <a:ext cx="38100" cy="3693"/>
                </a:xfrm>
                <a:custGeom>
                  <a:rect b="b" l="l" r="r" t="t"/>
                  <a:pathLst>
                    <a:path extrusionOk="0" h="4" w="39">
                      <a:moveTo>
                        <a:pt x="39" y="2"/>
                      </a:moveTo>
                      <a:lnTo>
                        <a:pt x="39" y="2"/>
                      </a:lnTo>
                      <a:lnTo>
                        <a:pt x="0" y="0"/>
                      </a:lnTo>
                      <a:lnTo>
                        <a:pt x="25" y="4"/>
                      </a:lnTo>
                      <a:lnTo>
                        <a:pt x="39"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89" name="Google Shape;889;p22"/>
                <p:cNvSpPr/>
                <p:nvPr/>
              </p:nvSpPr>
              <p:spPr>
                <a:xfrm>
                  <a:off x="1522413" y="1519399"/>
                  <a:ext cx="30162" cy="4924"/>
                </a:xfrm>
                <a:custGeom>
                  <a:rect b="b" l="l" r="r" t="t"/>
                  <a:pathLst>
                    <a:path extrusionOk="0" h="6" w="32">
                      <a:moveTo>
                        <a:pt x="32" y="6"/>
                      </a:moveTo>
                      <a:lnTo>
                        <a:pt x="32" y="6"/>
                      </a:lnTo>
                      <a:lnTo>
                        <a:pt x="23" y="0"/>
                      </a:lnTo>
                      <a:lnTo>
                        <a:pt x="0" y="5"/>
                      </a:lnTo>
                      <a:cubicBezTo>
                        <a:pt x="8" y="5"/>
                        <a:pt x="26" y="5"/>
                        <a:pt x="32"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90" name="Google Shape;890;p22"/>
                <p:cNvSpPr/>
                <p:nvPr/>
              </p:nvSpPr>
              <p:spPr>
                <a:xfrm>
                  <a:off x="6650038" y="1573559"/>
                  <a:ext cx="33337" cy="3693"/>
                </a:xfrm>
                <a:custGeom>
                  <a:rect b="b" l="l" r="r" t="t"/>
                  <a:pathLst>
                    <a:path extrusionOk="0" h="4" w="34">
                      <a:moveTo>
                        <a:pt x="31" y="4"/>
                      </a:moveTo>
                      <a:lnTo>
                        <a:pt x="31" y="4"/>
                      </a:lnTo>
                      <a:lnTo>
                        <a:pt x="34" y="2"/>
                      </a:lnTo>
                      <a:cubicBezTo>
                        <a:pt x="28" y="1"/>
                        <a:pt x="18" y="1"/>
                        <a:pt x="0" y="0"/>
                      </a:cubicBezTo>
                      <a:lnTo>
                        <a:pt x="3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91" name="Google Shape;891;p22"/>
                <p:cNvSpPr/>
                <p:nvPr/>
              </p:nvSpPr>
              <p:spPr>
                <a:xfrm>
                  <a:off x="6162675" y="1566174"/>
                  <a:ext cx="15875" cy="4924"/>
                </a:xfrm>
                <a:custGeom>
                  <a:rect b="b" l="l" r="r" t="t"/>
                  <a:pathLst>
                    <a:path extrusionOk="0" h="6" w="17">
                      <a:moveTo>
                        <a:pt x="8" y="6"/>
                      </a:moveTo>
                      <a:lnTo>
                        <a:pt x="8" y="6"/>
                      </a:lnTo>
                      <a:lnTo>
                        <a:pt x="17" y="6"/>
                      </a:lnTo>
                      <a:lnTo>
                        <a:pt x="0" y="0"/>
                      </a:lnTo>
                      <a:lnTo>
                        <a:pt x="8"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92" name="Google Shape;892;p22"/>
                <p:cNvSpPr/>
                <p:nvPr/>
              </p:nvSpPr>
              <p:spPr>
                <a:xfrm>
                  <a:off x="5738813" y="1571097"/>
                  <a:ext cx="60325" cy="6155"/>
                </a:xfrm>
                <a:custGeom>
                  <a:rect b="b" l="l" r="r" t="t"/>
                  <a:pathLst>
                    <a:path extrusionOk="0" h="8" w="63">
                      <a:moveTo>
                        <a:pt x="5" y="7"/>
                      </a:moveTo>
                      <a:lnTo>
                        <a:pt x="5" y="7"/>
                      </a:lnTo>
                      <a:cubicBezTo>
                        <a:pt x="23" y="8"/>
                        <a:pt x="45" y="6"/>
                        <a:pt x="63" y="7"/>
                      </a:cubicBezTo>
                      <a:cubicBezTo>
                        <a:pt x="23" y="8"/>
                        <a:pt x="0" y="0"/>
                        <a:pt x="5" y="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grpSp>
          <p:grpSp>
            <p:nvGrpSpPr>
              <p:cNvPr id="893" name="Google Shape;893;p22"/>
              <p:cNvGrpSpPr/>
              <p:nvPr/>
            </p:nvGrpSpPr>
            <p:grpSpPr>
              <a:xfrm flipH="1" rot="-5400000">
                <a:off x="6492229" y="2755658"/>
                <a:ext cx="4114800" cy="36576"/>
                <a:chOff x="1522413" y="1514475"/>
                <a:chExt cx="10569575" cy="64008"/>
              </a:xfrm>
            </p:grpSpPr>
            <p:sp>
              <p:nvSpPr>
                <p:cNvPr id="894" name="Google Shape;894;p22"/>
                <p:cNvSpPr/>
                <p:nvPr/>
              </p:nvSpPr>
              <p:spPr>
                <a:xfrm>
                  <a:off x="12028488" y="1525554"/>
                  <a:ext cx="63500" cy="4924"/>
                </a:xfrm>
                <a:custGeom>
                  <a:rect b="b" l="l" r="r" t="t"/>
                  <a:pathLst>
                    <a:path extrusionOk="0" h="6" w="67">
                      <a:moveTo>
                        <a:pt x="30" y="6"/>
                      </a:moveTo>
                      <a:lnTo>
                        <a:pt x="30" y="6"/>
                      </a:lnTo>
                      <a:lnTo>
                        <a:pt x="67" y="3"/>
                      </a:lnTo>
                      <a:cubicBezTo>
                        <a:pt x="60" y="2"/>
                        <a:pt x="26" y="1"/>
                        <a:pt x="39" y="0"/>
                      </a:cubicBezTo>
                      <a:cubicBezTo>
                        <a:pt x="0" y="1"/>
                        <a:pt x="8" y="3"/>
                        <a:pt x="30"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95" name="Google Shape;895;p22"/>
                <p:cNvSpPr/>
                <p:nvPr/>
              </p:nvSpPr>
              <p:spPr>
                <a:xfrm>
                  <a:off x="12022138" y="1532939"/>
                  <a:ext cx="19050" cy="1231"/>
                </a:xfrm>
                <a:custGeom>
                  <a:rect b="b" l="l" r="r" t="t"/>
                  <a:pathLst>
                    <a:path extrusionOk="0" h="2" w="20">
                      <a:moveTo>
                        <a:pt x="0" y="2"/>
                      </a:moveTo>
                      <a:lnTo>
                        <a:pt x="0" y="2"/>
                      </a:lnTo>
                      <a:lnTo>
                        <a:pt x="20" y="1"/>
                      </a:lnTo>
                      <a:cubicBezTo>
                        <a:pt x="16" y="0"/>
                        <a:pt x="11" y="0"/>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96" name="Google Shape;896;p22"/>
                <p:cNvSpPr/>
                <p:nvPr/>
              </p:nvSpPr>
              <p:spPr>
                <a:xfrm>
                  <a:off x="12041188" y="1531708"/>
                  <a:ext cx="39687" cy="6155"/>
                </a:xfrm>
                <a:custGeom>
                  <a:rect b="b" l="l" r="r" t="t"/>
                  <a:pathLst>
                    <a:path extrusionOk="0" h="6" w="41">
                      <a:moveTo>
                        <a:pt x="41" y="0"/>
                      </a:moveTo>
                      <a:lnTo>
                        <a:pt x="41" y="0"/>
                      </a:lnTo>
                      <a:lnTo>
                        <a:pt x="0" y="2"/>
                      </a:lnTo>
                      <a:cubicBezTo>
                        <a:pt x="5" y="3"/>
                        <a:pt x="6" y="6"/>
                        <a:pt x="19" y="1"/>
                      </a:cubicBezTo>
                      <a:cubicBezTo>
                        <a:pt x="15" y="3"/>
                        <a:pt x="23" y="1"/>
                        <a:pt x="4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97" name="Google Shape;897;p22"/>
                <p:cNvSpPr/>
                <p:nvPr/>
              </p:nvSpPr>
              <p:spPr>
                <a:xfrm>
                  <a:off x="11831638" y="1526784"/>
                  <a:ext cx="42862" cy="4924"/>
                </a:xfrm>
                <a:custGeom>
                  <a:rect b="b" l="l" r="r" t="t"/>
                  <a:pathLst>
                    <a:path extrusionOk="0" h="6" w="45">
                      <a:moveTo>
                        <a:pt x="2" y="0"/>
                      </a:moveTo>
                      <a:lnTo>
                        <a:pt x="2" y="0"/>
                      </a:lnTo>
                      <a:cubicBezTo>
                        <a:pt x="0" y="1"/>
                        <a:pt x="15" y="4"/>
                        <a:pt x="18" y="6"/>
                      </a:cubicBezTo>
                      <a:lnTo>
                        <a:pt x="45" y="4"/>
                      </a:lnTo>
                      <a:cubicBezTo>
                        <a:pt x="31" y="3"/>
                        <a:pt x="4" y="2"/>
                        <a:pt x="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98" name="Google Shape;898;p22"/>
                <p:cNvSpPr/>
                <p:nvPr/>
              </p:nvSpPr>
              <p:spPr>
                <a:xfrm>
                  <a:off x="11809413" y="1531708"/>
                  <a:ext cx="41275" cy="2462"/>
                </a:xfrm>
                <a:custGeom>
                  <a:rect b="b" l="l" r="r" t="t"/>
                  <a:pathLst>
                    <a:path extrusionOk="0" h="3" w="44">
                      <a:moveTo>
                        <a:pt x="42" y="0"/>
                      </a:moveTo>
                      <a:lnTo>
                        <a:pt x="42" y="0"/>
                      </a:lnTo>
                      <a:lnTo>
                        <a:pt x="0" y="3"/>
                      </a:lnTo>
                      <a:cubicBezTo>
                        <a:pt x="37" y="3"/>
                        <a:pt x="44" y="2"/>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99" name="Google Shape;899;p22"/>
                <p:cNvSpPr/>
                <p:nvPr/>
              </p:nvSpPr>
              <p:spPr>
                <a:xfrm>
                  <a:off x="12003088" y="1537863"/>
                  <a:ext cx="77787" cy="3693"/>
                </a:xfrm>
                <a:custGeom>
                  <a:rect b="b" l="l" r="r" t="t"/>
                  <a:pathLst>
                    <a:path extrusionOk="0" h="5" w="82">
                      <a:moveTo>
                        <a:pt x="14" y="5"/>
                      </a:moveTo>
                      <a:lnTo>
                        <a:pt x="14" y="5"/>
                      </a:lnTo>
                      <a:lnTo>
                        <a:pt x="82" y="0"/>
                      </a:lnTo>
                      <a:lnTo>
                        <a:pt x="0" y="5"/>
                      </a:lnTo>
                      <a:lnTo>
                        <a:pt x="14"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00" name="Google Shape;900;p22"/>
                <p:cNvSpPr/>
                <p:nvPr/>
              </p:nvSpPr>
              <p:spPr>
                <a:xfrm>
                  <a:off x="11664950" y="1523092"/>
                  <a:ext cx="39687" cy="4924"/>
                </a:xfrm>
                <a:custGeom>
                  <a:rect b="b" l="l" r="r" t="t"/>
                  <a:pathLst>
                    <a:path extrusionOk="0" h="5" w="42">
                      <a:moveTo>
                        <a:pt x="19" y="4"/>
                      </a:moveTo>
                      <a:lnTo>
                        <a:pt x="19" y="4"/>
                      </a:lnTo>
                      <a:lnTo>
                        <a:pt x="42" y="0"/>
                      </a:lnTo>
                      <a:lnTo>
                        <a:pt x="0" y="5"/>
                      </a:lnTo>
                      <a:lnTo>
                        <a:pt x="19"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01" name="Google Shape;901;p22"/>
                <p:cNvSpPr/>
                <p:nvPr/>
              </p:nvSpPr>
              <p:spPr>
                <a:xfrm>
                  <a:off x="11506200" y="1521861"/>
                  <a:ext cx="92075" cy="4924"/>
                </a:xfrm>
                <a:custGeom>
                  <a:rect b="b" l="l" r="r" t="t"/>
                  <a:pathLst>
                    <a:path extrusionOk="0" h="6" w="98">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02" name="Google Shape;902;p22"/>
                <p:cNvSpPr/>
                <p:nvPr/>
              </p:nvSpPr>
              <p:spPr>
                <a:xfrm>
                  <a:off x="11471275" y="1525554"/>
                  <a:ext cx="34925" cy="3693"/>
                </a:xfrm>
                <a:custGeom>
                  <a:rect b="b" l="l" r="r" t="t"/>
                  <a:pathLst>
                    <a:path extrusionOk="0" h="3" w="36">
                      <a:moveTo>
                        <a:pt x="0" y="3"/>
                      </a:moveTo>
                      <a:lnTo>
                        <a:pt x="0" y="3"/>
                      </a:lnTo>
                      <a:cubicBezTo>
                        <a:pt x="11" y="2"/>
                        <a:pt x="23" y="1"/>
                        <a:pt x="36" y="0"/>
                      </a:cubicBezTo>
                      <a:cubicBezTo>
                        <a:pt x="24" y="0"/>
                        <a:pt x="12"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03" name="Google Shape;903;p22"/>
                <p:cNvSpPr/>
                <p:nvPr/>
              </p:nvSpPr>
              <p:spPr>
                <a:xfrm>
                  <a:off x="11710988" y="1529246"/>
                  <a:ext cx="30162" cy="4924"/>
                </a:xfrm>
                <a:custGeom>
                  <a:rect b="b" l="l" r="r" t="t"/>
                  <a:pathLst>
                    <a:path extrusionOk="0" h="5" w="32">
                      <a:moveTo>
                        <a:pt x="32" y="5"/>
                      </a:moveTo>
                      <a:lnTo>
                        <a:pt x="32" y="5"/>
                      </a:lnTo>
                      <a:cubicBezTo>
                        <a:pt x="29" y="4"/>
                        <a:pt x="23" y="1"/>
                        <a:pt x="0" y="0"/>
                      </a:cubicBezTo>
                      <a:lnTo>
                        <a:pt x="16" y="5"/>
                      </a:lnTo>
                      <a:lnTo>
                        <a:pt x="32"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04" name="Google Shape;904;p22"/>
                <p:cNvSpPr/>
                <p:nvPr/>
              </p:nvSpPr>
              <p:spPr>
                <a:xfrm>
                  <a:off x="11691938" y="1532939"/>
                  <a:ext cx="34925" cy="1231"/>
                </a:xfrm>
                <a:custGeom>
                  <a:rect b="b" l="l" r="r" t="t"/>
                  <a:pathLst>
                    <a:path extrusionOk="0" h="1" w="36">
                      <a:moveTo>
                        <a:pt x="36" y="1"/>
                      </a:moveTo>
                      <a:lnTo>
                        <a:pt x="36" y="1"/>
                      </a:lnTo>
                      <a:lnTo>
                        <a:pt x="35" y="1"/>
                      </a:lnTo>
                      <a:lnTo>
                        <a:pt x="0" y="0"/>
                      </a:lnTo>
                      <a:lnTo>
                        <a:pt x="36"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05" name="Google Shape;905;p22"/>
                <p:cNvSpPr/>
                <p:nvPr/>
              </p:nvSpPr>
              <p:spPr>
                <a:xfrm>
                  <a:off x="11741150" y="1534170"/>
                  <a:ext cx="4762" cy="0"/>
                </a:xfrm>
                <a:custGeom>
                  <a:rect b="b" l="l" r="r" t="t"/>
                  <a:pathLst>
                    <a:path extrusionOk="0" h="120000" w="5">
                      <a:moveTo>
                        <a:pt x="5" y="0"/>
                      </a:moveTo>
                      <a:lnTo>
                        <a:pt x="5" y="0"/>
                      </a:lnTo>
                      <a:lnTo>
                        <a:pt x="0" y="0"/>
                      </a:lnTo>
                      <a:cubicBezTo>
                        <a:pt x="2" y="0"/>
                        <a:pt x="3" y="0"/>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06" name="Google Shape;906;p22"/>
                <p:cNvSpPr/>
                <p:nvPr/>
              </p:nvSpPr>
              <p:spPr>
                <a:xfrm>
                  <a:off x="11841163" y="1537863"/>
                  <a:ext cx="71437" cy="8617"/>
                </a:xfrm>
                <a:custGeom>
                  <a:rect b="b" l="l" r="r" t="t"/>
                  <a:pathLst>
                    <a:path extrusionOk="0" h="9" w="75">
                      <a:moveTo>
                        <a:pt x="75" y="0"/>
                      </a:moveTo>
                      <a:lnTo>
                        <a:pt x="75" y="0"/>
                      </a:lnTo>
                      <a:cubicBezTo>
                        <a:pt x="51" y="3"/>
                        <a:pt x="0" y="5"/>
                        <a:pt x="49" y="9"/>
                      </a:cubicBezTo>
                      <a:cubicBezTo>
                        <a:pt x="66" y="6"/>
                        <a:pt x="38" y="4"/>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07" name="Google Shape;907;p22"/>
                <p:cNvSpPr/>
                <p:nvPr/>
              </p:nvSpPr>
              <p:spPr>
                <a:xfrm>
                  <a:off x="11764963" y="1535401"/>
                  <a:ext cx="44450" cy="3693"/>
                </a:xfrm>
                <a:custGeom>
                  <a:rect b="b" l="l" r="r" t="t"/>
                  <a:pathLst>
                    <a:path extrusionOk="0" h="4" w="47">
                      <a:moveTo>
                        <a:pt x="0" y="3"/>
                      </a:moveTo>
                      <a:lnTo>
                        <a:pt x="0" y="3"/>
                      </a:lnTo>
                      <a:lnTo>
                        <a:pt x="44" y="4"/>
                      </a:lnTo>
                      <a:cubicBezTo>
                        <a:pt x="43" y="3"/>
                        <a:pt x="35" y="1"/>
                        <a:pt x="47" y="0"/>
                      </a:cubicBez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08" name="Google Shape;908;p22"/>
                <p:cNvSpPr/>
                <p:nvPr/>
              </p:nvSpPr>
              <p:spPr>
                <a:xfrm>
                  <a:off x="11744325" y="1537863"/>
                  <a:ext cx="20637" cy="2462"/>
                </a:xfrm>
                <a:custGeom>
                  <a:rect b="b" l="l" r="r" t="t"/>
                  <a:pathLst>
                    <a:path extrusionOk="0" h="2" w="22">
                      <a:moveTo>
                        <a:pt x="0" y="2"/>
                      </a:moveTo>
                      <a:lnTo>
                        <a:pt x="0" y="2"/>
                      </a:lnTo>
                      <a:lnTo>
                        <a:pt x="22" y="0"/>
                      </a:lnTo>
                      <a:lnTo>
                        <a:pt x="5" y="0"/>
                      </a:lnTo>
                      <a:lnTo>
                        <a:pt x="0"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09" name="Google Shape;909;p22"/>
                <p:cNvSpPr/>
                <p:nvPr/>
              </p:nvSpPr>
              <p:spPr>
                <a:xfrm>
                  <a:off x="11482388" y="1531708"/>
                  <a:ext cx="85725" cy="3693"/>
                </a:xfrm>
                <a:custGeom>
                  <a:rect b="b" l="l" r="r" t="t"/>
                  <a:pathLst>
                    <a:path extrusionOk="0" h="4" w="90">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10" name="Google Shape;910;p22"/>
                <p:cNvSpPr/>
                <p:nvPr/>
              </p:nvSpPr>
              <p:spPr>
                <a:xfrm>
                  <a:off x="11626850" y="1532939"/>
                  <a:ext cx="4762" cy="1231"/>
                </a:xfrm>
                <a:custGeom>
                  <a:rect b="b" l="l" r="r" t="t"/>
                  <a:pathLst>
                    <a:path extrusionOk="0" h="1" w="5">
                      <a:moveTo>
                        <a:pt x="5" y="0"/>
                      </a:moveTo>
                      <a:lnTo>
                        <a:pt x="5" y="0"/>
                      </a:lnTo>
                      <a:lnTo>
                        <a:pt x="0" y="1"/>
                      </a:lnTo>
                      <a:cubicBezTo>
                        <a:pt x="3" y="1"/>
                        <a:pt x="5" y="1"/>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11" name="Google Shape;911;p22"/>
                <p:cNvSpPr/>
                <p:nvPr/>
              </p:nvSpPr>
              <p:spPr>
                <a:xfrm>
                  <a:off x="11261725" y="1534170"/>
                  <a:ext cx="4762" cy="0"/>
                </a:xfrm>
                <a:custGeom>
                  <a:rect b="b" l="l" r="r" t="t"/>
                  <a:pathLst>
                    <a:path extrusionOk="0" h="1" w="5">
                      <a:moveTo>
                        <a:pt x="0" y="0"/>
                      </a:moveTo>
                      <a:lnTo>
                        <a:pt x="0" y="0"/>
                      </a:lnTo>
                      <a:lnTo>
                        <a:pt x="4" y="0"/>
                      </a:lnTo>
                      <a:cubicBezTo>
                        <a:pt x="4" y="0"/>
                        <a:pt x="4" y="0"/>
                        <a:pt x="5"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12" name="Google Shape;912;p22"/>
                <p:cNvSpPr/>
                <p:nvPr/>
              </p:nvSpPr>
              <p:spPr>
                <a:xfrm>
                  <a:off x="11553825" y="1534170"/>
                  <a:ext cx="44450" cy="2462"/>
                </a:xfrm>
                <a:custGeom>
                  <a:rect b="b" l="l" r="r" t="t"/>
                  <a:pathLst>
                    <a:path extrusionOk="0" h="2" w="47">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13" name="Google Shape;913;p22"/>
                <p:cNvSpPr/>
                <p:nvPr/>
              </p:nvSpPr>
              <p:spPr>
                <a:xfrm>
                  <a:off x="11409363" y="1529246"/>
                  <a:ext cx="31750" cy="2462"/>
                </a:xfrm>
                <a:custGeom>
                  <a:rect b="b" l="l" r="r" t="t"/>
                  <a:pathLst>
                    <a:path extrusionOk="0" h="3" w="33">
                      <a:moveTo>
                        <a:pt x="0" y="1"/>
                      </a:moveTo>
                      <a:lnTo>
                        <a:pt x="0" y="1"/>
                      </a:lnTo>
                      <a:cubicBezTo>
                        <a:pt x="10" y="2"/>
                        <a:pt x="21" y="3"/>
                        <a:pt x="33" y="3"/>
                      </a:cubicBezTo>
                      <a:cubicBezTo>
                        <a:pt x="23" y="2"/>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14" name="Google Shape;914;p22"/>
                <p:cNvSpPr/>
                <p:nvPr/>
              </p:nvSpPr>
              <p:spPr>
                <a:xfrm>
                  <a:off x="11618913" y="1531708"/>
                  <a:ext cx="6350" cy="0"/>
                </a:xfrm>
                <a:custGeom>
                  <a:rect b="b" l="l" r="r" t="t"/>
                  <a:pathLst>
                    <a:path extrusionOk="0" h="1" w="6">
                      <a:moveTo>
                        <a:pt x="3" y="0"/>
                      </a:moveTo>
                      <a:lnTo>
                        <a:pt x="3" y="0"/>
                      </a:lnTo>
                      <a:lnTo>
                        <a:pt x="6" y="0"/>
                      </a:lnTo>
                      <a:cubicBezTo>
                        <a:pt x="0" y="0"/>
                        <a:pt x="0" y="0"/>
                        <a:pt x="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15" name="Google Shape;915;p22"/>
                <p:cNvSpPr/>
                <p:nvPr/>
              </p:nvSpPr>
              <p:spPr>
                <a:xfrm>
                  <a:off x="11598275" y="1531708"/>
                  <a:ext cx="28575" cy="2462"/>
                </a:xfrm>
                <a:custGeom>
                  <a:rect b="b" l="l" r="r" t="t"/>
                  <a:pathLst>
                    <a:path extrusionOk="0" h="3" w="31">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16" name="Google Shape;916;p22"/>
                <p:cNvSpPr/>
                <p:nvPr/>
              </p:nvSpPr>
              <p:spPr>
                <a:xfrm>
                  <a:off x="11137900" y="1534170"/>
                  <a:ext cx="188912" cy="23388"/>
                </a:xfrm>
                <a:custGeom>
                  <a:rect b="b" l="l" r="r" t="t"/>
                  <a:pathLst>
                    <a:path extrusionOk="0" h="27" w="198">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17" name="Google Shape;917;p22"/>
                <p:cNvSpPr/>
                <p:nvPr/>
              </p:nvSpPr>
              <p:spPr>
                <a:xfrm>
                  <a:off x="11266488" y="1529246"/>
                  <a:ext cx="95250" cy="4924"/>
                </a:xfrm>
                <a:custGeom>
                  <a:rect b="b" l="l" r="r" t="t"/>
                  <a:pathLst>
                    <a:path extrusionOk="0" h="6" w="10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18" name="Google Shape;918;p22"/>
                <p:cNvSpPr/>
                <p:nvPr/>
              </p:nvSpPr>
              <p:spPr>
                <a:xfrm>
                  <a:off x="11361738" y="1531708"/>
                  <a:ext cx="134937" cy="12309"/>
                </a:xfrm>
                <a:custGeom>
                  <a:rect b="b" l="l" r="r" t="t"/>
                  <a:pathLst>
                    <a:path extrusionOk="0" h="14" w="142">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19" name="Google Shape;919;p22"/>
                <p:cNvSpPr/>
                <p:nvPr/>
              </p:nvSpPr>
              <p:spPr>
                <a:xfrm>
                  <a:off x="11834813" y="1552634"/>
                  <a:ext cx="9525" cy="1231"/>
                </a:xfrm>
                <a:custGeom>
                  <a:rect b="b" l="l" r="r" t="t"/>
                  <a:pathLst>
                    <a:path extrusionOk="0" h="1" w="11">
                      <a:moveTo>
                        <a:pt x="11" y="1"/>
                      </a:moveTo>
                      <a:lnTo>
                        <a:pt x="11" y="1"/>
                      </a:lnTo>
                      <a:cubicBezTo>
                        <a:pt x="8" y="1"/>
                        <a:pt x="8" y="1"/>
                        <a:pt x="8" y="0"/>
                      </a:cubicBezTo>
                      <a:cubicBezTo>
                        <a:pt x="2" y="1"/>
                        <a:pt x="0" y="1"/>
                        <a:pt x="11"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20" name="Google Shape;920;p22"/>
                <p:cNvSpPr/>
                <p:nvPr/>
              </p:nvSpPr>
              <p:spPr>
                <a:xfrm>
                  <a:off x="11764963" y="1542787"/>
                  <a:ext cx="117475" cy="9847"/>
                </a:xfrm>
                <a:custGeom>
                  <a:rect b="b" l="l" r="r" t="t"/>
                  <a:pathLst>
                    <a:path extrusionOk="0" h="12" w="12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21" name="Google Shape;921;p22"/>
                <p:cNvSpPr/>
                <p:nvPr/>
              </p:nvSpPr>
              <p:spPr>
                <a:xfrm>
                  <a:off x="11555413" y="1544017"/>
                  <a:ext cx="69850" cy="4924"/>
                </a:xfrm>
                <a:custGeom>
                  <a:rect b="b" l="l" r="r" t="t"/>
                  <a:pathLst>
                    <a:path extrusionOk="0" h="6" w="74">
                      <a:moveTo>
                        <a:pt x="70" y="0"/>
                      </a:moveTo>
                      <a:lnTo>
                        <a:pt x="70" y="0"/>
                      </a:lnTo>
                      <a:lnTo>
                        <a:pt x="0" y="2"/>
                      </a:lnTo>
                      <a:lnTo>
                        <a:pt x="36" y="6"/>
                      </a:lnTo>
                      <a:lnTo>
                        <a:pt x="34" y="4"/>
                      </a:lnTo>
                      <a:cubicBezTo>
                        <a:pt x="74" y="4"/>
                        <a:pt x="65" y="2"/>
                        <a:pt x="7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22" name="Google Shape;922;p22"/>
                <p:cNvSpPr/>
                <p:nvPr/>
              </p:nvSpPr>
              <p:spPr>
                <a:xfrm>
                  <a:off x="11223625" y="1528016"/>
                  <a:ext cx="38100" cy="6155"/>
                </a:xfrm>
                <a:custGeom>
                  <a:rect b="b" l="l" r="r" t="t"/>
                  <a:pathLst>
                    <a:path extrusionOk="0" h="7" w="40">
                      <a:moveTo>
                        <a:pt x="31" y="5"/>
                      </a:moveTo>
                      <a:lnTo>
                        <a:pt x="31" y="5"/>
                      </a:lnTo>
                      <a:lnTo>
                        <a:pt x="40" y="0"/>
                      </a:lnTo>
                      <a:lnTo>
                        <a:pt x="0" y="7"/>
                      </a:lnTo>
                      <a:lnTo>
                        <a:pt x="31"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23" name="Google Shape;923;p22"/>
                <p:cNvSpPr/>
                <p:nvPr/>
              </p:nvSpPr>
              <p:spPr>
                <a:xfrm>
                  <a:off x="11145838" y="1529246"/>
                  <a:ext cx="22225" cy="2462"/>
                </a:xfrm>
                <a:custGeom>
                  <a:rect b="b" l="l" r="r" t="t"/>
                  <a:pathLst>
                    <a:path extrusionOk="0" h="4" w="24">
                      <a:moveTo>
                        <a:pt x="21" y="4"/>
                      </a:moveTo>
                      <a:lnTo>
                        <a:pt x="21" y="4"/>
                      </a:lnTo>
                      <a:lnTo>
                        <a:pt x="24" y="0"/>
                      </a:lnTo>
                      <a:lnTo>
                        <a:pt x="0" y="3"/>
                      </a:lnTo>
                      <a:lnTo>
                        <a:pt x="2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24" name="Google Shape;924;p22"/>
                <p:cNvSpPr/>
                <p:nvPr/>
              </p:nvSpPr>
              <p:spPr>
                <a:xfrm>
                  <a:off x="6197600" y="1566174"/>
                  <a:ext cx="20637" cy="1231"/>
                </a:xfrm>
                <a:custGeom>
                  <a:rect b="b" l="l" r="r" t="t"/>
                  <a:pathLst>
                    <a:path extrusionOk="0" h="1" w="21">
                      <a:moveTo>
                        <a:pt x="21" y="0"/>
                      </a:moveTo>
                      <a:lnTo>
                        <a:pt x="21" y="0"/>
                      </a:lnTo>
                      <a:lnTo>
                        <a:pt x="0" y="1"/>
                      </a:lnTo>
                      <a:cubicBezTo>
                        <a:pt x="10" y="0"/>
                        <a:pt x="16" y="0"/>
                        <a:pt x="2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25" name="Google Shape;925;p22"/>
                <p:cNvSpPr/>
                <p:nvPr/>
              </p:nvSpPr>
              <p:spPr>
                <a:xfrm>
                  <a:off x="6356350" y="1564943"/>
                  <a:ext cx="9525" cy="1231"/>
                </a:xfrm>
                <a:custGeom>
                  <a:rect b="b" l="l" r="r" t="t"/>
                  <a:pathLst>
                    <a:path extrusionOk="0" h="2" w="10">
                      <a:moveTo>
                        <a:pt x="6" y="2"/>
                      </a:moveTo>
                      <a:lnTo>
                        <a:pt x="6" y="2"/>
                      </a:lnTo>
                      <a:lnTo>
                        <a:pt x="10" y="0"/>
                      </a:lnTo>
                      <a:cubicBezTo>
                        <a:pt x="3"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26" name="Google Shape;926;p22"/>
                <p:cNvSpPr/>
                <p:nvPr/>
              </p:nvSpPr>
              <p:spPr>
                <a:xfrm>
                  <a:off x="8950325" y="1521861"/>
                  <a:ext cx="61912" cy="7386"/>
                </a:xfrm>
                <a:custGeom>
                  <a:rect b="b" l="l" r="r" t="t"/>
                  <a:pathLst>
                    <a:path extrusionOk="0" h="9" w="65">
                      <a:moveTo>
                        <a:pt x="65" y="9"/>
                      </a:moveTo>
                      <a:lnTo>
                        <a:pt x="65" y="9"/>
                      </a:lnTo>
                      <a:cubicBezTo>
                        <a:pt x="34" y="5"/>
                        <a:pt x="0" y="0"/>
                        <a:pt x="4" y="4"/>
                      </a:cubicBezTo>
                      <a:lnTo>
                        <a:pt x="13" y="8"/>
                      </a:lnTo>
                      <a:cubicBezTo>
                        <a:pt x="35" y="7"/>
                        <a:pt x="51" y="8"/>
                        <a:pt x="65"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27" name="Google Shape;927;p22"/>
                <p:cNvSpPr/>
                <p:nvPr/>
              </p:nvSpPr>
              <p:spPr>
                <a:xfrm>
                  <a:off x="7537450" y="1546479"/>
                  <a:ext cx="28575" cy="3693"/>
                </a:xfrm>
                <a:custGeom>
                  <a:rect b="b" l="l" r="r" t="t"/>
                  <a:pathLst>
                    <a:path extrusionOk="0" h="4" w="29">
                      <a:moveTo>
                        <a:pt x="0" y="3"/>
                      </a:moveTo>
                      <a:lnTo>
                        <a:pt x="0" y="3"/>
                      </a:lnTo>
                      <a:lnTo>
                        <a:pt x="9" y="4"/>
                      </a:lnTo>
                      <a:lnTo>
                        <a:pt x="29" y="0"/>
                      </a:ln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28" name="Google Shape;928;p22"/>
                <p:cNvSpPr/>
                <p:nvPr/>
              </p:nvSpPr>
              <p:spPr>
                <a:xfrm>
                  <a:off x="7478713" y="1562481"/>
                  <a:ext cx="38100" cy="2462"/>
                </a:xfrm>
                <a:custGeom>
                  <a:rect b="b" l="l" r="r" t="t"/>
                  <a:pathLst>
                    <a:path extrusionOk="0" h="3" w="40">
                      <a:moveTo>
                        <a:pt x="40" y="3"/>
                      </a:moveTo>
                      <a:lnTo>
                        <a:pt x="40" y="3"/>
                      </a:lnTo>
                      <a:lnTo>
                        <a:pt x="0" y="0"/>
                      </a:lnTo>
                      <a:cubicBezTo>
                        <a:pt x="9" y="1"/>
                        <a:pt x="22" y="2"/>
                        <a:pt x="4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29" name="Google Shape;929;p22"/>
                <p:cNvSpPr/>
                <p:nvPr/>
              </p:nvSpPr>
              <p:spPr>
                <a:xfrm>
                  <a:off x="5410200" y="1568636"/>
                  <a:ext cx="36512" cy="3693"/>
                </a:xfrm>
                <a:custGeom>
                  <a:rect b="b" l="l" r="r" t="t"/>
                  <a:pathLst>
                    <a:path extrusionOk="0" h="5" w="38">
                      <a:moveTo>
                        <a:pt x="24" y="0"/>
                      </a:moveTo>
                      <a:lnTo>
                        <a:pt x="24" y="0"/>
                      </a:lnTo>
                      <a:lnTo>
                        <a:pt x="0" y="5"/>
                      </a:lnTo>
                      <a:cubicBezTo>
                        <a:pt x="38" y="5"/>
                        <a:pt x="21" y="3"/>
                        <a:pt x="2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30" name="Google Shape;930;p22"/>
                <p:cNvSpPr/>
                <p:nvPr/>
              </p:nvSpPr>
              <p:spPr>
                <a:xfrm>
                  <a:off x="10206038" y="1530477"/>
                  <a:ext cx="61912" cy="4924"/>
                </a:xfrm>
                <a:custGeom>
                  <a:rect b="b" l="l" r="r" t="t"/>
                  <a:pathLst>
                    <a:path extrusionOk="0" h="6" w="65">
                      <a:moveTo>
                        <a:pt x="65" y="3"/>
                      </a:moveTo>
                      <a:lnTo>
                        <a:pt x="65" y="3"/>
                      </a:lnTo>
                      <a:cubicBezTo>
                        <a:pt x="39" y="1"/>
                        <a:pt x="18" y="0"/>
                        <a:pt x="0" y="0"/>
                      </a:cubicBezTo>
                      <a:cubicBezTo>
                        <a:pt x="32" y="2"/>
                        <a:pt x="57" y="6"/>
                        <a:pt x="65"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31" name="Google Shape;931;p22"/>
                <p:cNvSpPr/>
                <p:nvPr/>
              </p:nvSpPr>
              <p:spPr>
                <a:xfrm>
                  <a:off x="6257925" y="1525554"/>
                  <a:ext cx="19050" cy="2462"/>
                </a:xfrm>
                <a:custGeom>
                  <a:rect b="b" l="l" r="r" t="t"/>
                  <a:pathLst>
                    <a:path extrusionOk="0" h="2" w="21">
                      <a:moveTo>
                        <a:pt x="18" y="0"/>
                      </a:moveTo>
                      <a:lnTo>
                        <a:pt x="18" y="0"/>
                      </a:lnTo>
                      <a:cubicBezTo>
                        <a:pt x="5" y="1"/>
                        <a:pt x="0" y="2"/>
                        <a:pt x="0" y="2"/>
                      </a:cubicBezTo>
                      <a:cubicBezTo>
                        <a:pt x="13" y="2"/>
                        <a:pt x="21" y="1"/>
                        <a:pt x="1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32" name="Google Shape;932;p22"/>
                <p:cNvSpPr/>
                <p:nvPr/>
              </p:nvSpPr>
              <p:spPr>
                <a:xfrm>
                  <a:off x="10134600" y="1528016"/>
                  <a:ext cx="71437" cy="3693"/>
                </a:xfrm>
                <a:custGeom>
                  <a:rect b="b" l="l" r="r" t="t"/>
                  <a:pathLst>
                    <a:path extrusionOk="0" h="4" w="75">
                      <a:moveTo>
                        <a:pt x="0" y="3"/>
                      </a:moveTo>
                      <a:lnTo>
                        <a:pt x="0" y="3"/>
                      </a:lnTo>
                      <a:lnTo>
                        <a:pt x="13" y="4"/>
                      </a:lnTo>
                      <a:cubicBezTo>
                        <a:pt x="32" y="3"/>
                        <a:pt x="52" y="2"/>
                        <a:pt x="75" y="3"/>
                      </a:cubicBezTo>
                      <a:cubicBezTo>
                        <a:pt x="52" y="1"/>
                        <a:pt x="25" y="0"/>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33" name="Google Shape;933;p22"/>
                <p:cNvSpPr/>
                <p:nvPr/>
              </p:nvSpPr>
              <p:spPr>
                <a:xfrm>
                  <a:off x="2582863" y="1560020"/>
                  <a:ext cx="7937" cy="1231"/>
                </a:xfrm>
                <a:custGeom>
                  <a:rect b="b" l="l" r="r" t="t"/>
                  <a:pathLst>
                    <a:path extrusionOk="0" h="1" w="8">
                      <a:moveTo>
                        <a:pt x="8" y="1"/>
                      </a:moveTo>
                      <a:lnTo>
                        <a:pt x="8" y="1"/>
                      </a:lnTo>
                      <a:lnTo>
                        <a:pt x="1" y="0"/>
                      </a:lnTo>
                      <a:cubicBezTo>
                        <a:pt x="0" y="1"/>
                        <a:pt x="3" y="1"/>
                        <a:pt x="8"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34" name="Google Shape;934;p22"/>
                <p:cNvSpPr/>
                <p:nvPr/>
              </p:nvSpPr>
              <p:spPr>
                <a:xfrm>
                  <a:off x="1762125" y="1521861"/>
                  <a:ext cx="34925" cy="1231"/>
                </a:xfrm>
                <a:custGeom>
                  <a:rect b="b" l="l" r="r" t="t"/>
                  <a:pathLst>
                    <a:path extrusionOk="0" h="1" w="36">
                      <a:moveTo>
                        <a:pt x="0" y="1"/>
                      </a:moveTo>
                      <a:lnTo>
                        <a:pt x="0" y="1"/>
                      </a:lnTo>
                      <a:cubicBezTo>
                        <a:pt x="9" y="1"/>
                        <a:pt x="23" y="1"/>
                        <a:pt x="36" y="1"/>
                      </a:cubicBezTo>
                      <a:cubicBezTo>
                        <a:pt x="29" y="0"/>
                        <a:pt x="19"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35" name="Google Shape;935;p22"/>
                <p:cNvSpPr/>
                <p:nvPr/>
              </p:nvSpPr>
              <p:spPr>
                <a:xfrm>
                  <a:off x="10812463" y="1529246"/>
                  <a:ext cx="19050" cy="1231"/>
                </a:xfrm>
                <a:custGeom>
                  <a:rect b="b" l="l" r="r" t="t"/>
                  <a:pathLst>
                    <a:path extrusionOk="0" h="1" w="20">
                      <a:moveTo>
                        <a:pt x="0" y="1"/>
                      </a:moveTo>
                      <a:lnTo>
                        <a:pt x="0" y="1"/>
                      </a:lnTo>
                      <a:cubicBezTo>
                        <a:pt x="20" y="1"/>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36" name="Google Shape;936;p22"/>
                <p:cNvSpPr/>
                <p:nvPr/>
              </p:nvSpPr>
              <p:spPr>
                <a:xfrm>
                  <a:off x="10896600" y="1545248"/>
                  <a:ext cx="7937" cy="2462"/>
                </a:xfrm>
                <a:custGeom>
                  <a:rect b="b" l="l" r="r" t="t"/>
                  <a:pathLst>
                    <a:path extrusionOk="0" h="3" w="8">
                      <a:moveTo>
                        <a:pt x="8" y="0"/>
                      </a:moveTo>
                      <a:lnTo>
                        <a:pt x="8" y="0"/>
                      </a:lnTo>
                      <a:cubicBezTo>
                        <a:pt x="4" y="1"/>
                        <a:pt x="1" y="2"/>
                        <a:pt x="0" y="3"/>
                      </a:cubicBezTo>
                      <a:cubicBezTo>
                        <a:pt x="2" y="2"/>
                        <a:pt x="4" y="1"/>
                        <a:pt x="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37" name="Google Shape;937;p22"/>
                <p:cNvSpPr/>
                <p:nvPr/>
              </p:nvSpPr>
              <p:spPr>
                <a:xfrm>
                  <a:off x="9947275" y="1553865"/>
                  <a:ext cx="4762" cy="1231"/>
                </a:xfrm>
                <a:custGeom>
                  <a:rect b="b" l="l" r="r" t="t"/>
                  <a:pathLst>
                    <a:path extrusionOk="0" h="1" w="5">
                      <a:moveTo>
                        <a:pt x="1" y="0"/>
                      </a:moveTo>
                      <a:lnTo>
                        <a:pt x="1" y="0"/>
                      </a:lnTo>
                      <a:lnTo>
                        <a:pt x="0" y="0"/>
                      </a:lnTo>
                      <a:cubicBezTo>
                        <a:pt x="5" y="1"/>
                        <a:pt x="4" y="0"/>
                        <a:pt x="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38" name="Google Shape;938;p22"/>
                <p:cNvSpPr/>
                <p:nvPr/>
              </p:nvSpPr>
              <p:spPr>
                <a:xfrm>
                  <a:off x="10817225" y="1531708"/>
                  <a:ext cx="23812" cy="0"/>
                </a:xfrm>
                <a:custGeom>
                  <a:rect b="b" l="l" r="r" t="t"/>
                  <a:pathLst>
                    <a:path extrusionOk="0" h="1" w="25">
                      <a:moveTo>
                        <a:pt x="25" y="0"/>
                      </a:moveTo>
                      <a:lnTo>
                        <a:pt x="25" y="0"/>
                      </a:lnTo>
                      <a:cubicBezTo>
                        <a:pt x="18" y="0"/>
                        <a:pt x="10" y="0"/>
                        <a:pt x="0" y="0"/>
                      </a:cubicBezTo>
                      <a:cubicBezTo>
                        <a:pt x="5" y="0"/>
                        <a:pt x="12" y="0"/>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39" name="Google Shape;939;p22"/>
                <p:cNvSpPr/>
                <p:nvPr/>
              </p:nvSpPr>
              <p:spPr>
                <a:xfrm>
                  <a:off x="10836275" y="1529246"/>
                  <a:ext cx="19050" cy="1231"/>
                </a:xfrm>
                <a:custGeom>
                  <a:rect b="b" l="l" r="r" t="t"/>
                  <a:pathLst>
                    <a:path extrusionOk="0" h="1" w="20">
                      <a:moveTo>
                        <a:pt x="0" y="1"/>
                      </a:moveTo>
                      <a:lnTo>
                        <a:pt x="0" y="1"/>
                      </a:lnTo>
                      <a:lnTo>
                        <a:pt x="18" y="1"/>
                      </a:lnTo>
                      <a:cubicBezTo>
                        <a:pt x="20" y="1"/>
                        <a:pt x="18"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40" name="Google Shape;940;p22"/>
                <p:cNvSpPr/>
                <p:nvPr/>
              </p:nvSpPr>
              <p:spPr>
                <a:xfrm>
                  <a:off x="10787063" y="1530477"/>
                  <a:ext cx="30162" cy="1231"/>
                </a:xfrm>
                <a:custGeom>
                  <a:rect b="b" l="l" r="r" t="t"/>
                  <a:pathLst>
                    <a:path extrusionOk="0" h="1" w="31">
                      <a:moveTo>
                        <a:pt x="0" y="0"/>
                      </a:moveTo>
                      <a:lnTo>
                        <a:pt x="0" y="0"/>
                      </a:lnTo>
                      <a:cubicBezTo>
                        <a:pt x="11" y="0"/>
                        <a:pt x="21" y="0"/>
                        <a:pt x="31" y="1"/>
                      </a:cubicBezTo>
                      <a:cubicBezTo>
                        <a:pt x="28" y="0"/>
                        <a:pt x="26" y="0"/>
                        <a:pt x="27"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41" name="Google Shape;941;p22"/>
                <p:cNvSpPr/>
                <p:nvPr/>
              </p:nvSpPr>
              <p:spPr>
                <a:xfrm>
                  <a:off x="4092575" y="1552634"/>
                  <a:ext cx="20637" cy="2462"/>
                </a:xfrm>
                <a:custGeom>
                  <a:rect b="b" l="l" r="r" t="t"/>
                  <a:pathLst>
                    <a:path extrusionOk="0" h="2" w="23">
                      <a:moveTo>
                        <a:pt x="23" y="0"/>
                      </a:moveTo>
                      <a:lnTo>
                        <a:pt x="23" y="0"/>
                      </a:lnTo>
                      <a:lnTo>
                        <a:pt x="19" y="0"/>
                      </a:lnTo>
                      <a:cubicBezTo>
                        <a:pt x="0" y="2"/>
                        <a:pt x="8" y="1"/>
                        <a:pt x="2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42" name="Google Shape;942;p22"/>
                <p:cNvSpPr/>
                <p:nvPr/>
              </p:nvSpPr>
              <p:spPr>
                <a:xfrm>
                  <a:off x="8528050" y="1567405"/>
                  <a:ext cx="3175" cy="1231"/>
                </a:xfrm>
                <a:custGeom>
                  <a:rect b="b" l="l" r="r" t="t"/>
                  <a:pathLst>
                    <a:path extrusionOk="0" h="1" w="3">
                      <a:moveTo>
                        <a:pt x="1" y="1"/>
                      </a:moveTo>
                      <a:lnTo>
                        <a:pt x="1" y="1"/>
                      </a:lnTo>
                      <a:lnTo>
                        <a:pt x="3" y="0"/>
                      </a:lnTo>
                      <a:lnTo>
                        <a:pt x="0" y="0"/>
                      </a:lnTo>
                      <a:lnTo>
                        <a:pt x="1"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43" name="Google Shape;943;p22"/>
                <p:cNvSpPr/>
                <p:nvPr/>
              </p:nvSpPr>
              <p:spPr>
                <a:xfrm>
                  <a:off x="8461375" y="1556326"/>
                  <a:ext cx="66675" cy="14771"/>
                </a:xfrm>
                <a:custGeom>
                  <a:rect b="b" l="l" r="r" t="t"/>
                  <a:pathLst>
                    <a:path extrusionOk="0" h="17" w="69">
                      <a:moveTo>
                        <a:pt x="0" y="17"/>
                      </a:moveTo>
                      <a:lnTo>
                        <a:pt x="0" y="17"/>
                      </a:lnTo>
                      <a:cubicBezTo>
                        <a:pt x="30" y="11"/>
                        <a:pt x="47" y="12"/>
                        <a:pt x="69" y="13"/>
                      </a:cubicBezTo>
                      <a:lnTo>
                        <a:pt x="46" y="0"/>
                      </a:lnTo>
                      <a:lnTo>
                        <a:pt x="0" y="17"/>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44" name="Google Shape;944;p22"/>
                <p:cNvSpPr/>
                <p:nvPr/>
              </p:nvSpPr>
              <p:spPr>
                <a:xfrm>
                  <a:off x="1562100" y="1514475"/>
                  <a:ext cx="9563100" cy="64008"/>
                </a:xfrm>
                <a:custGeom>
                  <a:rect b="b" l="l" r="r" t="t"/>
                  <a:pathLst>
                    <a:path extrusionOk="0" h="75" w="1003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45" name="Google Shape;945;p22"/>
                <p:cNvSpPr/>
                <p:nvPr/>
              </p:nvSpPr>
              <p:spPr>
                <a:xfrm>
                  <a:off x="7508875" y="1560020"/>
                  <a:ext cx="11112" cy="3693"/>
                </a:xfrm>
                <a:custGeom>
                  <a:rect b="b" l="l" r="r" t="t"/>
                  <a:pathLst>
                    <a:path extrusionOk="0" h="3" w="12">
                      <a:moveTo>
                        <a:pt x="12" y="3"/>
                      </a:moveTo>
                      <a:lnTo>
                        <a:pt x="12" y="3"/>
                      </a:lnTo>
                      <a:cubicBezTo>
                        <a:pt x="8" y="2"/>
                        <a:pt x="7" y="1"/>
                        <a:pt x="6" y="0"/>
                      </a:cubicBezTo>
                      <a:cubicBezTo>
                        <a:pt x="1" y="1"/>
                        <a:pt x="0" y="2"/>
                        <a:pt x="12"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46" name="Google Shape;946;p22"/>
                <p:cNvSpPr/>
                <p:nvPr/>
              </p:nvSpPr>
              <p:spPr>
                <a:xfrm>
                  <a:off x="5434013" y="1567405"/>
                  <a:ext cx="4762" cy="1231"/>
                </a:xfrm>
                <a:custGeom>
                  <a:rect b="b" l="l" r="r" t="t"/>
                  <a:pathLst>
                    <a:path extrusionOk="0" h="1" w="5">
                      <a:moveTo>
                        <a:pt x="5" y="1"/>
                      </a:moveTo>
                      <a:lnTo>
                        <a:pt x="5" y="1"/>
                      </a:lnTo>
                      <a:lnTo>
                        <a:pt x="3" y="0"/>
                      </a:lnTo>
                      <a:cubicBezTo>
                        <a:pt x="1" y="1"/>
                        <a:pt x="1" y="1"/>
                        <a:pt x="0" y="1"/>
                      </a:cubicBezTo>
                      <a:lnTo>
                        <a:pt x="5"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47" name="Google Shape;947;p22"/>
                <p:cNvSpPr/>
                <p:nvPr/>
              </p:nvSpPr>
              <p:spPr>
                <a:xfrm>
                  <a:off x="9672638" y="1567405"/>
                  <a:ext cx="25400" cy="2462"/>
                </a:xfrm>
                <a:custGeom>
                  <a:rect b="b" l="l" r="r" t="t"/>
                  <a:pathLst>
                    <a:path extrusionOk="0" h="3" w="27">
                      <a:moveTo>
                        <a:pt x="27" y="3"/>
                      </a:moveTo>
                      <a:lnTo>
                        <a:pt x="27" y="3"/>
                      </a:lnTo>
                      <a:cubicBezTo>
                        <a:pt x="13" y="2"/>
                        <a:pt x="6" y="1"/>
                        <a:pt x="1" y="0"/>
                      </a:cubicBezTo>
                      <a:cubicBezTo>
                        <a:pt x="0" y="1"/>
                        <a:pt x="6"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48" name="Google Shape;948;p22"/>
                <p:cNvSpPr/>
                <p:nvPr/>
              </p:nvSpPr>
              <p:spPr>
                <a:xfrm>
                  <a:off x="10966450" y="1529246"/>
                  <a:ext cx="39687" cy="2462"/>
                </a:xfrm>
                <a:custGeom>
                  <a:rect b="b" l="l" r="r" t="t"/>
                  <a:pathLst>
                    <a:path extrusionOk="0" h="3" w="42">
                      <a:moveTo>
                        <a:pt x="42" y="0"/>
                      </a:moveTo>
                      <a:lnTo>
                        <a:pt x="42" y="0"/>
                      </a:lnTo>
                      <a:lnTo>
                        <a:pt x="0" y="1"/>
                      </a:lnTo>
                      <a:cubicBezTo>
                        <a:pt x="20" y="1"/>
                        <a:pt x="27" y="2"/>
                        <a:pt x="38" y="3"/>
                      </a:cubicBezTo>
                      <a:cubicBezTo>
                        <a:pt x="37" y="2"/>
                        <a:pt x="29" y="0"/>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49" name="Google Shape;949;p22"/>
                <p:cNvSpPr/>
                <p:nvPr/>
              </p:nvSpPr>
              <p:spPr>
                <a:xfrm>
                  <a:off x="11329988" y="1552634"/>
                  <a:ext cx="44450" cy="2462"/>
                </a:xfrm>
                <a:custGeom>
                  <a:rect b="b" l="l" r="r" t="t"/>
                  <a:pathLst>
                    <a:path extrusionOk="0" h="3" w="46">
                      <a:moveTo>
                        <a:pt x="27" y="3"/>
                      </a:moveTo>
                      <a:lnTo>
                        <a:pt x="27" y="3"/>
                      </a:lnTo>
                      <a:cubicBezTo>
                        <a:pt x="33" y="2"/>
                        <a:pt x="40" y="3"/>
                        <a:pt x="46" y="2"/>
                      </a:cubicBezTo>
                      <a:lnTo>
                        <a:pt x="44" y="0"/>
                      </a:lnTo>
                      <a:cubicBezTo>
                        <a:pt x="18" y="0"/>
                        <a:pt x="0"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50" name="Google Shape;950;p22"/>
                <p:cNvSpPr/>
                <p:nvPr/>
              </p:nvSpPr>
              <p:spPr>
                <a:xfrm>
                  <a:off x="11042650" y="1540325"/>
                  <a:ext cx="60325" cy="6155"/>
                </a:xfrm>
                <a:custGeom>
                  <a:rect b="b" l="l" r="r" t="t"/>
                  <a:pathLst>
                    <a:path extrusionOk="0" h="7" w="63">
                      <a:moveTo>
                        <a:pt x="0" y="3"/>
                      </a:moveTo>
                      <a:lnTo>
                        <a:pt x="0" y="3"/>
                      </a:lnTo>
                      <a:cubicBezTo>
                        <a:pt x="3" y="7"/>
                        <a:pt x="30" y="6"/>
                        <a:pt x="60" y="5"/>
                      </a:cubicBezTo>
                      <a:lnTo>
                        <a:pt x="54" y="5"/>
                      </a:lnTo>
                      <a:cubicBezTo>
                        <a:pt x="63" y="0"/>
                        <a:pt x="31"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51" name="Google Shape;951;p22"/>
                <p:cNvSpPr/>
                <p:nvPr/>
              </p:nvSpPr>
              <p:spPr>
                <a:xfrm>
                  <a:off x="11106150" y="1542787"/>
                  <a:ext cx="28575" cy="1231"/>
                </a:xfrm>
                <a:custGeom>
                  <a:rect b="b" l="l" r="r" t="t"/>
                  <a:pathLst>
                    <a:path extrusionOk="0" h="2" w="31">
                      <a:moveTo>
                        <a:pt x="0" y="2"/>
                      </a:moveTo>
                      <a:lnTo>
                        <a:pt x="0" y="2"/>
                      </a:lnTo>
                      <a:cubicBezTo>
                        <a:pt x="10" y="2"/>
                        <a:pt x="19" y="2"/>
                        <a:pt x="28" y="2"/>
                      </a:cubicBezTo>
                      <a:cubicBezTo>
                        <a:pt x="31" y="0"/>
                        <a:pt x="17" y="2"/>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52" name="Google Shape;952;p22"/>
                <p:cNvSpPr/>
                <p:nvPr/>
              </p:nvSpPr>
              <p:spPr>
                <a:xfrm>
                  <a:off x="10679113" y="1525554"/>
                  <a:ext cx="103187" cy="9847"/>
                </a:xfrm>
                <a:custGeom>
                  <a:rect b="b" l="l" r="r" t="t"/>
                  <a:pathLst>
                    <a:path extrusionOk="0" h="12" w="109">
                      <a:moveTo>
                        <a:pt x="77" y="9"/>
                      </a:moveTo>
                      <a:lnTo>
                        <a:pt x="77" y="9"/>
                      </a:lnTo>
                      <a:cubicBezTo>
                        <a:pt x="91" y="10"/>
                        <a:pt x="86" y="4"/>
                        <a:pt x="94" y="6"/>
                      </a:cubicBezTo>
                      <a:cubicBezTo>
                        <a:pt x="109" y="0"/>
                        <a:pt x="0" y="12"/>
                        <a:pt x="77"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53" name="Google Shape;953;p22"/>
                <p:cNvSpPr/>
                <p:nvPr/>
              </p:nvSpPr>
              <p:spPr>
                <a:xfrm>
                  <a:off x="11039475" y="1550172"/>
                  <a:ext cx="26987" cy="4924"/>
                </a:xfrm>
                <a:custGeom>
                  <a:rect b="b" l="l" r="r" t="t"/>
                  <a:pathLst>
                    <a:path extrusionOk="0" h="5" w="27">
                      <a:moveTo>
                        <a:pt x="27" y="5"/>
                      </a:moveTo>
                      <a:lnTo>
                        <a:pt x="27" y="5"/>
                      </a:lnTo>
                      <a:lnTo>
                        <a:pt x="16" y="0"/>
                      </a:lnTo>
                      <a:lnTo>
                        <a:pt x="0" y="4"/>
                      </a:lnTo>
                      <a:lnTo>
                        <a:pt x="27"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54" name="Google Shape;954;p22"/>
                <p:cNvSpPr/>
                <p:nvPr/>
              </p:nvSpPr>
              <p:spPr>
                <a:xfrm>
                  <a:off x="10841038" y="1548941"/>
                  <a:ext cx="58737" cy="2462"/>
                </a:xfrm>
                <a:custGeom>
                  <a:rect b="b" l="l" r="r" t="t"/>
                  <a:pathLst>
                    <a:path extrusionOk="0" h="3" w="61">
                      <a:moveTo>
                        <a:pt x="1" y="2"/>
                      </a:moveTo>
                      <a:lnTo>
                        <a:pt x="1" y="2"/>
                      </a:lnTo>
                      <a:lnTo>
                        <a:pt x="49" y="3"/>
                      </a:lnTo>
                      <a:cubicBezTo>
                        <a:pt x="48" y="2"/>
                        <a:pt x="54" y="2"/>
                        <a:pt x="61" y="2"/>
                      </a:cubicBezTo>
                      <a:cubicBezTo>
                        <a:pt x="32" y="1"/>
                        <a:pt x="0" y="0"/>
                        <a:pt x="1"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55" name="Google Shape;955;p22"/>
                <p:cNvSpPr/>
                <p:nvPr/>
              </p:nvSpPr>
              <p:spPr>
                <a:xfrm>
                  <a:off x="10899775" y="1550172"/>
                  <a:ext cx="36512" cy="1231"/>
                </a:xfrm>
                <a:custGeom>
                  <a:rect b="b" l="l" r="r" t="t"/>
                  <a:pathLst>
                    <a:path extrusionOk="0" h="1" w="38">
                      <a:moveTo>
                        <a:pt x="0" y="1"/>
                      </a:moveTo>
                      <a:lnTo>
                        <a:pt x="0" y="1"/>
                      </a:lnTo>
                      <a:cubicBezTo>
                        <a:pt x="15" y="1"/>
                        <a:pt x="30" y="1"/>
                        <a:pt x="38" y="0"/>
                      </a:cubicBezTo>
                      <a:cubicBezTo>
                        <a:pt x="30" y="0"/>
                        <a:pt x="12"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56" name="Google Shape;956;p22"/>
                <p:cNvSpPr/>
                <p:nvPr/>
              </p:nvSpPr>
              <p:spPr>
                <a:xfrm>
                  <a:off x="10958513" y="1555096"/>
                  <a:ext cx="46037" cy="0"/>
                </a:xfrm>
                <a:custGeom>
                  <a:rect b="b" l="l" r="r" t="t"/>
                  <a:pathLst>
                    <a:path extrusionOk="0" h="1" w="47">
                      <a:moveTo>
                        <a:pt x="47" y="0"/>
                      </a:moveTo>
                      <a:lnTo>
                        <a:pt x="47" y="0"/>
                      </a:lnTo>
                      <a:lnTo>
                        <a:pt x="33" y="0"/>
                      </a:lnTo>
                      <a:lnTo>
                        <a:pt x="0" y="0"/>
                      </a:lnTo>
                      <a:lnTo>
                        <a:pt x="47"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57" name="Google Shape;957;p22"/>
                <p:cNvSpPr/>
                <p:nvPr/>
              </p:nvSpPr>
              <p:spPr>
                <a:xfrm>
                  <a:off x="10304463" y="1548941"/>
                  <a:ext cx="61912" cy="3693"/>
                </a:xfrm>
                <a:custGeom>
                  <a:rect b="b" l="l" r="r" t="t"/>
                  <a:pathLst>
                    <a:path extrusionOk="0" h="4" w="65">
                      <a:moveTo>
                        <a:pt x="57" y="0"/>
                      </a:moveTo>
                      <a:lnTo>
                        <a:pt x="57" y="0"/>
                      </a:lnTo>
                      <a:lnTo>
                        <a:pt x="5" y="1"/>
                      </a:lnTo>
                      <a:cubicBezTo>
                        <a:pt x="0" y="3"/>
                        <a:pt x="14" y="4"/>
                        <a:pt x="33" y="4"/>
                      </a:cubicBezTo>
                      <a:cubicBezTo>
                        <a:pt x="45" y="2"/>
                        <a:pt x="65" y="2"/>
                        <a:pt x="57"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58" name="Google Shape;958;p22"/>
                <p:cNvSpPr/>
                <p:nvPr/>
              </p:nvSpPr>
              <p:spPr>
                <a:xfrm>
                  <a:off x="10483850" y="1557558"/>
                  <a:ext cx="23812" cy="6155"/>
                </a:xfrm>
                <a:custGeom>
                  <a:rect b="b" l="l" r="r" t="t"/>
                  <a:pathLst>
                    <a:path extrusionOk="0" h="7" w="25">
                      <a:moveTo>
                        <a:pt x="25" y="4"/>
                      </a:moveTo>
                      <a:lnTo>
                        <a:pt x="25" y="4"/>
                      </a:lnTo>
                      <a:cubicBezTo>
                        <a:pt x="11" y="3"/>
                        <a:pt x="10" y="2"/>
                        <a:pt x="2" y="0"/>
                      </a:cubicBezTo>
                      <a:lnTo>
                        <a:pt x="0" y="7"/>
                      </a:lnTo>
                      <a:lnTo>
                        <a:pt x="25"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59" name="Google Shape;959;p22"/>
                <p:cNvSpPr/>
                <p:nvPr/>
              </p:nvSpPr>
              <p:spPr>
                <a:xfrm>
                  <a:off x="10291763" y="1563712"/>
                  <a:ext cx="117475" cy="2462"/>
                </a:xfrm>
                <a:custGeom>
                  <a:rect b="b" l="l" r="r" t="t"/>
                  <a:pathLst>
                    <a:path extrusionOk="0" h="4" w="123">
                      <a:moveTo>
                        <a:pt x="75" y="0"/>
                      </a:moveTo>
                      <a:lnTo>
                        <a:pt x="75" y="0"/>
                      </a:lnTo>
                      <a:cubicBezTo>
                        <a:pt x="70" y="1"/>
                        <a:pt x="0" y="4"/>
                        <a:pt x="66" y="4"/>
                      </a:cubicBezTo>
                      <a:cubicBezTo>
                        <a:pt x="71" y="2"/>
                        <a:pt x="123" y="1"/>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60" name="Google Shape;960;p22"/>
                <p:cNvSpPr/>
                <p:nvPr/>
              </p:nvSpPr>
              <p:spPr>
                <a:xfrm>
                  <a:off x="9621838" y="1546479"/>
                  <a:ext cx="11112" cy="8617"/>
                </a:xfrm>
                <a:custGeom>
                  <a:rect b="b" l="l" r="r" t="t"/>
                  <a:pathLst>
                    <a:path extrusionOk="0" h="10" w="13">
                      <a:moveTo>
                        <a:pt x="0" y="10"/>
                      </a:moveTo>
                      <a:lnTo>
                        <a:pt x="0" y="10"/>
                      </a:lnTo>
                      <a:lnTo>
                        <a:pt x="13" y="10"/>
                      </a:lnTo>
                      <a:lnTo>
                        <a:pt x="12" y="0"/>
                      </a:lnTo>
                      <a:lnTo>
                        <a:pt x="0" y="1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61" name="Google Shape;961;p22"/>
                <p:cNvSpPr/>
                <p:nvPr/>
              </p:nvSpPr>
              <p:spPr>
                <a:xfrm>
                  <a:off x="8951913" y="1568636"/>
                  <a:ext cx="96837" cy="8617"/>
                </a:xfrm>
                <a:custGeom>
                  <a:rect b="b" l="l" r="r" t="t"/>
                  <a:pathLst>
                    <a:path extrusionOk="0" h="10" w="101">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62" name="Google Shape;962;p22"/>
                <p:cNvSpPr/>
                <p:nvPr/>
              </p:nvSpPr>
              <p:spPr>
                <a:xfrm>
                  <a:off x="9005888" y="1566174"/>
                  <a:ext cx="17462" cy="2462"/>
                </a:xfrm>
                <a:custGeom>
                  <a:rect b="b" l="l" r="r" t="t"/>
                  <a:pathLst>
                    <a:path extrusionOk="0" h="2" w="19">
                      <a:moveTo>
                        <a:pt x="0" y="2"/>
                      </a:moveTo>
                      <a:lnTo>
                        <a:pt x="0" y="2"/>
                      </a:lnTo>
                      <a:lnTo>
                        <a:pt x="19" y="0"/>
                      </a:lnTo>
                      <a:cubicBezTo>
                        <a:pt x="8" y="1"/>
                        <a:pt x="3" y="1"/>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63" name="Google Shape;963;p22"/>
                <p:cNvSpPr/>
                <p:nvPr/>
              </p:nvSpPr>
              <p:spPr>
                <a:xfrm>
                  <a:off x="1587500" y="1516937"/>
                  <a:ext cx="38100" cy="3693"/>
                </a:xfrm>
                <a:custGeom>
                  <a:rect b="b" l="l" r="r" t="t"/>
                  <a:pathLst>
                    <a:path extrusionOk="0" h="4" w="39">
                      <a:moveTo>
                        <a:pt x="39" y="2"/>
                      </a:moveTo>
                      <a:lnTo>
                        <a:pt x="39" y="2"/>
                      </a:lnTo>
                      <a:lnTo>
                        <a:pt x="0" y="0"/>
                      </a:lnTo>
                      <a:lnTo>
                        <a:pt x="25" y="4"/>
                      </a:lnTo>
                      <a:lnTo>
                        <a:pt x="39"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64" name="Google Shape;964;p22"/>
                <p:cNvSpPr/>
                <p:nvPr/>
              </p:nvSpPr>
              <p:spPr>
                <a:xfrm>
                  <a:off x="1522413" y="1519399"/>
                  <a:ext cx="30162" cy="4924"/>
                </a:xfrm>
                <a:custGeom>
                  <a:rect b="b" l="l" r="r" t="t"/>
                  <a:pathLst>
                    <a:path extrusionOk="0" h="6" w="32">
                      <a:moveTo>
                        <a:pt x="32" y="6"/>
                      </a:moveTo>
                      <a:lnTo>
                        <a:pt x="32" y="6"/>
                      </a:lnTo>
                      <a:lnTo>
                        <a:pt x="23" y="0"/>
                      </a:lnTo>
                      <a:lnTo>
                        <a:pt x="0" y="5"/>
                      </a:lnTo>
                      <a:cubicBezTo>
                        <a:pt x="8" y="5"/>
                        <a:pt x="26" y="5"/>
                        <a:pt x="32"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65" name="Google Shape;965;p22"/>
                <p:cNvSpPr/>
                <p:nvPr/>
              </p:nvSpPr>
              <p:spPr>
                <a:xfrm>
                  <a:off x="6650038" y="1573559"/>
                  <a:ext cx="33337" cy="3693"/>
                </a:xfrm>
                <a:custGeom>
                  <a:rect b="b" l="l" r="r" t="t"/>
                  <a:pathLst>
                    <a:path extrusionOk="0" h="4" w="34">
                      <a:moveTo>
                        <a:pt x="31" y="4"/>
                      </a:moveTo>
                      <a:lnTo>
                        <a:pt x="31" y="4"/>
                      </a:lnTo>
                      <a:lnTo>
                        <a:pt x="34" y="2"/>
                      </a:lnTo>
                      <a:cubicBezTo>
                        <a:pt x="28" y="1"/>
                        <a:pt x="18" y="1"/>
                        <a:pt x="0" y="0"/>
                      </a:cubicBezTo>
                      <a:lnTo>
                        <a:pt x="3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66" name="Google Shape;966;p22"/>
                <p:cNvSpPr/>
                <p:nvPr/>
              </p:nvSpPr>
              <p:spPr>
                <a:xfrm>
                  <a:off x="6162675" y="1566174"/>
                  <a:ext cx="15875" cy="4924"/>
                </a:xfrm>
                <a:custGeom>
                  <a:rect b="b" l="l" r="r" t="t"/>
                  <a:pathLst>
                    <a:path extrusionOk="0" h="6" w="17">
                      <a:moveTo>
                        <a:pt x="8" y="6"/>
                      </a:moveTo>
                      <a:lnTo>
                        <a:pt x="8" y="6"/>
                      </a:lnTo>
                      <a:lnTo>
                        <a:pt x="17" y="6"/>
                      </a:lnTo>
                      <a:lnTo>
                        <a:pt x="0" y="0"/>
                      </a:lnTo>
                      <a:lnTo>
                        <a:pt x="8"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67" name="Google Shape;967;p22"/>
                <p:cNvSpPr/>
                <p:nvPr/>
              </p:nvSpPr>
              <p:spPr>
                <a:xfrm>
                  <a:off x="5738813" y="1571097"/>
                  <a:ext cx="60325" cy="6155"/>
                </a:xfrm>
                <a:custGeom>
                  <a:rect b="b" l="l" r="r" t="t"/>
                  <a:pathLst>
                    <a:path extrusionOk="0" h="8" w="63">
                      <a:moveTo>
                        <a:pt x="5" y="7"/>
                      </a:moveTo>
                      <a:lnTo>
                        <a:pt x="5" y="7"/>
                      </a:lnTo>
                      <a:cubicBezTo>
                        <a:pt x="23" y="8"/>
                        <a:pt x="45" y="6"/>
                        <a:pt x="63" y="7"/>
                      </a:cubicBezTo>
                      <a:cubicBezTo>
                        <a:pt x="23" y="8"/>
                        <a:pt x="0" y="0"/>
                        <a:pt x="5" y="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grpSp>
        </p:grpSp>
      </p:grpSp>
      <p:sp>
        <p:nvSpPr>
          <p:cNvPr id="968" name="Google Shape;968;p22"/>
          <p:cNvSpPr txBox="1"/>
          <p:nvPr>
            <p:ph idx="1" type="body"/>
          </p:nvPr>
        </p:nvSpPr>
        <p:spPr>
          <a:xfrm>
            <a:off x="7905959" y="3411748"/>
            <a:ext cx="2743200" cy="27432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200"/>
              </a:spcBef>
              <a:spcAft>
                <a:spcPts val="0"/>
              </a:spcAft>
              <a:buClr>
                <a:schemeClr val="lt1"/>
              </a:buClr>
              <a:buSzPts val="1600"/>
              <a:buNone/>
              <a:defRPr sz="1600"/>
            </a:lvl1pPr>
            <a:lvl2pPr indent="-228600" lvl="1" marL="914400" algn="l">
              <a:lnSpc>
                <a:spcPct val="90000"/>
              </a:lnSpc>
              <a:spcBef>
                <a:spcPts val="600"/>
              </a:spcBef>
              <a:spcAft>
                <a:spcPts val="0"/>
              </a:spcAft>
              <a:buClr>
                <a:schemeClr val="lt1"/>
              </a:buClr>
              <a:buSzPts val="1200"/>
              <a:buNone/>
              <a:defRPr sz="1200"/>
            </a:lvl2pPr>
            <a:lvl3pPr indent="-228600" lvl="2" marL="1371600" algn="l">
              <a:lnSpc>
                <a:spcPct val="90000"/>
              </a:lnSpc>
              <a:spcBef>
                <a:spcPts val="600"/>
              </a:spcBef>
              <a:spcAft>
                <a:spcPts val="0"/>
              </a:spcAft>
              <a:buClr>
                <a:schemeClr val="lt1"/>
              </a:buClr>
              <a:buSzPts val="1000"/>
              <a:buNone/>
              <a:defRPr sz="1000"/>
            </a:lvl3pPr>
            <a:lvl4pPr indent="-228600" lvl="3" marL="1828800" algn="l">
              <a:lnSpc>
                <a:spcPct val="90000"/>
              </a:lnSpc>
              <a:spcBef>
                <a:spcPts val="600"/>
              </a:spcBef>
              <a:spcAft>
                <a:spcPts val="0"/>
              </a:spcAft>
              <a:buClr>
                <a:schemeClr val="lt1"/>
              </a:buClr>
              <a:buSzPts val="900"/>
              <a:buNone/>
              <a:defRPr sz="900"/>
            </a:lvl4pPr>
            <a:lvl5pPr indent="-228600" lvl="4" marL="2286000" algn="l">
              <a:lnSpc>
                <a:spcPct val="90000"/>
              </a:lnSpc>
              <a:spcBef>
                <a:spcPts val="600"/>
              </a:spcBef>
              <a:spcAft>
                <a:spcPts val="0"/>
              </a:spcAft>
              <a:buClr>
                <a:schemeClr val="lt1"/>
              </a:buClr>
              <a:buSzPts val="900"/>
              <a:buNone/>
              <a:defRPr sz="900"/>
            </a:lvl5pPr>
            <a:lvl6pPr indent="-228600" lvl="5" marL="2743200" algn="l">
              <a:lnSpc>
                <a:spcPct val="90000"/>
              </a:lnSpc>
              <a:spcBef>
                <a:spcPts val="600"/>
              </a:spcBef>
              <a:spcAft>
                <a:spcPts val="0"/>
              </a:spcAft>
              <a:buClr>
                <a:schemeClr val="lt1"/>
              </a:buClr>
              <a:buSzPts val="900"/>
              <a:buNone/>
              <a:defRPr sz="900"/>
            </a:lvl6pPr>
            <a:lvl7pPr indent="-228600" lvl="6" marL="3200400" algn="l">
              <a:lnSpc>
                <a:spcPct val="90000"/>
              </a:lnSpc>
              <a:spcBef>
                <a:spcPts val="600"/>
              </a:spcBef>
              <a:spcAft>
                <a:spcPts val="0"/>
              </a:spcAft>
              <a:buClr>
                <a:schemeClr val="lt1"/>
              </a:buClr>
              <a:buSzPts val="900"/>
              <a:buNone/>
              <a:defRPr sz="900"/>
            </a:lvl7pPr>
            <a:lvl8pPr indent="-228600" lvl="7" marL="3657600" algn="l">
              <a:lnSpc>
                <a:spcPct val="90000"/>
              </a:lnSpc>
              <a:spcBef>
                <a:spcPts val="600"/>
              </a:spcBef>
              <a:spcAft>
                <a:spcPts val="0"/>
              </a:spcAft>
              <a:buClr>
                <a:schemeClr val="lt1"/>
              </a:buClr>
              <a:buSzPts val="900"/>
              <a:buNone/>
              <a:defRPr sz="900"/>
            </a:lvl8pPr>
            <a:lvl9pPr indent="-228600" lvl="8" marL="4114800" algn="l">
              <a:lnSpc>
                <a:spcPct val="90000"/>
              </a:lnSpc>
              <a:spcBef>
                <a:spcPts val="600"/>
              </a:spcBef>
              <a:spcAft>
                <a:spcPts val="0"/>
              </a:spcAft>
              <a:buClr>
                <a:schemeClr val="lt1"/>
              </a:buClr>
              <a:buSzPts val="900"/>
              <a:buNone/>
              <a:defRPr sz="900"/>
            </a:lvl9pPr>
          </a:lstStyle>
          <a:p/>
        </p:txBody>
      </p:sp>
      <p:sp>
        <p:nvSpPr>
          <p:cNvPr id="969" name="Google Shape;969;p22"/>
          <p:cNvSpPr txBox="1"/>
          <p:nvPr>
            <p:ph idx="11" type="ftr"/>
          </p:nvPr>
        </p:nvSpPr>
        <p:spPr>
          <a:xfrm>
            <a:off x="1522413" y="6400801"/>
            <a:ext cx="6324599" cy="276226"/>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0" name="Google Shape;970;p22"/>
          <p:cNvSpPr txBox="1"/>
          <p:nvPr>
            <p:ph idx="10" type="dt"/>
          </p:nvPr>
        </p:nvSpPr>
        <p:spPr>
          <a:xfrm>
            <a:off x="8075612" y="6400801"/>
            <a:ext cx="1243859" cy="2762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1" name="Google Shape;971;p22"/>
          <p:cNvSpPr txBox="1"/>
          <p:nvPr>
            <p:ph idx="12" type="sldNum"/>
          </p:nvPr>
        </p:nvSpPr>
        <p:spPr>
          <a:xfrm>
            <a:off x="9523412" y="6400801"/>
            <a:ext cx="1143002" cy="2762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72" name="Shape 972"/>
        <p:cNvGrpSpPr/>
        <p:nvPr/>
      </p:nvGrpSpPr>
      <p:grpSpPr>
        <a:xfrm>
          <a:off x="0" y="0"/>
          <a:ext cx="0" cy="0"/>
          <a:chOff x="0" y="0"/>
          <a:chExt cx="0" cy="0"/>
        </a:xfrm>
      </p:grpSpPr>
      <p:sp>
        <p:nvSpPr>
          <p:cNvPr id="973" name="Google Shape;973;p23"/>
          <p:cNvSpPr txBox="1"/>
          <p:nvPr>
            <p:ph type="title"/>
          </p:nvPr>
        </p:nvSpPr>
        <p:spPr>
          <a:xfrm>
            <a:off x="1522414" y="274638"/>
            <a:ext cx="9143998" cy="10207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grpSp>
        <p:nvGrpSpPr>
          <p:cNvPr descr="Line graphic" id="974" name="Google Shape;974;p23"/>
          <p:cNvGrpSpPr/>
          <p:nvPr/>
        </p:nvGrpSpPr>
        <p:grpSpPr>
          <a:xfrm>
            <a:off x="1522413" y="1514475"/>
            <a:ext cx="10569575" cy="64008"/>
            <a:chOff x="1522413" y="1514475"/>
            <a:chExt cx="10569575" cy="64008"/>
          </a:xfrm>
        </p:grpSpPr>
        <p:sp>
          <p:nvSpPr>
            <p:cNvPr id="975" name="Google Shape;975;p23"/>
            <p:cNvSpPr/>
            <p:nvPr/>
          </p:nvSpPr>
          <p:spPr>
            <a:xfrm>
              <a:off x="12028488" y="1525554"/>
              <a:ext cx="63500" cy="4924"/>
            </a:xfrm>
            <a:custGeom>
              <a:rect b="b" l="l" r="r" t="t"/>
              <a:pathLst>
                <a:path extrusionOk="0" h="6" w="67">
                  <a:moveTo>
                    <a:pt x="30" y="6"/>
                  </a:moveTo>
                  <a:lnTo>
                    <a:pt x="30" y="6"/>
                  </a:lnTo>
                  <a:lnTo>
                    <a:pt x="67" y="3"/>
                  </a:lnTo>
                  <a:cubicBezTo>
                    <a:pt x="60" y="2"/>
                    <a:pt x="26" y="1"/>
                    <a:pt x="39" y="0"/>
                  </a:cubicBezTo>
                  <a:cubicBezTo>
                    <a:pt x="0" y="1"/>
                    <a:pt x="8" y="3"/>
                    <a:pt x="30"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76" name="Google Shape;976;p23"/>
            <p:cNvSpPr/>
            <p:nvPr/>
          </p:nvSpPr>
          <p:spPr>
            <a:xfrm>
              <a:off x="12022138" y="1532939"/>
              <a:ext cx="19050" cy="1231"/>
            </a:xfrm>
            <a:custGeom>
              <a:rect b="b" l="l" r="r" t="t"/>
              <a:pathLst>
                <a:path extrusionOk="0" h="2" w="20">
                  <a:moveTo>
                    <a:pt x="0" y="2"/>
                  </a:moveTo>
                  <a:lnTo>
                    <a:pt x="0" y="2"/>
                  </a:lnTo>
                  <a:lnTo>
                    <a:pt x="20" y="1"/>
                  </a:lnTo>
                  <a:cubicBezTo>
                    <a:pt x="16" y="0"/>
                    <a:pt x="11" y="0"/>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77" name="Google Shape;977;p23"/>
            <p:cNvSpPr/>
            <p:nvPr/>
          </p:nvSpPr>
          <p:spPr>
            <a:xfrm>
              <a:off x="12041188" y="1531708"/>
              <a:ext cx="39687" cy="6155"/>
            </a:xfrm>
            <a:custGeom>
              <a:rect b="b" l="l" r="r" t="t"/>
              <a:pathLst>
                <a:path extrusionOk="0" h="6" w="41">
                  <a:moveTo>
                    <a:pt x="41" y="0"/>
                  </a:moveTo>
                  <a:lnTo>
                    <a:pt x="41" y="0"/>
                  </a:lnTo>
                  <a:lnTo>
                    <a:pt x="0" y="2"/>
                  </a:lnTo>
                  <a:cubicBezTo>
                    <a:pt x="5" y="3"/>
                    <a:pt x="6" y="6"/>
                    <a:pt x="19" y="1"/>
                  </a:cubicBezTo>
                  <a:cubicBezTo>
                    <a:pt x="15" y="3"/>
                    <a:pt x="23" y="1"/>
                    <a:pt x="4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78" name="Google Shape;978;p23"/>
            <p:cNvSpPr/>
            <p:nvPr/>
          </p:nvSpPr>
          <p:spPr>
            <a:xfrm>
              <a:off x="11831638" y="1526784"/>
              <a:ext cx="42862" cy="4924"/>
            </a:xfrm>
            <a:custGeom>
              <a:rect b="b" l="l" r="r" t="t"/>
              <a:pathLst>
                <a:path extrusionOk="0" h="6" w="45">
                  <a:moveTo>
                    <a:pt x="2" y="0"/>
                  </a:moveTo>
                  <a:lnTo>
                    <a:pt x="2" y="0"/>
                  </a:lnTo>
                  <a:cubicBezTo>
                    <a:pt x="0" y="1"/>
                    <a:pt x="15" y="4"/>
                    <a:pt x="18" y="6"/>
                  </a:cubicBezTo>
                  <a:lnTo>
                    <a:pt x="45" y="4"/>
                  </a:lnTo>
                  <a:cubicBezTo>
                    <a:pt x="31" y="3"/>
                    <a:pt x="4" y="2"/>
                    <a:pt x="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79" name="Google Shape;979;p23"/>
            <p:cNvSpPr/>
            <p:nvPr/>
          </p:nvSpPr>
          <p:spPr>
            <a:xfrm>
              <a:off x="11809413" y="1531708"/>
              <a:ext cx="41275" cy="2462"/>
            </a:xfrm>
            <a:custGeom>
              <a:rect b="b" l="l" r="r" t="t"/>
              <a:pathLst>
                <a:path extrusionOk="0" h="3" w="44">
                  <a:moveTo>
                    <a:pt x="42" y="0"/>
                  </a:moveTo>
                  <a:lnTo>
                    <a:pt x="42" y="0"/>
                  </a:lnTo>
                  <a:lnTo>
                    <a:pt x="0" y="3"/>
                  </a:lnTo>
                  <a:cubicBezTo>
                    <a:pt x="37" y="3"/>
                    <a:pt x="44" y="2"/>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80" name="Google Shape;980;p23"/>
            <p:cNvSpPr/>
            <p:nvPr/>
          </p:nvSpPr>
          <p:spPr>
            <a:xfrm>
              <a:off x="12003088" y="1537863"/>
              <a:ext cx="77787" cy="3693"/>
            </a:xfrm>
            <a:custGeom>
              <a:rect b="b" l="l" r="r" t="t"/>
              <a:pathLst>
                <a:path extrusionOk="0" h="5" w="82">
                  <a:moveTo>
                    <a:pt x="14" y="5"/>
                  </a:moveTo>
                  <a:lnTo>
                    <a:pt x="14" y="5"/>
                  </a:lnTo>
                  <a:lnTo>
                    <a:pt x="82" y="0"/>
                  </a:lnTo>
                  <a:lnTo>
                    <a:pt x="0" y="5"/>
                  </a:lnTo>
                  <a:lnTo>
                    <a:pt x="14"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81" name="Google Shape;981;p23"/>
            <p:cNvSpPr/>
            <p:nvPr/>
          </p:nvSpPr>
          <p:spPr>
            <a:xfrm>
              <a:off x="11664950" y="1523092"/>
              <a:ext cx="39687" cy="4924"/>
            </a:xfrm>
            <a:custGeom>
              <a:rect b="b" l="l" r="r" t="t"/>
              <a:pathLst>
                <a:path extrusionOk="0" h="5" w="42">
                  <a:moveTo>
                    <a:pt x="19" y="4"/>
                  </a:moveTo>
                  <a:lnTo>
                    <a:pt x="19" y="4"/>
                  </a:lnTo>
                  <a:lnTo>
                    <a:pt x="42" y="0"/>
                  </a:lnTo>
                  <a:lnTo>
                    <a:pt x="0" y="5"/>
                  </a:lnTo>
                  <a:lnTo>
                    <a:pt x="19"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82" name="Google Shape;982;p23"/>
            <p:cNvSpPr/>
            <p:nvPr/>
          </p:nvSpPr>
          <p:spPr>
            <a:xfrm>
              <a:off x="11506200" y="1521861"/>
              <a:ext cx="92075" cy="4924"/>
            </a:xfrm>
            <a:custGeom>
              <a:rect b="b" l="l" r="r" t="t"/>
              <a:pathLst>
                <a:path extrusionOk="0" h="6" w="98">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83" name="Google Shape;983;p23"/>
            <p:cNvSpPr/>
            <p:nvPr/>
          </p:nvSpPr>
          <p:spPr>
            <a:xfrm>
              <a:off x="11471275" y="1525554"/>
              <a:ext cx="34925" cy="3693"/>
            </a:xfrm>
            <a:custGeom>
              <a:rect b="b" l="l" r="r" t="t"/>
              <a:pathLst>
                <a:path extrusionOk="0" h="3" w="36">
                  <a:moveTo>
                    <a:pt x="0" y="3"/>
                  </a:moveTo>
                  <a:lnTo>
                    <a:pt x="0" y="3"/>
                  </a:lnTo>
                  <a:cubicBezTo>
                    <a:pt x="11" y="2"/>
                    <a:pt x="23" y="1"/>
                    <a:pt x="36" y="0"/>
                  </a:cubicBezTo>
                  <a:cubicBezTo>
                    <a:pt x="24" y="0"/>
                    <a:pt x="12"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84" name="Google Shape;984;p23"/>
            <p:cNvSpPr/>
            <p:nvPr/>
          </p:nvSpPr>
          <p:spPr>
            <a:xfrm>
              <a:off x="11710988" y="1529246"/>
              <a:ext cx="30162" cy="4924"/>
            </a:xfrm>
            <a:custGeom>
              <a:rect b="b" l="l" r="r" t="t"/>
              <a:pathLst>
                <a:path extrusionOk="0" h="5" w="32">
                  <a:moveTo>
                    <a:pt x="32" y="5"/>
                  </a:moveTo>
                  <a:lnTo>
                    <a:pt x="32" y="5"/>
                  </a:lnTo>
                  <a:cubicBezTo>
                    <a:pt x="29" y="4"/>
                    <a:pt x="23" y="1"/>
                    <a:pt x="0" y="0"/>
                  </a:cubicBezTo>
                  <a:lnTo>
                    <a:pt x="16" y="5"/>
                  </a:lnTo>
                  <a:lnTo>
                    <a:pt x="32"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85" name="Google Shape;985;p23"/>
            <p:cNvSpPr/>
            <p:nvPr/>
          </p:nvSpPr>
          <p:spPr>
            <a:xfrm>
              <a:off x="11691938" y="1532939"/>
              <a:ext cx="34925" cy="1231"/>
            </a:xfrm>
            <a:custGeom>
              <a:rect b="b" l="l" r="r" t="t"/>
              <a:pathLst>
                <a:path extrusionOk="0" h="1" w="36">
                  <a:moveTo>
                    <a:pt x="36" y="1"/>
                  </a:moveTo>
                  <a:lnTo>
                    <a:pt x="36" y="1"/>
                  </a:lnTo>
                  <a:lnTo>
                    <a:pt x="35" y="1"/>
                  </a:lnTo>
                  <a:lnTo>
                    <a:pt x="0" y="0"/>
                  </a:lnTo>
                  <a:lnTo>
                    <a:pt x="36"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86" name="Google Shape;986;p23"/>
            <p:cNvSpPr/>
            <p:nvPr/>
          </p:nvSpPr>
          <p:spPr>
            <a:xfrm>
              <a:off x="11741150" y="1534170"/>
              <a:ext cx="4762" cy="0"/>
            </a:xfrm>
            <a:custGeom>
              <a:rect b="b" l="l" r="r" t="t"/>
              <a:pathLst>
                <a:path extrusionOk="0" h="120000" w="5">
                  <a:moveTo>
                    <a:pt x="5" y="0"/>
                  </a:moveTo>
                  <a:lnTo>
                    <a:pt x="5" y="0"/>
                  </a:lnTo>
                  <a:lnTo>
                    <a:pt x="0" y="0"/>
                  </a:lnTo>
                  <a:cubicBezTo>
                    <a:pt x="2" y="0"/>
                    <a:pt x="3" y="0"/>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87" name="Google Shape;987;p23"/>
            <p:cNvSpPr/>
            <p:nvPr/>
          </p:nvSpPr>
          <p:spPr>
            <a:xfrm>
              <a:off x="11841163" y="1537863"/>
              <a:ext cx="71437" cy="8617"/>
            </a:xfrm>
            <a:custGeom>
              <a:rect b="b" l="l" r="r" t="t"/>
              <a:pathLst>
                <a:path extrusionOk="0" h="9" w="75">
                  <a:moveTo>
                    <a:pt x="75" y="0"/>
                  </a:moveTo>
                  <a:lnTo>
                    <a:pt x="75" y="0"/>
                  </a:lnTo>
                  <a:cubicBezTo>
                    <a:pt x="51" y="3"/>
                    <a:pt x="0" y="5"/>
                    <a:pt x="49" y="9"/>
                  </a:cubicBezTo>
                  <a:cubicBezTo>
                    <a:pt x="66" y="6"/>
                    <a:pt x="38" y="4"/>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88" name="Google Shape;988;p23"/>
            <p:cNvSpPr/>
            <p:nvPr/>
          </p:nvSpPr>
          <p:spPr>
            <a:xfrm>
              <a:off x="11764963" y="1535401"/>
              <a:ext cx="44450" cy="3693"/>
            </a:xfrm>
            <a:custGeom>
              <a:rect b="b" l="l" r="r" t="t"/>
              <a:pathLst>
                <a:path extrusionOk="0" h="4" w="47">
                  <a:moveTo>
                    <a:pt x="0" y="3"/>
                  </a:moveTo>
                  <a:lnTo>
                    <a:pt x="0" y="3"/>
                  </a:lnTo>
                  <a:lnTo>
                    <a:pt x="44" y="4"/>
                  </a:lnTo>
                  <a:cubicBezTo>
                    <a:pt x="43" y="3"/>
                    <a:pt x="35" y="1"/>
                    <a:pt x="47" y="0"/>
                  </a:cubicBez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89" name="Google Shape;989;p23"/>
            <p:cNvSpPr/>
            <p:nvPr/>
          </p:nvSpPr>
          <p:spPr>
            <a:xfrm>
              <a:off x="11744325" y="1537863"/>
              <a:ext cx="20637" cy="2462"/>
            </a:xfrm>
            <a:custGeom>
              <a:rect b="b" l="l" r="r" t="t"/>
              <a:pathLst>
                <a:path extrusionOk="0" h="2" w="22">
                  <a:moveTo>
                    <a:pt x="0" y="2"/>
                  </a:moveTo>
                  <a:lnTo>
                    <a:pt x="0" y="2"/>
                  </a:lnTo>
                  <a:lnTo>
                    <a:pt x="22" y="0"/>
                  </a:lnTo>
                  <a:lnTo>
                    <a:pt x="5" y="0"/>
                  </a:lnTo>
                  <a:lnTo>
                    <a:pt x="0"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90" name="Google Shape;990;p23"/>
            <p:cNvSpPr/>
            <p:nvPr/>
          </p:nvSpPr>
          <p:spPr>
            <a:xfrm>
              <a:off x="11482388" y="1531708"/>
              <a:ext cx="85725" cy="3693"/>
            </a:xfrm>
            <a:custGeom>
              <a:rect b="b" l="l" r="r" t="t"/>
              <a:pathLst>
                <a:path extrusionOk="0" h="4" w="90">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91" name="Google Shape;991;p23"/>
            <p:cNvSpPr/>
            <p:nvPr/>
          </p:nvSpPr>
          <p:spPr>
            <a:xfrm>
              <a:off x="11626850" y="1532939"/>
              <a:ext cx="4762" cy="1231"/>
            </a:xfrm>
            <a:custGeom>
              <a:rect b="b" l="l" r="r" t="t"/>
              <a:pathLst>
                <a:path extrusionOk="0" h="1" w="5">
                  <a:moveTo>
                    <a:pt x="5" y="0"/>
                  </a:moveTo>
                  <a:lnTo>
                    <a:pt x="5" y="0"/>
                  </a:lnTo>
                  <a:lnTo>
                    <a:pt x="0" y="1"/>
                  </a:lnTo>
                  <a:cubicBezTo>
                    <a:pt x="3" y="1"/>
                    <a:pt x="5" y="1"/>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92" name="Google Shape;992;p23"/>
            <p:cNvSpPr/>
            <p:nvPr/>
          </p:nvSpPr>
          <p:spPr>
            <a:xfrm>
              <a:off x="11261725" y="1534170"/>
              <a:ext cx="4762" cy="0"/>
            </a:xfrm>
            <a:custGeom>
              <a:rect b="b" l="l" r="r" t="t"/>
              <a:pathLst>
                <a:path extrusionOk="0" h="1" w="5">
                  <a:moveTo>
                    <a:pt x="0" y="0"/>
                  </a:moveTo>
                  <a:lnTo>
                    <a:pt x="0" y="0"/>
                  </a:lnTo>
                  <a:lnTo>
                    <a:pt x="4" y="0"/>
                  </a:lnTo>
                  <a:cubicBezTo>
                    <a:pt x="4" y="0"/>
                    <a:pt x="4" y="0"/>
                    <a:pt x="5"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93" name="Google Shape;993;p23"/>
            <p:cNvSpPr/>
            <p:nvPr/>
          </p:nvSpPr>
          <p:spPr>
            <a:xfrm>
              <a:off x="11553825" y="1534170"/>
              <a:ext cx="44450" cy="2462"/>
            </a:xfrm>
            <a:custGeom>
              <a:rect b="b" l="l" r="r" t="t"/>
              <a:pathLst>
                <a:path extrusionOk="0" h="2" w="47">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94" name="Google Shape;994;p23"/>
            <p:cNvSpPr/>
            <p:nvPr/>
          </p:nvSpPr>
          <p:spPr>
            <a:xfrm>
              <a:off x="11409363" y="1529246"/>
              <a:ext cx="31750" cy="2462"/>
            </a:xfrm>
            <a:custGeom>
              <a:rect b="b" l="l" r="r" t="t"/>
              <a:pathLst>
                <a:path extrusionOk="0" h="3" w="33">
                  <a:moveTo>
                    <a:pt x="0" y="1"/>
                  </a:moveTo>
                  <a:lnTo>
                    <a:pt x="0" y="1"/>
                  </a:lnTo>
                  <a:cubicBezTo>
                    <a:pt x="10" y="2"/>
                    <a:pt x="21" y="3"/>
                    <a:pt x="33" y="3"/>
                  </a:cubicBezTo>
                  <a:cubicBezTo>
                    <a:pt x="23" y="2"/>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95" name="Google Shape;995;p23"/>
            <p:cNvSpPr/>
            <p:nvPr/>
          </p:nvSpPr>
          <p:spPr>
            <a:xfrm>
              <a:off x="11618913" y="1531708"/>
              <a:ext cx="6350" cy="0"/>
            </a:xfrm>
            <a:custGeom>
              <a:rect b="b" l="l" r="r" t="t"/>
              <a:pathLst>
                <a:path extrusionOk="0" h="1" w="6">
                  <a:moveTo>
                    <a:pt x="3" y="0"/>
                  </a:moveTo>
                  <a:lnTo>
                    <a:pt x="3" y="0"/>
                  </a:lnTo>
                  <a:lnTo>
                    <a:pt x="6" y="0"/>
                  </a:lnTo>
                  <a:cubicBezTo>
                    <a:pt x="0" y="0"/>
                    <a:pt x="0" y="0"/>
                    <a:pt x="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96" name="Google Shape;996;p23"/>
            <p:cNvSpPr/>
            <p:nvPr/>
          </p:nvSpPr>
          <p:spPr>
            <a:xfrm>
              <a:off x="11598275" y="1531708"/>
              <a:ext cx="28575" cy="2462"/>
            </a:xfrm>
            <a:custGeom>
              <a:rect b="b" l="l" r="r" t="t"/>
              <a:pathLst>
                <a:path extrusionOk="0" h="3" w="31">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97" name="Google Shape;997;p23"/>
            <p:cNvSpPr/>
            <p:nvPr/>
          </p:nvSpPr>
          <p:spPr>
            <a:xfrm>
              <a:off x="11137900" y="1534170"/>
              <a:ext cx="188912" cy="23388"/>
            </a:xfrm>
            <a:custGeom>
              <a:rect b="b" l="l" r="r" t="t"/>
              <a:pathLst>
                <a:path extrusionOk="0" h="27" w="198">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98" name="Google Shape;998;p23"/>
            <p:cNvSpPr/>
            <p:nvPr/>
          </p:nvSpPr>
          <p:spPr>
            <a:xfrm>
              <a:off x="11266488" y="1529246"/>
              <a:ext cx="95250" cy="4924"/>
            </a:xfrm>
            <a:custGeom>
              <a:rect b="b" l="l" r="r" t="t"/>
              <a:pathLst>
                <a:path extrusionOk="0" h="6" w="10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99" name="Google Shape;999;p23"/>
            <p:cNvSpPr/>
            <p:nvPr/>
          </p:nvSpPr>
          <p:spPr>
            <a:xfrm>
              <a:off x="11361738" y="1531708"/>
              <a:ext cx="134937" cy="12309"/>
            </a:xfrm>
            <a:custGeom>
              <a:rect b="b" l="l" r="r" t="t"/>
              <a:pathLst>
                <a:path extrusionOk="0" h="14" w="142">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00" name="Google Shape;1000;p23"/>
            <p:cNvSpPr/>
            <p:nvPr/>
          </p:nvSpPr>
          <p:spPr>
            <a:xfrm>
              <a:off x="11834813" y="1552634"/>
              <a:ext cx="9525" cy="1231"/>
            </a:xfrm>
            <a:custGeom>
              <a:rect b="b" l="l" r="r" t="t"/>
              <a:pathLst>
                <a:path extrusionOk="0" h="1" w="11">
                  <a:moveTo>
                    <a:pt x="11" y="1"/>
                  </a:moveTo>
                  <a:lnTo>
                    <a:pt x="11" y="1"/>
                  </a:lnTo>
                  <a:cubicBezTo>
                    <a:pt x="8" y="1"/>
                    <a:pt x="8" y="1"/>
                    <a:pt x="8" y="0"/>
                  </a:cubicBezTo>
                  <a:cubicBezTo>
                    <a:pt x="2" y="1"/>
                    <a:pt x="0" y="1"/>
                    <a:pt x="11"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01" name="Google Shape;1001;p23"/>
            <p:cNvSpPr/>
            <p:nvPr/>
          </p:nvSpPr>
          <p:spPr>
            <a:xfrm>
              <a:off x="11764963" y="1542787"/>
              <a:ext cx="117475" cy="9847"/>
            </a:xfrm>
            <a:custGeom>
              <a:rect b="b" l="l" r="r" t="t"/>
              <a:pathLst>
                <a:path extrusionOk="0" h="12" w="12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02" name="Google Shape;1002;p23"/>
            <p:cNvSpPr/>
            <p:nvPr/>
          </p:nvSpPr>
          <p:spPr>
            <a:xfrm>
              <a:off x="11555413" y="1544017"/>
              <a:ext cx="69850" cy="4924"/>
            </a:xfrm>
            <a:custGeom>
              <a:rect b="b" l="l" r="r" t="t"/>
              <a:pathLst>
                <a:path extrusionOk="0" h="6" w="74">
                  <a:moveTo>
                    <a:pt x="70" y="0"/>
                  </a:moveTo>
                  <a:lnTo>
                    <a:pt x="70" y="0"/>
                  </a:lnTo>
                  <a:lnTo>
                    <a:pt x="0" y="2"/>
                  </a:lnTo>
                  <a:lnTo>
                    <a:pt x="36" y="6"/>
                  </a:lnTo>
                  <a:lnTo>
                    <a:pt x="34" y="4"/>
                  </a:lnTo>
                  <a:cubicBezTo>
                    <a:pt x="74" y="4"/>
                    <a:pt x="65" y="2"/>
                    <a:pt x="7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03" name="Google Shape;1003;p23"/>
            <p:cNvSpPr/>
            <p:nvPr/>
          </p:nvSpPr>
          <p:spPr>
            <a:xfrm>
              <a:off x="11223625" y="1528016"/>
              <a:ext cx="38100" cy="6155"/>
            </a:xfrm>
            <a:custGeom>
              <a:rect b="b" l="l" r="r" t="t"/>
              <a:pathLst>
                <a:path extrusionOk="0" h="7" w="40">
                  <a:moveTo>
                    <a:pt x="31" y="5"/>
                  </a:moveTo>
                  <a:lnTo>
                    <a:pt x="31" y="5"/>
                  </a:lnTo>
                  <a:lnTo>
                    <a:pt x="40" y="0"/>
                  </a:lnTo>
                  <a:lnTo>
                    <a:pt x="0" y="7"/>
                  </a:lnTo>
                  <a:lnTo>
                    <a:pt x="31"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04" name="Google Shape;1004;p23"/>
            <p:cNvSpPr/>
            <p:nvPr/>
          </p:nvSpPr>
          <p:spPr>
            <a:xfrm>
              <a:off x="11145838" y="1529246"/>
              <a:ext cx="22225" cy="2462"/>
            </a:xfrm>
            <a:custGeom>
              <a:rect b="b" l="l" r="r" t="t"/>
              <a:pathLst>
                <a:path extrusionOk="0" h="4" w="24">
                  <a:moveTo>
                    <a:pt x="21" y="4"/>
                  </a:moveTo>
                  <a:lnTo>
                    <a:pt x="21" y="4"/>
                  </a:lnTo>
                  <a:lnTo>
                    <a:pt x="24" y="0"/>
                  </a:lnTo>
                  <a:lnTo>
                    <a:pt x="0" y="3"/>
                  </a:lnTo>
                  <a:lnTo>
                    <a:pt x="2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05" name="Google Shape;1005;p23"/>
            <p:cNvSpPr/>
            <p:nvPr/>
          </p:nvSpPr>
          <p:spPr>
            <a:xfrm>
              <a:off x="6197600" y="1566174"/>
              <a:ext cx="20637" cy="1231"/>
            </a:xfrm>
            <a:custGeom>
              <a:rect b="b" l="l" r="r" t="t"/>
              <a:pathLst>
                <a:path extrusionOk="0" h="1" w="21">
                  <a:moveTo>
                    <a:pt x="21" y="0"/>
                  </a:moveTo>
                  <a:lnTo>
                    <a:pt x="21" y="0"/>
                  </a:lnTo>
                  <a:lnTo>
                    <a:pt x="0" y="1"/>
                  </a:lnTo>
                  <a:cubicBezTo>
                    <a:pt x="10" y="0"/>
                    <a:pt x="16" y="0"/>
                    <a:pt x="2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06" name="Google Shape;1006;p23"/>
            <p:cNvSpPr/>
            <p:nvPr/>
          </p:nvSpPr>
          <p:spPr>
            <a:xfrm>
              <a:off x="6356350" y="1564943"/>
              <a:ext cx="9525" cy="1231"/>
            </a:xfrm>
            <a:custGeom>
              <a:rect b="b" l="l" r="r" t="t"/>
              <a:pathLst>
                <a:path extrusionOk="0" h="2" w="10">
                  <a:moveTo>
                    <a:pt x="6" y="2"/>
                  </a:moveTo>
                  <a:lnTo>
                    <a:pt x="6" y="2"/>
                  </a:lnTo>
                  <a:lnTo>
                    <a:pt x="10" y="0"/>
                  </a:lnTo>
                  <a:cubicBezTo>
                    <a:pt x="3"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07" name="Google Shape;1007;p23"/>
            <p:cNvSpPr/>
            <p:nvPr/>
          </p:nvSpPr>
          <p:spPr>
            <a:xfrm>
              <a:off x="8950325" y="1521861"/>
              <a:ext cx="61912" cy="7386"/>
            </a:xfrm>
            <a:custGeom>
              <a:rect b="b" l="l" r="r" t="t"/>
              <a:pathLst>
                <a:path extrusionOk="0" h="9" w="65">
                  <a:moveTo>
                    <a:pt x="65" y="9"/>
                  </a:moveTo>
                  <a:lnTo>
                    <a:pt x="65" y="9"/>
                  </a:lnTo>
                  <a:cubicBezTo>
                    <a:pt x="34" y="5"/>
                    <a:pt x="0" y="0"/>
                    <a:pt x="4" y="4"/>
                  </a:cubicBezTo>
                  <a:lnTo>
                    <a:pt x="13" y="8"/>
                  </a:lnTo>
                  <a:cubicBezTo>
                    <a:pt x="35" y="7"/>
                    <a:pt x="51" y="8"/>
                    <a:pt x="65"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08" name="Google Shape;1008;p23"/>
            <p:cNvSpPr/>
            <p:nvPr/>
          </p:nvSpPr>
          <p:spPr>
            <a:xfrm>
              <a:off x="7537450" y="1546479"/>
              <a:ext cx="28575" cy="3693"/>
            </a:xfrm>
            <a:custGeom>
              <a:rect b="b" l="l" r="r" t="t"/>
              <a:pathLst>
                <a:path extrusionOk="0" h="4" w="29">
                  <a:moveTo>
                    <a:pt x="0" y="3"/>
                  </a:moveTo>
                  <a:lnTo>
                    <a:pt x="0" y="3"/>
                  </a:lnTo>
                  <a:lnTo>
                    <a:pt x="9" y="4"/>
                  </a:lnTo>
                  <a:lnTo>
                    <a:pt x="29" y="0"/>
                  </a:ln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09" name="Google Shape;1009;p23"/>
            <p:cNvSpPr/>
            <p:nvPr/>
          </p:nvSpPr>
          <p:spPr>
            <a:xfrm>
              <a:off x="7478713" y="1562481"/>
              <a:ext cx="38100" cy="2462"/>
            </a:xfrm>
            <a:custGeom>
              <a:rect b="b" l="l" r="r" t="t"/>
              <a:pathLst>
                <a:path extrusionOk="0" h="3" w="40">
                  <a:moveTo>
                    <a:pt x="40" y="3"/>
                  </a:moveTo>
                  <a:lnTo>
                    <a:pt x="40" y="3"/>
                  </a:lnTo>
                  <a:lnTo>
                    <a:pt x="0" y="0"/>
                  </a:lnTo>
                  <a:cubicBezTo>
                    <a:pt x="9" y="1"/>
                    <a:pt x="22" y="2"/>
                    <a:pt x="4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10" name="Google Shape;1010;p23"/>
            <p:cNvSpPr/>
            <p:nvPr/>
          </p:nvSpPr>
          <p:spPr>
            <a:xfrm>
              <a:off x="5410200" y="1568636"/>
              <a:ext cx="36512" cy="3693"/>
            </a:xfrm>
            <a:custGeom>
              <a:rect b="b" l="l" r="r" t="t"/>
              <a:pathLst>
                <a:path extrusionOk="0" h="5" w="38">
                  <a:moveTo>
                    <a:pt x="24" y="0"/>
                  </a:moveTo>
                  <a:lnTo>
                    <a:pt x="24" y="0"/>
                  </a:lnTo>
                  <a:lnTo>
                    <a:pt x="0" y="5"/>
                  </a:lnTo>
                  <a:cubicBezTo>
                    <a:pt x="38" y="5"/>
                    <a:pt x="21" y="3"/>
                    <a:pt x="2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11" name="Google Shape;1011;p23"/>
            <p:cNvSpPr/>
            <p:nvPr/>
          </p:nvSpPr>
          <p:spPr>
            <a:xfrm>
              <a:off x="10206038" y="1530477"/>
              <a:ext cx="61912" cy="4924"/>
            </a:xfrm>
            <a:custGeom>
              <a:rect b="b" l="l" r="r" t="t"/>
              <a:pathLst>
                <a:path extrusionOk="0" h="6" w="65">
                  <a:moveTo>
                    <a:pt x="65" y="3"/>
                  </a:moveTo>
                  <a:lnTo>
                    <a:pt x="65" y="3"/>
                  </a:lnTo>
                  <a:cubicBezTo>
                    <a:pt x="39" y="1"/>
                    <a:pt x="18" y="0"/>
                    <a:pt x="0" y="0"/>
                  </a:cubicBezTo>
                  <a:cubicBezTo>
                    <a:pt x="32" y="2"/>
                    <a:pt x="57" y="6"/>
                    <a:pt x="65"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12" name="Google Shape;1012;p23"/>
            <p:cNvSpPr/>
            <p:nvPr/>
          </p:nvSpPr>
          <p:spPr>
            <a:xfrm>
              <a:off x="6257925" y="1525554"/>
              <a:ext cx="19050" cy="2462"/>
            </a:xfrm>
            <a:custGeom>
              <a:rect b="b" l="l" r="r" t="t"/>
              <a:pathLst>
                <a:path extrusionOk="0" h="2" w="21">
                  <a:moveTo>
                    <a:pt x="18" y="0"/>
                  </a:moveTo>
                  <a:lnTo>
                    <a:pt x="18" y="0"/>
                  </a:lnTo>
                  <a:cubicBezTo>
                    <a:pt x="5" y="1"/>
                    <a:pt x="0" y="2"/>
                    <a:pt x="0" y="2"/>
                  </a:cubicBezTo>
                  <a:cubicBezTo>
                    <a:pt x="13" y="2"/>
                    <a:pt x="21" y="1"/>
                    <a:pt x="1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13" name="Google Shape;1013;p23"/>
            <p:cNvSpPr/>
            <p:nvPr/>
          </p:nvSpPr>
          <p:spPr>
            <a:xfrm>
              <a:off x="10134600" y="1528016"/>
              <a:ext cx="71437" cy="3693"/>
            </a:xfrm>
            <a:custGeom>
              <a:rect b="b" l="l" r="r" t="t"/>
              <a:pathLst>
                <a:path extrusionOk="0" h="4" w="75">
                  <a:moveTo>
                    <a:pt x="0" y="3"/>
                  </a:moveTo>
                  <a:lnTo>
                    <a:pt x="0" y="3"/>
                  </a:lnTo>
                  <a:lnTo>
                    <a:pt x="13" y="4"/>
                  </a:lnTo>
                  <a:cubicBezTo>
                    <a:pt x="32" y="3"/>
                    <a:pt x="52" y="2"/>
                    <a:pt x="75" y="3"/>
                  </a:cubicBezTo>
                  <a:cubicBezTo>
                    <a:pt x="52" y="1"/>
                    <a:pt x="25" y="0"/>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14" name="Google Shape;1014;p23"/>
            <p:cNvSpPr/>
            <p:nvPr/>
          </p:nvSpPr>
          <p:spPr>
            <a:xfrm>
              <a:off x="2582863" y="1560020"/>
              <a:ext cx="7937" cy="1231"/>
            </a:xfrm>
            <a:custGeom>
              <a:rect b="b" l="l" r="r" t="t"/>
              <a:pathLst>
                <a:path extrusionOk="0" h="1" w="8">
                  <a:moveTo>
                    <a:pt x="8" y="1"/>
                  </a:moveTo>
                  <a:lnTo>
                    <a:pt x="8" y="1"/>
                  </a:lnTo>
                  <a:lnTo>
                    <a:pt x="1" y="0"/>
                  </a:lnTo>
                  <a:cubicBezTo>
                    <a:pt x="0" y="1"/>
                    <a:pt x="3" y="1"/>
                    <a:pt x="8"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15" name="Google Shape;1015;p23"/>
            <p:cNvSpPr/>
            <p:nvPr/>
          </p:nvSpPr>
          <p:spPr>
            <a:xfrm>
              <a:off x="1762125" y="1521861"/>
              <a:ext cx="34925" cy="1231"/>
            </a:xfrm>
            <a:custGeom>
              <a:rect b="b" l="l" r="r" t="t"/>
              <a:pathLst>
                <a:path extrusionOk="0" h="1" w="36">
                  <a:moveTo>
                    <a:pt x="0" y="1"/>
                  </a:moveTo>
                  <a:lnTo>
                    <a:pt x="0" y="1"/>
                  </a:lnTo>
                  <a:cubicBezTo>
                    <a:pt x="9" y="1"/>
                    <a:pt x="23" y="1"/>
                    <a:pt x="36" y="1"/>
                  </a:cubicBezTo>
                  <a:cubicBezTo>
                    <a:pt x="29" y="0"/>
                    <a:pt x="19"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16" name="Google Shape;1016;p23"/>
            <p:cNvSpPr/>
            <p:nvPr/>
          </p:nvSpPr>
          <p:spPr>
            <a:xfrm>
              <a:off x="10812463" y="1529246"/>
              <a:ext cx="19050" cy="1231"/>
            </a:xfrm>
            <a:custGeom>
              <a:rect b="b" l="l" r="r" t="t"/>
              <a:pathLst>
                <a:path extrusionOk="0" h="1" w="20">
                  <a:moveTo>
                    <a:pt x="0" y="1"/>
                  </a:moveTo>
                  <a:lnTo>
                    <a:pt x="0" y="1"/>
                  </a:lnTo>
                  <a:cubicBezTo>
                    <a:pt x="20" y="1"/>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17" name="Google Shape;1017;p23"/>
            <p:cNvSpPr/>
            <p:nvPr/>
          </p:nvSpPr>
          <p:spPr>
            <a:xfrm>
              <a:off x="10896600" y="1545248"/>
              <a:ext cx="7937" cy="2462"/>
            </a:xfrm>
            <a:custGeom>
              <a:rect b="b" l="l" r="r" t="t"/>
              <a:pathLst>
                <a:path extrusionOk="0" h="3" w="8">
                  <a:moveTo>
                    <a:pt x="8" y="0"/>
                  </a:moveTo>
                  <a:lnTo>
                    <a:pt x="8" y="0"/>
                  </a:lnTo>
                  <a:cubicBezTo>
                    <a:pt x="4" y="1"/>
                    <a:pt x="1" y="2"/>
                    <a:pt x="0" y="3"/>
                  </a:cubicBezTo>
                  <a:cubicBezTo>
                    <a:pt x="2" y="2"/>
                    <a:pt x="4" y="1"/>
                    <a:pt x="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18" name="Google Shape;1018;p23"/>
            <p:cNvSpPr/>
            <p:nvPr/>
          </p:nvSpPr>
          <p:spPr>
            <a:xfrm>
              <a:off x="9947275" y="1553865"/>
              <a:ext cx="4762" cy="1231"/>
            </a:xfrm>
            <a:custGeom>
              <a:rect b="b" l="l" r="r" t="t"/>
              <a:pathLst>
                <a:path extrusionOk="0" h="1" w="5">
                  <a:moveTo>
                    <a:pt x="1" y="0"/>
                  </a:moveTo>
                  <a:lnTo>
                    <a:pt x="1" y="0"/>
                  </a:lnTo>
                  <a:lnTo>
                    <a:pt x="0" y="0"/>
                  </a:lnTo>
                  <a:cubicBezTo>
                    <a:pt x="5" y="1"/>
                    <a:pt x="4" y="0"/>
                    <a:pt x="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19" name="Google Shape;1019;p23"/>
            <p:cNvSpPr/>
            <p:nvPr/>
          </p:nvSpPr>
          <p:spPr>
            <a:xfrm>
              <a:off x="10817225" y="1531708"/>
              <a:ext cx="23812" cy="0"/>
            </a:xfrm>
            <a:custGeom>
              <a:rect b="b" l="l" r="r" t="t"/>
              <a:pathLst>
                <a:path extrusionOk="0" h="1" w="25">
                  <a:moveTo>
                    <a:pt x="25" y="0"/>
                  </a:moveTo>
                  <a:lnTo>
                    <a:pt x="25" y="0"/>
                  </a:lnTo>
                  <a:cubicBezTo>
                    <a:pt x="18" y="0"/>
                    <a:pt x="10" y="0"/>
                    <a:pt x="0" y="0"/>
                  </a:cubicBezTo>
                  <a:cubicBezTo>
                    <a:pt x="5" y="0"/>
                    <a:pt x="12" y="0"/>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20" name="Google Shape;1020;p23"/>
            <p:cNvSpPr/>
            <p:nvPr/>
          </p:nvSpPr>
          <p:spPr>
            <a:xfrm>
              <a:off x="10836275" y="1529246"/>
              <a:ext cx="19050" cy="1231"/>
            </a:xfrm>
            <a:custGeom>
              <a:rect b="b" l="l" r="r" t="t"/>
              <a:pathLst>
                <a:path extrusionOk="0" h="1" w="20">
                  <a:moveTo>
                    <a:pt x="0" y="1"/>
                  </a:moveTo>
                  <a:lnTo>
                    <a:pt x="0" y="1"/>
                  </a:lnTo>
                  <a:lnTo>
                    <a:pt x="18" y="1"/>
                  </a:lnTo>
                  <a:cubicBezTo>
                    <a:pt x="20" y="1"/>
                    <a:pt x="18"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21" name="Google Shape;1021;p23"/>
            <p:cNvSpPr/>
            <p:nvPr/>
          </p:nvSpPr>
          <p:spPr>
            <a:xfrm>
              <a:off x="10787063" y="1530477"/>
              <a:ext cx="30162" cy="1231"/>
            </a:xfrm>
            <a:custGeom>
              <a:rect b="b" l="l" r="r" t="t"/>
              <a:pathLst>
                <a:path extrusionOk="0" h="1" w="31">
                  <a:moveTo>
                    <a:pt x="0" y="0"/>
                  </a:moveTo>
                  <a:lnTo>
                    <a:pt x="0" y="0"/>
                  </a:lnTo>
                  <a:cubicBezTo>
                    <a:pt x="11" y="0"/>
                    <a:pt x="21" y="0"/>
                    <a:pt x="31" y="1"/>
                  </a:cubicBezTo>
                  <a:cubicBezTo>
                    <a:pt x="28" y="0"/>
                    <a:pt x="26" y="0"/>
                    <a:pt x="27"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22" name="Google Shape;1022;p23"/>
            <p:cNvSpPr/>
            <p:nvPr/>
          </p:nvSpPr>
          <p:spPr>
            <a:xfrm>
              <a:off x="4092575" y="1552634"/>
              <a:ext cx="20637" cy="2462"/>
            </a:xfrm>
            <a:custGeom>
              <a:rect b="b" l="l" r="r" t="t"/>
              <a:pathLst>
                <a:path extrusionOk="0" h="2" w="23">
                  <a:moveTo>
                    <a:pt x="23" y="0"/>
                  </a:moveTo>
                  <a:lnTo>
                    <a:pt x="23" y="0"/>
                  </a:lnTo>
                  <a:lnTo>
                    <a:pt x="19" y="0"/>
                  </a:lnTo>
                  <a:cubicBezTo>
                    <a:pt x="0" y="2"/>
                    <a:pt x="8" y="1"/>
                    <a:pt x="2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23" name="Google Shape;1023;p23"/>
            <p:cNvSpPr/>
            <p:nvPr/>
          </p:nvSpPr>
          <p:spPr>
            <a:xfrm>
              <a:off x="8528050" y="1567405"/>
              <a:ext cx="3175" cy="1231"/>
            </a:xfrm>
            <a:custGeom>
              <a:rect b="b" l="l" r="r" t="t"/>
              <a:pathLst>
                <a:path extrusionOk="0" h="1" w="3">
                  <a:moveTo>
                    <a:pt x="1" y="1"/>
                  </a:moveTo>
                  <a:lnTo>
                    <a:pt x="1" y="1"/>
                  </a:lnTo>
                  <a:lnTo>
                    <a:pt x="3" y="0"/>
                  </a:lnTo>
                  <a:lnTo>
                    <a:pt x="0" y="0"/>
                  </a:lnTo>
                  <a:lnTo>
                    <a:pt x="1"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24" name="Google Shape;1024;p23"/>
            <p:cNvSpPr/>
            <p:nvPr/>
          </p:nvSpPr>
          <p:spPr>
            <a:xfrm>
              <a:off x="8461375" y="1556326"/>
              <a:ext cx="66675" cy="14771"/>
            </a:xfrm>
            <a:custGeom>
              <a:rect b="b" l="l" r="r" t="t"/>
              <a:pathLst>
                <a:path extrusionOk="0" h="17" w="69">
                  <a:moveTo>
                    <a:pt x="0" y="17"/>
                  </a:moveTo>
                  <a:lnTo>
                    <a:pt x="0" y="17"/>
                  </a:lnTo>
                  <a:cubicBezTo>
                    <a:pt x="30" y="11"/>
                    <a:pt x="47" y="12"/>
                    <a:pt x="69" y="13"/>
                  </a:cubicBezTo>
                  <a:lnTo>
                    <a:pt x="46" y="0"/>
                  </a:lnTo>
                  <a:lnTo>
                    <a:pt x="0" y="17"/>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25" name="Google Shape;1025;p23"/>
            <p:cNvSpPr/>
            <p:nvPr/>
          </p:nvSpPr>
          <p:spPr>
            <a:xfrm>
              <a:off x="1562100" y="1514475"/>
              <a:ext cx="9563100" cy="64008"/>
            </a:xfrm>
            <a:custGeom>
              <a:rect b="b" l="l" r="r" t="t"/>
              <a:pathLst>
                <a:path extrusionOk="0" h="75" w="1003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26" name="Google Shape;1026;p23"/>
            <p:cNvSpPr/>
            <p:nvPr/>
          </p:nvSpPr>
          <p:spPr>
            <a:xfrm>
              <a:off x="7508875" y="1560020"/>
              <a:ext cx="11112" cy="3693"/>
            </a:xfrm>
            <a:custGeom>
              <a:rect b="b" l="l" r="r" t="t"/>
              <a:pathLst>
                <a:path extrusionOk="0" h="3" w="12">
                  <a:moveTo>
                    <a:pt x="12" y="3"/>
                  </a:moveTo>
                  <a:lnTo>
                    <a:pt x="12" y="3"/>
                  </a:lnTo>
                  <a:cubicBezTo>
                    <a:pt x="8" y="2"/>
                    <a:pt x="7" y="1"/>
                    <a:pt x="6" y="0"/>
                  </a:cubicBezTo>
                  <a:cubicBezTo>
                    <a:pt x="1" y="1"/>
                    <a:pt x="0" y="2"/>
                    <a:pt x="12"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27" name="Google Shape;1027;p23"/>
            <p:cNvSpPr/>
            <p:nvPr/>
          </p:nvSpPr>
          <p:spPr>
            <a:xfrm>
              <a:off x="5434013" y="1567405"/>
              <a:ext cx="4762" cy="1231"/>
            </a:xfrm>
            <a:custGeom>
              <a:rect b="b" l="l" r="r" t="t"/>
              <a:pathLst>
                <a:path extrusionOk="0" h="1" w="5">
                  <a:moveTo>
                    <a:pt x="5" y="1"/>
                  </a:moveTo>
                  <a:lnTo>
                    <a:pt x="5" y="1"/>
                  </a:lnTo>
                  <a:lnTo>
                    <a:pt x="3" y="0"/>
                  </a:lnTo>
                  <a:cubicBezTo>
                    <a:pt x="1" y="1"/>
                    <a:pt x="1" y="1"/>
                    <a:pt x="0" y="1"/>
                  </a:cubicBezTo>
                  <a:lnTo>
                    <a:pt x="5"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28" name="Google Shape;1028;p23"/>
            <p:cNvSpPr/>
            <p:nvPr/>
          </p:nvSpPr>
          <p:spPr>
            <a:xfrm>
              <a:off x="9672638" y="1567405"/>
              <a:ext cx="25400" cy="2462"/>
            </a:xfrm>
            <a:custGeom>
              <a:rect b="b" l="l" r="r" t="t"/>
              <a:pathLst>
                <a:path extrusionOk="0" h="3" w="27">
                  <a:moveTo>
                    <a:pt x="27" y="3"/>
                  </a:moveTo>
                  <a:lnTo>
                    <a:pt x="27" y="3"/>
                  </a:lnTo>
                  <a:cubicBezTo>
                    <a:pt x="13" y="2"/>
                    <a:pt x="6" y="1"/>
                    <a:pt x="1" y="0"/>
                  </a:cubicBezTo>
                  <a:cubicBezTo>
                    <a:pt x="0" y="1"/>
                    <a:pt x="6"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29" name="Google Shape;1029;p23"/>
            <p:cNvSpPr/>
            <p:nvPr/>
          </p:nvSpPr>
          <p:spPr>
            <a:xfrm>
              <a:off x="10966450" y="1529246"/>
              <a:ext cx="39687" cy="2462"/>
            </a:xfrm>
            <a:custGeom>
              <a:rect b="b" l="l" r="r" t="t"/>
              <a:pathLst>
                <a:path extrusionOk="0" h="3" w="42">
                  <a:moveTo>
                    <a:pt x="42" y="0"/>
                  </a:moveTo>
                  <a:lnTo>
                    <a:pt x="42" y="0"/>
                  </a:lnTo>
                  <a:lnTo>
                    <a:pt x="0" y="1"/>
                  </a:lnTo>
                  <a:cubicBezTo>
                    <a:pt x="20" y="1"/>
                    <a:pt x="27" y="2"/>
                    <a:pt x="38" y="3"/>
                  </a:cubicBezTo>
                  <a:cubicBezTo>
                    <a:pt x="37" y="2"/>
                    <a:pt x="29" y="0"/>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30" name="Google Shape;1030;p23"/>
            <p:cNvSpPr/>
            <p:nvPr/>
          </p:nvSpPr>
          <p:spPr>
            <a:xfrm>
              <a:off x="11329988" y="1552634"/>
              <a:ext cx="44450" cy="2462"/>
            </a:xfrm>
            <a:custGeom>
              <a:rect b="b" l="l" r="r" t="t"/>
              <a:pathLst>
                <a:path extrusionOk="0" h="3" w="46">
                  <a:moveTo>
                    <a:pt x="27" y="3"/>
                  </a:moveTo>
                  <a:lnTo>
                    <a:pt x="27" y="3"/>
                  </a:lnTo>
                  <a:cubicBezTo>
                    <a:pt x="33" y="2"/>
                    <a:pt x="40" y="3"/>
                    <a:pt x="46" y="2"/>
                  </a:cubicBezTo>
                  <a:lnTo>
                    <a:pt x="44" y="0"/>
                  </a:lnTo>
                  <a:cubicBezTo>
                    <a:pt x="18" y="0"/>
                    <a:pt x="0"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31" name="Google Shape;1031;p23"/>
            <p:cNvSpPr/>
            <p:nvPr/>
          </p:nvSpPr>
          <p:spPr>
            <a:xfrm>
              <a:off x="11042650" y="1540325"/>
              <a:ext cx="60325" cy="6155"/>
            </a:xfrm>
            <a:custGeom>
              <a:rect b="b" l="l" r="r" t="t"/>
              <a:pathLst>
                <a:path extrusionOk="0" h="7" w="63">
                  <a:moveTo>
                    <a:pt x="0" y="3"/>
                  </a:moveTo>
                  <a:lnTo>
                    <a:pt x="0" y="3"/>
                  </a:lnTo>
                  <a:cubicBezTo>
                    <a:pt x="3" y="7"/>
                    <a:pt x="30" y="6"/>
                    <a:pt x="60" y="5"/>
                  </a:cubicBezTo>
                  <a:lnTo>
                    <a:pt x="54" y="5"/>
                  </a:lnTo>
                  <a:cubicBezTo>
                    <a:pt x="63" y="0"/>
                    <a:pt x="31"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32" name="Google Shape;1032;p23"/>
            <p:cNvSpPr/>
            <p:nvPr/>
          </p:nvSpPr>
          <p:spPr>
            <a:xfrm>
              <a:off x="11106150" y="1542787"/>
              <a:ext cx="28575" cy="1231"/>
            </a:xfrm>
            <a:custGeom>
              <a:rect b="b" l="l" r="r" t="t"/>
              <a:pathLst>
                <a:path extrusionOk="0" h="2" w="31">
                  <a:moveTo>
                    <a:pt x="0" y="2"/>
                  </a:moveTo>
                  <a:lnTo>
                    <a:pt x="0" y="2"/>
                  </a:lnTo>
                  <a:cubicBezTo>
                    <a:pt x="10" y="2"/>
                    <a:pt x="19" y="2"/>
                    <a:pt x="28" y="2"/>
                  </a:cubicBezTo>
                  <a:cubicBezTo>
                    <a:pt x="31" y="0"/>
                    <a:pt x="17" y="2"/>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33" name="Google Shape;1033;p23"/>
            <p:cNvSpPr/>
            <p:nvPr/>
          </p:nvSpPr>
          <p:spPr>
            <a:xfrm>
              <a:off x="10679113" y="1525554"/>
              <a:ext cx="103187" cy="9847"/>
            </a:xfrm>
            <a:custGeom>
              <a:rect b="b" l="l" r="r" t="t"/>
              <a:pathLst>
                <a:path extrusionOk="0" h="12" w="109">
                  <a:moveTo>
                    <a:pt x="77" y="9"/>
                  </a:moveTo>
                  <a:lnTo>
                    <a:pt x="77" y="9"/>
                  </a:lnTo>
                  <a:cubicBezTo>
                    <a:pt x="91" y="10"/>
                    <a:pt x="86" y="4"/>
                    <a:pt x="94" y="6"/>
                  </a:cubicBezTo>
                  <a:cubicBezTo>
                    <a:pt x="109" y="0"/>
                    <a:pt x="0" y="12"/>
                    <a:pt x="77"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34" name="Google Shape;1034;p23"/>
            <p:cNvSpPr/>
            <p:nvPr/>
          </p:nvSpPr>
          <p:spPr>
            <a:xfrm>
              <a:off x="11039475" y="1550172"/>
              <a:ext cx="26987" cy="4924"/>
            </a:xfrm>
            <a:custGeom>
              <a:rect b="b" l="l" r="r" t="t"/>
              <a:pathLst>
                <a:path extrusionOk="0" h="5" w="27">
                  <a:moveTo>
                    <a:pt x="27" y="5"/>
                  </a:moveTo>
                  <a:lnTo>
                    <a:pt x="27" y="5"/>
                  </a:lnTo>
                  <a:lnTo>
                    <a:pt x="16" y="0"/>
                  </a:lnTo>
                  <a:lnTo>
                    <a:pt x="0" y="4"/>
                  </a:lnTo>
                  <a:lnTo>
                    <a:pt x="27"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35" name="Google Shape;1035;p23"/>
            <p:cNvSpPr/>
            <p:nvPr/>
          </p:nvSpPr>
          <p:spPr>
            <a:xfrm>
              <a:off x="10841038" y="1548941"/>
              <a:ext cx="58737" cy="2462"/>
            </a:xfrm>
            <a:custGeom>
              <a:rect b="b" l="l" r="r" t="t"/>
              <a:pathLst>
                <a:path extrusionOk="0" h="3" w="61">
                  <a:moveTo>
                    <a:pt x="1" y="2"/>
                  </a:moveTo>
                  <a:lnTo>
                    <a:pt x="1" y="2"/>
                  </a:lnTo>
                  <a:lnTo>
                    <a:pt x="49" y="3"/>
                  </a:lnTo>
                  <a:cubicBezTo>
                    <a:pt x="48" y="2"/>
                    <a:pt x="54" y="2"/>
                    <a:pt x="61" y="2"/>
                  </a:cubicBezTo>
                  <a:cubicBezTo>
                    <a:pt x="32" y="1"/>
                    <a:pt x="0" y="0"/>
                    <a:pt x="1"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36" name="Google Shape;1036;p23"/>
            <p:cNvSpPr/>
            <p:nvPr/>
          </p:nvSpPr>
          <p:spPr>
            <a:xfrm>
              <a:off x="10899775" y="1550172"/>
              <a:ext cx="36512" cy="1231"/>
            </a:xfrm>
            <a:custGeom>
              <a:rect b="b" l="l" r="r" t="t"/>
              <a:pathLst>
                <a:path extrusionOk="0" h="1" w="38">
                  <a:moveTo>
                    <a:pt x="0" y="1"/>
                  </a:moveTo>
                  <a:lnTo>
                    <a:pt x="0" y="1"/>
                  </a:lnTo>
                  <a:cubicBezTo>
                    <a:pt x="15" y="1"/>
                    <a:pt x="30" y="1"/>
                    <a:pt x="38" y="0"/>
                  </a:cubicBezTo>
                  <a:cubicBezTo>
                    <a:pt x="30" y="0"/>
                    <a:pt x="12"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37" name="Google Shape;1037;p23"/>
            <p:cNvSpPr/>
            <p:nvPr/>
          </p:nvSpPr>
          <p:spPr>
            <a:xfrm>
              <a:off x="10958513" y="1555096"/>
              <a:ext cx="46037" cy="0"/>
            </a:xfrm>
            <a:custGeom>
              <a:rect b="b" l="l" r="r" t="t"/>
              <a:pathLst>
                <a:path extrusionOk="0" h="1" w="47">
                  <a:moveTo>
                    <a:pt x="47" y="0"/>
                  </a:moveTo>
                  <a:lnTo>
                    <a:pt x="47" y="0"/>
                  </a:lnTo>
                  <a:lnTo>
                    <a:pt x="33" y="0"/>
                  </a:lnTo>
                  <a:lnTo>
                    <a:pt x="0" y="0"/>
                  </a:lnTo>
                  <a:lnTo>
                    <a:pt x="47"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38" name="Google Shape;1038;p23"/>
            <p:cNvSpPr/>
            <p:nvPr/>
          </p:nvSpPr>
          <p:spPr>
            <a:xfrm>
              <a:off x="10304463" y="1548941"/>
              <a:ext cx="61912" cy="3693"/>
            </a:xfrm>
            <a:custGeom>
              <a:rect b="b" l="l" r="r" t="t"/>
              <a:pathLst>
                <a:path extrusionOk="0" h="4" w="65">
                  <a:moveTo>
                    <a:pt x="57" y="0"/>
                  </a:moveTo>
                  <a:lnTo>
                    <a:pt x="57" y="0"/>
                  </a:lnTo>
                  <a:lnTo>
                    <a:pt x="5" y="1"/>
                  </a:lnTo>
                  <a:cubicBezTo>
                    <a:pt x="0" y="3"/>
                    <a:pt x="14" y="4"/>
                    <a:pt x="33" y="4"/>
                  </a:cubicBezTo>
                  <a:cubicBezTo>
                    <a:pt x="45" y="2"/>
                    <a:pt x="65" y="2"/>
                    <a:pt x="57"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39" name="Google Shape;1039;p23"/>
            <p:cNvSpPr/>
            <p:nvPr/>
          </p:nvSpPr>
          <p:spPr>
            <a:xfrm>
              <a:off x="10483850" y="1557558"/>
              <a:ext cx="23812" cy="6155"/>
            </a:xfrm>
            <a:custGeom>
              <a:rect b="b" l="l" r="r" t="t"/>
              <a:pathLst>
                <a:path extrusionOk="0" h="7" w="25">
                  <a:moveTo>
                    <a:pt x="25" y="4"/>
                  </a:moveTo>
                  <a:lnTo>
                    <a:pt x="25" y="4"/>
                  </a:lnTo>
                  <a:cubicBezTo>
                    <a:pt x="11" y="3"/>
                    <a:pt x="10" y="2"/>
                    <a:pt x="2" y="0"/>
                  </a:cubicBezTo>
                  <a:lnTo>
                    <a:pt x="0" y="7"/>
                  </a:lnTo>
                  <a:lnTo>
                    <a:pt x="25"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40" name="Google Shape;1040;p23"/>
            <p:cNvSpPr/>
            <p:nvPr/>
          </p:nvSpPr>
          <p:spPr>
            <a:xfrm>
              <a:off x="10291763" y="1563712"/>
              <a:ext cx="117475" cy="2462"/>
            </a:xfrm>
            <a:custGeom>
              <a:rect b="b" l="l" r="r" t="t"/>
              <a:pathLst>
                <a:path extrusionOk="0" h="4" w="123">
                  <a:moveTo>
                    <a:pt x="75" y="0"/>
                  </a:moveTo>
                  <a:lnTo>
                    <a:pt x="75" y="0"/>
                  </a:lnTo>
                  <a:cubicBezTo>
                    <a:pt x="70" y="1"/>
                    <a:pt x="0" y="4"/>
                    <a:pt x="66" y="4"/>
                  </a:cubicBezTo>
                  <a:cubicBezTo>
                    <a:pt x="71" y="2"/>
                    <a:pt x="123" y="1"/>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41" name="Google Shape;1041;p23"/>
            <p:cNvSpPr/>
            <p:nvPr/>
          </p:nvSpPr>
          <p:spPr>
            <a:xfrm>
              <a:off x="9621838" y="1546479"/>
              <a:ext cx="11112" cy="8617"/>
            </a:xfrm>
            <a:custGeom>
              <a:rect b="b" l="l" r="r" t="t"/>
              <a:pathLst>
                <a:path extrusionOk="0" h="10" w="13">
                  <a:moveTo>
                    <a:pt x="0" y="10"/>
                  </a:moveTo>
                  <a:lnTo>
                    <a:pt x="0" y="10"/>
                  </a:lnTo>
                  <a:lnTo>
                    <a:pt x="13" y="10"/>
                  </a:lnTo>
                  <a:lnTo>
                    <a:pt x="12" y="0"/>
                  </a:lnTo>
                  <a:lnTo>
                    <a:pt x="0" y="1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42" name="Google Shape;1042;p23"/>
            <p:cNvSpPr/>
            <p:nvPr/>
          </p:nvSpPr>
          <p:spPr>
            <a:xfrm>
              <a:off x="8951913" y="1568636"/>
              <a:ext cx="96837" cy="8617"/>
            </a:xfrm>
            <a:custGeom>
              <a:rect b="b" l="l" r="r" t="t"/>
              <a:pathLst>
                <a:path extrusionOk="0" h="10" w="101">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43" name="Google Shape;1043;p23"/>
            <p:cNvSpPr/>
            <p:nvPr/>
          </p:nvSpPr>
          <p:spPr>
            <a:xfrm>
              <a:off x="9005888" y="1566174"/>
              <a:ext cx="17462" cy="2462"/>
            </a:xfrm>
            <a:custGeom>
              <a:rect b="b" l="l" r="r" t="t"/>
              <a:pathLst>
                <a:path extrusionOk="0" h="2" w="19">
                  <a:moveTo>
                    <a:pt x="0" y="2"/>
                  </a:moveTo>
                  <a:lnTo>
                    <a:pt x="0" y="2"/>
                  </a:lnTo>
                  <a:lnTo>
                    <a:pt x="19" y="0"/>
                  </a:lnTo>
                  <a:cubicBezTo>
                    <a:pt x="8" y="1"/>
                    <a:pt x="3" y="1"/>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44" name="Google Shape;1044;p23"/>
            <p:cNvSpPr/>
            <p:nvPr/>
          </p:nvSpPr>
          <p:spPr>
            <a:xfrm>
              <a:off x="1587500" y="1516937"/>
              <a:ext cx="38100" cy="3693"/>
            </a:xfrm>
            <a:custGeom>
              <a:rect b="b" l="l" r="r" t="t"/>
              <a:pathLst>
                <a:path extrusionOk="0" h="4" w="39">
                  <a:moveTo>
                    <a:pt x="39" y="2"/>
                  </a:moveTo>
                  <a:lnTo>
                    <a:pt x="39" y="2"/>
                  </a:lnTo>
                  <a:lnTo>
                    <a:pt x="0" y="0"/>
                  </a:lnTo>
                  <a:lnTo>
                    <a:pt x="25" y="4"/>
                  </a:lnTo>
                  <a:lnTo>
                    <a:pt x="39"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45" name="Google Shape;1045;p23"/>
            <p:cNvSpPr/>
            <p:nvPr/>
          </p:nvSpPr>
          <p:spPr>
            <a:xfrm>
              <a:off x="1522413" y="1519399"/>
              <a:ext cx="30162" cy="4924"/>
            </a:xfrm>
            <a:custGeom>
              <a:rect b="b" l="l" r="r" t="t"/>
              <a:pathLst>
                <a:path extrusionOk="0" h="6" w="32">
                  <a:moveTo>
                    <a:pt x="32" y="6"/>
                  </a:moveTo>
                  <a:lnTo>
                    <a:pt x="32" y="6"/>
                  </a:lnTo>
                  <a:lnTo>
                    <a:pt x="23" y="0"/>
                  </a:lnTo>
                  <a:lnTo>
                    <a:pt x="0" y="5"/>
                  </a:lnTo>
                  <a:cubicBezTo>
                    <a:pt x="8" y="5"/>
                    <a:pt x="26" y="5"/>
                    <a:pt x="32"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46" name="Google Shape;1046;p23"/>
            <p:cNvSpPr/>
            <p:nvPr/>
          </p:nvSpPr>
          <p:spPr>
            <a:xfrm>
              <a:off x="6650038" y="1573559"/>
              <a:ext cx="33337" cy="3693"/>
            </a:xfrm>
            <a:custGeom>
              <a:rect b="b" l="l" r="r" t="t"/>
              <a:pathLst>
                <a:path extrusionOk="0" h="4" w="34">
                  <a:moveTo>
                    <a:pt x="31" y="4"/>
                  </a:moveTo>
                  <a:lnTo>
                    <a:pt x="31" y="4"/>
                  </a:lnTo>
                  <a:lnTo>
                    <a:pt x="34" y="2"/>
                  </a:lnTo>
                  <a:cubicBezTo>
                    <a:pt x="28" y="1"/>
                    <a:pt x="18" y="1"/>
                    <a:pt x="0" y="0"/>
                  </a:cubicBezTo>
                  <a:lnTo>
                    <a:pt x="3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47" name="Google Shape;1047;p23"/>
            <p:cNvSpPr/>
            <p:nvPr/>
          </p:nvSpPr>
          <p:spPr>
            <a:xfrm>
              <a:off x="6162675" y="1566174"/>
              <a:ext cx="15875" cy="4924"/>
            </a:xfrm>
            <a:custGeom>
              <a:rect b="b" l="l" r="r" t="t"/>
              <a:pathLst>
                <a:path extrusionOk="0" h="6" w="17">
                  <a:moveTo>
                    <a:pt x="8" y="6"/>
                  </a:moveTo>
                  <a:lnTo>
                    <a:pt x="8" y="6"/>
                  </a:lnTo>
                  <a:lnTo>
                    <a:pt x="17" y="6"/>
                  </a:lnTo>
                  <a:lnTo>
                    <a:pt x="0" y="0"/>
                  </a:lnTo>
                  <a:lnTo>
                    <a:pt x="8"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48" name="Google Shape;1048;p23"/>
            <p:cNvSpPr/>
            <p:nvPr/>
          </p:nvSpPr>
          <p:spPr>
            <a:xfrm>
              <a:off x="5738813" y="1571097"/>
              <a:ext cx="60325" cy="6155"/>
            </a:xfrm>
            <a:custGeom>
              <a:rect b="b" l="l" r="r" t="t"/>
              <a:pathLst>
                <a:path extrusionOk="0" h="8" w="63">
                  <a:moveTo>
                    <a:pt x="5" y="7"/>
                  </a:moveTo>
                  <a:lnTo>
                    <a:pt x="5" y="7"/>
                  </a:lnTo>
                  <a:cubicBezTo>
                    <a:pt x="23" y="8"/>
                    <a:pt x="45" y="6"/>
                    <a:pt x="63" y="7"/>
                  </a:cubicBezTo>
                  <a:cubicBezTo>
                    <a:pt x="23" y="8"/>
                    <a:pt x="0" y="0"/>
                    <a:pt x="5" y="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grpSp>
      <p:sp>
        <p:nvSpPr>
          <p:cNvPr id="1049" name="Google Shape;1049;p23"/>
          <p:cNvSpPr txBox="1"/>
          <p:nvPr>
            <p:ph idx="1" type="body"/>
          </p:nvPr>
        </p:nvSpPr>
        <p:spPr>
          <a:xfrm rot="5400000">
            <a:off x="3960814" y="-533400"/>
            <a:ext cx="4267200" cy="91440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Clr>
                <a:schemeClr val="lt1"/>
              </a:buClr>
              <a:buSzPts val="1800"/>
              <a:buChar char="▪"/>
              <a:defRPr/>
            </a:lvl1pPr>
            <a:lvl2pPr indent="-342900" lvl="1" marL="914400" algn="l">
              <a:lnSpc>
                <a:spcPct val="90000"/>
              </a:lnSpc>
              <a:spcBef>
                <a:spcPts val="600"/>
              </a:spcBef>
              <a:spcAft>
                <a:spcPts val="0"/>
              </a:spcAft>
              <a:buClr>
                <a:schemeClr val="lt1"/>
              </a:buClr>
              <a:buSzPts val="1800"/>
              <a:buChar char="–"/>
              <a:defRPr/>
            </a:lvl2pPr>
            <a:lvl3pPr indent="-342900" lvl="2" marL="1371600" algn="l">
              <a:lnSpc>
                <a:spcPct val="90000"/>
              </a:lnSpc>
              <a:spcBef>
                <a:spcPts val="600"/>
              </a:spcBef>
              <a:spcAft>
                <a:spcPts val="0"/>
              </a:spcAft>
              <a:buClr>
                <a:schemeClr val="lt1"/>
              </a:buClr>
              <a:buSzPts val="1800"/>
              <a:buChar char="▪"/>
              <a:defRPr/>
            </a:lvl3pPr>
            <a:lvl4pPr indent="-342900" lvl="3" marL="1828800" algn="l">
              <a:lnSpc>
                <a:spcPct val="90000"/>
              </a:lnSpc>
              <a:spcBef>
                <a:spcPts val="600"/>
              </a:spcBef>
              <a:spcAft>
                <a:spcPts val="0"/>
              </a:spcAft>
              <a:buClr>
                <a:schemeClr val="lt1"/>
              </a:buClr>
              <a:buSzPts val="1800"/>
              <a:buChar char="–"/>
              <a:defRPr/>
            </a:lvl4pPr>
            <a:lvl5pPr indent="-330200" lvl="4" marL="2286000" algn="l">
              <a:lnSpc>
                <a:spcPct val="90000"/>
              </a:lnSpc>
              <a:spcBef>
                <a:spcPts val="600"/>
              </a:spcBef>
              <a:spcAft>
                <a:spcPts val="0"/>
              </a:spcAft>
              <a:buClr>
                <a:schemeClr val="lt1"/>
              </a:buClr>
              <a:buSzPts val="1600"/>
              <a:buChar char="▪"/>
              <a:defRPr/>
            </a:lvl5pPr>
            <a:lvl6pPr indent="-330200" lvl="5" marL="2743200" algn="l">
              <a:lnSpc>
                <a:spcPct val="90000"/>
              </a:lnSpc>
              <a:spcBef>
                <a:spcPts val="600"/>
              </a:spcBef>
              <a:spcAft>
                <a:spcPts val="0"/>
              </a:spcAft>
              <a:buClr>
                <a:schemeClr val="lt1"/>
              </a:buClr>
              <a:buSzPts val="1600"/>
              <a:buChar char="–"/>
              <a:defRPr/>
            </a:lvl6pPr>
            <a:lvl7pPr indent="-330200" lvl="6" marL="3200400" algn="l">
              <a:lnSpc>
                <a:spcPct val="90000"/>
              </a:lnSpc>
              <a:spcBef>
                <a:spcPts val="600"/>
              </a:spcBef>
              <a:spcAft>
                <a:spcPts val="0"/>
              </a:spcAft>
              <a:buClr>
                <a:schemeClr val="lt1"/>
              </a:buClr>
              <a:buSzPts val="1600"/>
              <a:buChar char="▪"/>
              <a:defRPr/>
            </a:lvl7pPr>
            <a:lvl8pPr indent="-330200" lvl="7" marL="3657600" algn="l">
              <a:lnSpc>
                <a:spcPct val="90000"/>
              </a:lnSpc>
              <a:spcBef>
                <a:spcPts val="600"/>
              </a:spcBef>
              <a:spcAft>
                <a:spcPts val="0"/>
              </a:spcAft>
              <a:buClr>
                <a:schemeClr val="lt1"/>
              </a:buClr>
              <a:buSzPts val="1600"/>
              <a:buChar char="–"/>
              <a:defRPr/>
            </a:lvl8pPr>
            <a:lvl9pPr indent="-330200" lvl="8" marL="4114800" algn="l">
              <a:lnSpc>
                <a:spcPct val="90000"/>
              </a:lnSpc>
              <a:spcBef>
                <a:spcPts val="600"/>
              </a:spcBef>
              <a:spcAft>
                <a:spcPts val="0"/>
              </a:spcAft>
              <a:buClr>
                <a:schemeClr val="lt1"/>
              </a:buClr>
              <a:buSzPts val="1600"/>
              <a:buChar char="▪"/>
              <a:defRPr/>
            </a:lvl9pPr>
          </a:lstStyle>
          <a:p/>
        </p:txBody>
      </p:sp>
      <p:sp>
        <p:nvSpPr>
          <p:cNvPr id="1050" name="Google Shape;1050;p23"/>
          <p:cNvSpPr txBox="1"/>
          <p:nvPr>
            <p:ph idx="11" type="ftr"/>
          </p:nvPr>
        </p:nvSpPr>
        <p:spPr>
          <a:xfrm>
            <a:off x="1522413" y="6400801"/>
            <a:ext cx="6324599" cy="276226"/>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1" name="Google Shape;1051;p23"/>
          <p:cNvSpPr txBox="1"/>
          <p:nvPr>
            <p:ph idx="10" type="dt"/>
          </p:nvPr>
        </p:nvSpPr>
        <p:spPr>
          <a:xfrm>
            <a:off x="8075612" y="6400801"/>
            <a:ext cx="1243859" cy="2762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2" name="Google Shape;1052;p23"/>
          <p:cNvSpPr txBox="1"/>
          <p:nvPr>
            <p:ph idx="12" type="sldNum"/>
          </p:nvPr>
        </p:nvSpPr>
        <p:spPr>
          <a:xfrm>
            <a:off x="9523412" y="6400801"/>
            <a:ext cx="1143002" cy="2762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53" name="Shape 1053"/>
        <p:cNvGrpSpPr/>
        <p:nvPr/>
      </p:nvGrpSpPr>
      <p:grpSpPr>
        <a:xfrm>
          <a:off x="0" y="0"/>
          <a:ext cx="0" cy="0"/>
          <a:chOff x="0" y="0"/>
          <a:chExt cx="0" cy="0"/>
        </a:xfrm>
      </p:grpSpPr>
      <p:sp>
        <p:nvSpPr>
          <p:cNvPr id="1054" name="Google Shape;1054;p24"/>
          <p:cNvSpPr txBox="1"/>
          <p:nvPr>
            <p:ph type="title"/>
          </p:nvPr>
        </p:nvSpPr>
        <p:spPr>
          <a:xfrm rot="5400000">
            <a:off x="8096538" y="2539713"/>
            <a:ext cx="5901747" cy="1371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grpSp>
        <p:nvGrpSpPr>
          <p:cNvPr descr="Line graphic" id="1055" name="Google Shape;1055;p24"/>
          <p:cNvGrpSpPr/>
          <p:nvPr/>
        </p:nvGrpSpPr>
        <p:grpSpPr>
          <a:xfrm rot="5400000">
            <a:off x="6864412" y="3472598"/>
            <a:ext cx="6492240" cy="64008"/>
            <a:chOff x="1522413" y="1514475"/>
            <a:chExt cx="10569575" cy="64008"/>
          </a:xfrm>
        </p:grpSpPr>
        <p:sp>
          <p:nvSpPr>
            <p:cNvPr id="1056" name="Google Shape;1056;p24"/>
            <p:cNvSpPr/>
            <p:nvPr/>
          </p:nvSpPr>
          <p:spPr>
            <a:xfrm>
              <a:off x="12028488" y="1525554"/>
              <a:ext cx="63500" cy="4924"/>
            </a:xfrm>
            <a:custGeom>
              <a:rect b="b" l="l" r="r" t="t"/>
              <a:pathLst>
                <a:path extrusionOk="0" h="6" w="67">
                  <a:moveTo>
                    <a:pt x="30" y="6"/>
                  </a:moveTo>
                  <a:lnTo>
                    <a:pt x="30" y="6"/>
                  </a:lnTo>
                  <a:lnTo>
                    <a:pt x="67" y="3"/>
                  </a:lnTo>
                  <a:cubicBezTo>
                    <a:pt x="60" y="2"/>
                    <a:pt x="26" y="1"/>
                    <a:pt x="39" y="0"/>
                  </a:cubicBezTo>
                  <a:cubicBezTo>
                    <a:pt x="0" y="1"/>
                    <a:pt x="8" y="3"/>
                    <a:pt x="30"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57" name="Google Shape;1057;p24"/>
            <p:cNvSpPr/>
            <p:nvPr/>
          </p:nvSpPr>
          <p:spPr>
            <a:xfrm>
              <a:off x="12022138" y="1532939"/>
              <a:ext cx="19050" cy="1231"/>
            </a:xfrm>
            <a:custGeom>
              <a:rect b="b" l="l" r="r" t="t"/>
              <a:pathLst>
                <a:path extrusionOk="0" h="2" w="20">
                  <a:moveTo>
                    <a:pt x="0" y="2"/>
                  </a:moveTo>
                  <a:lnTo>
                    <a:pt x="0" y="2"/>
                  </a:lnTo>
                  <a:lnTo>
                    <a:pt x="20" y="1"/>
                  </a:lnTo>
                  <a:cubicBezTo>
                    <a:pt x="16" y="0"/>
                    <a:pt x="11" y="0"/>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58" name="Google Shape;1058;p24"/>
            <p:cNvSpPr/>
            <p:nvPr/>
          </p:nvSpPr>
          <p:spPr>
            <a:xfrm>
              <a:off x="12041188" y="1531708"/>
              <a:ext cx="39687" cy="6155"/>
            </a:xfrm>
            <a:custGeom>
              <a:rect b="b" l="l" r="r" t="t"/>
              <a:pathLst>
                <a:path extrusionOk="0" h="6" w="41">
                  <a:moveTo>
                    <a:pt x="41" y="0"/>
                  </a:moveTo>
                  <a:lnTo>
                    <a:pt x="41" y="0"/>
                  </a:lnTo>
                  <a:lnTo>
                    <a:pt x="0" y="2"/>
                  </a:lnTo>
                  <a:cubicBezTo>
                    <a:pt x="5" y="3"/>
                    <a:pt x="6" y="6"/>
                    <a:pt x="19" y="1"/>
                  </a:cubicBezTo>
                  <a:cubicBezTo>
                    <a:pt x="15" y="3"/>
                    <a:pt x="23" y="1"/>
                    <a:pt x="4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59" name="Google Shape;1059;p24"/>
            <p:cNvSpPr/>
            <p:nvPr/>
          </p:nvSpPr>
          <p:spPr>
            <a:xfrm>
              <a:off x="11831638" y="1526784"/>
              <a:ext cx="42862" cy="4924"/>
            </a:xfrm>
            <a:custGeom>
              <a:rect b="b" l="l" r="r" t="t"/>
              <a:pathLst>
                <a:path extrusionOk="0" h="6" w="45">
                  <a:moveTo>
                    <a:pt x="2" y="0"/>
                  </a:moveTo>
                  <a:lnTo>
                    <a:pt x="2" y="0"/>
                  </a:lnTo>
                  <a:cubicBezTo>
                    <a:pt x="0" y="1"/>
                    <a:pt x="15" y="4"/>
                    <a:pt x="18" y="6"/>
                  </a:cubicBezTo>
                  <a:lnTo>
                    <a:pt x="45" y="4"/>
                  </a:lnTo>
                  <a:cubicBezTo>
                    <a:pt x="31" y="3"/>
                    <a:pt x="4" y="2"/>
                    <a:pt x="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60" name="Google Shape;1060;p24"/>
            <p:cNvSpPr/>
            <p:nvPr/>
          </p:nvSpPr>
          <p:spPr>
            <a:xfrm>
              <a:off x="11809413" y="1531708"/>
              <a:ext cx="41275" cy="2462"/>
            </a:xfrm>
            <a:custGeom>
              <a:rect b="b" l="l" r="r" t="t"/>
              <a:pathLst>
                <a:path extrusionOk="0" h="3" w="44">
                  <a:moveTo>
                    <a:pt x="42" y="0"/>
                  </a:moveTo>
                  <a:lnTo>
                    <a:pt x="42" y="0"/>
                  </a:lnTo>
                  <a:lnTo>
                    <a:pt x="0" y="3"/>
                  </a:lnTo>
                  <a:cubicBezTo>
                    <a:pt x="37" y="3"/>
                    <a:pt x="44" y="2"/>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61" name="Google Shape;1061;p24"/>
            <p:cNvSpPr/>
            <p:nvPr/>
          </p:nvSpPr>
          <p:spPr>
            <a:xfrm>
              <a:off x="12003088" y="1537863"/>
              <a:ext cx="77787" cy="3693"/>
            </a:xfrm>
            <a:custGeom>
              <a:rect b="b" l="l" r="r" t="t"/>
              <a:pathLst>
                <a:path extrusionOk="0" h="5" w="82">
                  <a:moveTo>
                    <a:pt x="14" y="5"/>
                  </a:moveTo>
                  <a:lnTo>
                    <a:pt x="14" y="5"/>
                  </a:lnTo>
                  <a:lnTo>
                    <a:pt x="82" y="0"/>
                  </a:lnTo>
                  <a:lnTo>
                    <a:pt x="0" y="5"/>
                  </a:lnTo>
                  <a:lnTo>
                    <a:pt x="14"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62" name="Google Shape;1062;p24"/>
            <p:cNvSpPr/>
            <p:nvPr/>
          </p:nvSpPr>
          <p:spPr>
            <a:xfrm>
              <a:off x="11664950" y="1523092"/>
              <a:ext cx="39687" cy="4924"/>
            </a:xfrm>
            <a:custGeom>
              <a:rect b="b" l="l" r="r" t="t"/>
              <a:pathLst>
                <a:path extrusionOk="0" h="5" w="42">
                  <a:moveTo>
                    <a:pt x="19" y="4"/>
                  </a:moveTo>
                  <a:lnTo>
                    <a:pt x="19" y="4"/>
                  </a:lnTo>
                  <a:lnTo>
                    <a:pt x="42" y="0"/>
                  </a:lnTo>
                  <a:lnTo>
                    <a:pt x="0" y="5"/>
                  </a:lnTo>
                  <a:lnTo>
                    <a:pt x="19"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63" name="Google Shape;1063;p24"/>
            <p:cNvSpPr/>
            <p:nvPr/>
          </p:nvSpPr>
          <p:spPr>
            <a:xfrm>
              <a:off x="11506200" y="1521861"/>
              <a:ext cx="92075" cy="4924"/>
            </a:xfrm>
            <a:custGeom>
              <a:rect b="b" l="l" r="r" t="t"/>
              <a:pathLst>
                <a:path extrusionOk="0" h="6" w="98">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64" name="Google Shape;1064;p24"/>
            <p:cNvSpPr/>
            <p:nvPr/>
          </p:nvSpPr>
          <p:spPr>
            <a:xfrm>
              <a:off x="11471275" y="1525554"/>
              <a:ext cx="34925" cy="3693"/>
            </a:xfrm>
            <a:custGeom>
              <a:rect b="b" l="l" r="r" t="t"/>
              <a:pathLst>
                <a:path extrusionOk="0" h="3" w="36">
                  <a:moveTo>
                    <a:pt x="0" y="3"/>
                  </a:moveTo>
                  <a:lnTo>
                    <a:pt x="0" y="3"/>
                  </a:lnTo>
                  <a:cubicBezTo>
                    <a:pt x="11" y="2"/>
                    <a:pt x="23" y="1"/>
                    <a:pt x="36" y="0"/>
                  </a:cubicBezTo>
                  <a:cubicBezTo>
                    <a:pt x="24" y="0"/>
                    <a:pt x="12"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65" name="Google Shape;1065;p24"/>
            <p:cNvSpPr/>
            <p:nvPr/>
          </p:nvSpPr>
          <p:spPr>
            <a:xfrm>
              <a:off x="11710988" y="1529246"/>
              <a:ext cx="30162" cy="4924"/>
            </a:xfrm>
            <a:custGeom>
              <a:rect b="b" l="l" r="r" t="t"/>
              <a:pathLst>
                <a:path extrusionOk="0" h="5" w="32">
                  <a:moveTo>
                    <a:pt x="32" y="5"/>
                  </a:moveTo>
                  <a:lnTo>
                    <a:pt x="32" y="5"/>
                  </a:lnTo>
                  <a:cubicBezTo>
                    <a:pt x="29" y="4"/>
                    <a:pt x="23" y="1"/>
                    <a:pt x="0" y="0"/>
                  </a:cubicBezTo>
                  <a:lnTo>
                    <a:pt x="16" y="5"/>
                  </a:lnTo>
                  <a:lnTo>
                    <a:pt x="32"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66" name="Google Shape;1066;p24"/>
            <p:cNvSpPr/>
            <p:nvPr/>
          </p:nvSpPr>
          <p:spPr>
            <a:xfrm>
              <a:off x="11691938" y="1532939"/>
              <a:ext cx="34925" cy="1231"/>
            </a:xfrm>
            <a:custGeom>
              <a:rect b="b" l="l" r="r" t="t"/>
              <a:pathLst>
                <a:path extrusionOk="0" h="1" w="36">
                  <a:moveTo>
                    <a:pt x="36" y="1"/>
                  </a:moveTo>
                  <a:lnTo>
                    <a:pt x="36" y="1"/>
                  </a:lnTo>
                  <a:lnTo>
                    <a:pt x="35" y="1"/>
                  </a:lnTo>
                  <a:lnTo>
                    <a:pt x="0" y="0"/>
                  </a:lnTo>
                  <a:lnTo>
                    <a:pt x="36"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67" name="Google Shape;1067;p24"/>
            <p:cNvSpPr/>
            <p:nvPr/>
          </p:nvSpPr>
          <p:spPr>
            <a:xfrm>
              <a:off x="11741150" y="1534170"/>
              <a:ext cx="4762" cy="0"/>
            </a:xfrm>
            <a:custGeom>
              <a:rect b="b" l="l" r="r" t="t"/>
              <a:pathLst>
                <a:path extrusionOk="0" h="120000" w="5">
                  <a:moveTo>
                    <a:pt x="5" y="0"/>
                  </a:moveTo>
                  <a:lnTo>
                    <a:pt x="5" y="0"/>
                  </a:lnTo>
                  <a:lnTo>
                    <a:pt x="0" y="0"/>
                  </a:lnTo>
                  <a:cubicBezTo>
                    <a:pt x="2" y="0"/>
                    <a:pt x="3" y="0"/>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68" name="Google Shape;1068;p24"/>
            <p:cNvSpPr/>
            <p:nvPr/>
          </p:nvSpPr>
          <p:spPr>
            <a:xfrm>
              <a:off x="11841163" y="1537863"/>
              <a:ext cx="71437" cy="8617"/>
            </a:xfrm>
            <a:custGeom>
              <a:rect b="b" l="l" r="r" t="t"/>
              <a:pathLst>
                <a:path extrusionOk="0" h="9" w="75">
                  <a:moveTo>
                    <a:pt x="75" y="0"/>
                  </a:moveTo>
                  <a:lnTo>
                    <a:pt x="75" y="0"/>
                  </a:lnTo>
                  <a:cubicBezTo>
                    <a:pt x="51" y="3"/>
                    <a:pt x="0" y="5"/>
                    <a:pt x="49" y="9"/>
                  </a:cubicBezTo>
                  <a:cubicBezTo>
                    <a:pt x="66" y="6"/>
                    <a:pt x="38" y="4"/>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69" name="Google Shape;1069;p24"/>
            <p:cNvSpPr/>
            <p:nvPr/>
          </p:nvSpPr>
          <p:spPr>
            <a:xfrm>
              <a:off x="11764963" y="1535401"/>
              <a:ext cx="44450" cy="3693"/>
            </a:xfrm>
            <a:custGeom>
              <a:rect b="b" l="l" r="r" t="t"/>
              <a:pathLst>
                <a:path extrusionOk="0" h="4" w="47">
                  <a:moveTo>
                    <a:pt x="0" y="3"/>
                  </a:moveTo>
                  <a:lnTo>
                    <a:pt x="0" y="3"/>
                  </a:lnTo>
                  <a:lnTo>
                    <a:pt x="44" y="4"/>
                  </a:lnTo>
                  <a:cubicBezTo>
                    <a:pt x="43" y="3"/>
                    <a:pt x="35" y="1"/>
                    <a:pt x="47" y="0"/>
                  </a:cubicBez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70" name="Google Shape;1070;p24"/>
            <p:cNvSpPr/>
            <p:nvPr/>
          </p:nvSpPr>
          <p:spPr>
            <a:xfrm>
              <a:off x="11744325" y="1537863"/>
              <a:ext cx="20637" cy="2462"/>
            </a:xfrm>
            <a:custGeom>
              <a:rect b="b" l="l" r="r" t="t"/>
              <a:pathLst>
                <a:path extrusionOk="0" h="2" w="22">
                  <a:moveTo>
                    <a:pt x="0" y="2"/>
                  </a:moveTo>
                  <a:lnTo>
                    <a:pt x="0" y="2"/>
                  </a:lnTo>
                  <a:lnTo>
                    <a:pt x="22" y="0"/>
                  </a:lnTo>
                  <a:lnTo>
                    <a:pt x="5" y="0"/>
                  </a:lnTo>
                  <a:lnTo>
                    <a:pt x="0"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71" name="Google Shape;1071;p24"/>
            <p:cNvSpPr/>
            <p:nvPr/>
          </p:nvSpPr>
          <p:spPr>
            <a:xfrm>
              <a:off x="11482388" y="1531708"/>
              <a:ext cx="85725" cy="3693"/>
            </a:xfrm>
            <a:custGeom>
              <a:rect b="b" l="l" r="r" t="t"/>
              <a:pathLst>
                <a:path extrusionOk="0" h="4" w="90">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72" name="Google Shape;1072;p24"/>
            <p:cNvSpPr/>
            <p:nvPr/>
          </p:nvSpPr>
          <p:spPr>
            <a:xfrm>
              <a:off x="11626850" y="1532939"/>
              <a:ext cx="4762" cy="1231"/>
            </a:xfrm>
            <a:custGeom>
              <a:rect b="b" l="l" r="r" t="t"/>
              <a:pathLst>
                <a:path extrusionOk="0" h="1" w="5">
                  <a:moveTo>
                    <a:pt x="5" y="0"/>
                  </a:moveTo>
                  <a:lnTo>
                    <a:pt x="5" y="0"/>
                  </a:lnTo>
                  <a:lnTo>
                    <a:pt x="0" y="1"/>
                  </a:lnTo>
                  <a:cubicBezTo>
                    <a:pt x="3" y="1"/>
                    <a:pt x="5" y="1"/>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73" name="Google Shape;1073;p24"/>
            <p:cNvSpPr/>
            <p:nvPr/>
          </p:nvSpPr>
          <p:spPr>
            <a:xfrm>
              <a:off x="11261725" y="1534170"/>
              <a:ext cx="4762" cy="0"/>
            </a:xfrm>
            <a:custGeom>
              <a:rect b="b" l="l" r="r" t="t"/>
              <a:pathLst>
                <a:path extrusionOk="0" h="1" w="5">
                  <a:moveTo>
                    <a:pt x="0" y="0"/>
                  </a:moveTo>
                  <a:lnTo>
                    <a:pt x="0" y="0"/>
                  </a:lnTo>
                  <a:lnTo>
                    <a:pt x="4" y="0"/>
                  </a:lnTo>
                  <a:cubicBezTo>
                    <a:pt x="4" y="0"/>
                    <a:pt x="4" y="0"/>
                    <a:pt x="5"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74" name="Google Shape;1074;p24"/>
            <p:cNvSpPr/>
            <p:nvPr/>
          </p:nvSpPr>
          <p:spPr>
            <a:xfrm>
              <a:off x="11553825" y="1534170"/>
              <a:ext cx="44450" cy="2462"/>
            </a:xfrm>
            <a:custGeom>
              <a:rect b="b" l="l" r="r" t="t"/>
              <a:pathLst>
                <a:path extrusionOk="0" h="2" w="47">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75" name="Google Shape;1075;p24"/>
            <p:cNvSpPr/>
            <p:nvPr/>
          </p:nvSpPr>
          <p:spPr>
            <a:xfrm>
              <a:off x="11409363" y="1529246"/>
              <a:ext cx="31750" cy="2462"/>
            </a:xfrm>
            <a:custGeom>
              <a:rect b="b" l="l" r="r" t="t"/>
              <a:pathLst>
                <a:path extrusionOk="0" h="3" w="33">
                  <a:moveTo>
                    <a:pt x="0" y="1"/>
                  </a:moveTo>
                  <a:lnTo>
                    <a:pt x="0" y="1"/>
                  </a:lnTo>
                  <a:cubicBezTo>
                    <a:pt x="10" y="2"/>
                    <a:pt x="21" y="3"/>
                    <a:pt x="33" y="3"/>
                  </a:cubicBezTo>
                  <a:cubicBezTo>
                    <a:pt x="23" y="2"/>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76" name="Google Shape;1076;p24"/>
            <p:cNvSpPr/>
            <p:nvPr/>
          </p:nvSpPr>
          <p:spPr>
            <a:xfrm>
              <a:off x="11618913" y="1531708"/>
              <a:ext cx="6350" cy="0"/>
            </a:xfrm>
            <a:custGeom>
              <a:rect b="b" l="l" r="r" t="t"/>
              <a:pathLst>
                <a:path extrusionOk="0" h="1" w="6">
                  <a:moveTo>
                    <a:pt x="3" y="0"/>
                  </a:moveTo>
                  <a:lnTo>
                    <a:pt x="3" y="0"/>
                  </a:lnTo>
                  <a:lnTo>
                    <a:pt x="6" y="0"/>
                  </a:lnTo>
                  <a:cubicBezTo>
                    <a:pt x="0" y="0"/>
                    <a:pt x="0" y="0"/>
                    <a:pt x="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77" name="Google Shape;1077;p24"/>
            <p:cNvSpPr/>
            <p:nvPr/>
          </p:nvSpPr>
          <p:spPr>
            <a:xfrm>
              <a:off x="11598275" y="1531708"/>
              <a:ext cx="28575" cy="2462"/>
            </a:xfrm>
            <a:custGeom>
              <a:rect b="b" l="l" r="r" t="t"/>
              <a:pathLst>
                <a:path extrusionOk="0" h="3" w="31">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78" name="Google Shape;1078;p24"/>
            <p:cNvSpPr/>
            <p:nvPr/>
          </p:nvSpPr>
          <p:spPr>
            <a:xfrm>
              <a:off x="11137900" y="1534170"/>
              <a:ext cx="188912" cy="23388"/>
            </a:xfrm>
            <a:custGeom>
              <a:rect b="b" l="l" r="r" t="t"/>
              <a:pathLst>
                <a:path extrusionOk="0" h="27" w="198">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79" name="Google Shape;1079;p24"/>
            <p:cNvSpPr/>
            <p:nvPr/>
          </p:nvSpPr>
          <p:spPr>
            <a:xfrm>
              <a:off x="11266488" y="1529246"/>
              <a:ext cx="95250" cy="4924"/>
            </a:xfrm>
            <a:custGeom>
              <a:rect b="b" l="l" r="r" t="t"/>
              <a:pathLst>
                <a:path extrusionOk="0" h="6" w="10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80" name="Google Shape;1080;p24"/>
            <p:cNvSpPr/>
            <p:nvPr/>
          </p:nvSpPr>
          <p:spPr>
            <a:xfrm>
              <a:off x="11361738" y="1531708"/>
              <a:ext cx="134937" cy="12309"/>
            </a:xfrm>
            <a:custGeom>
              <a:rect b="b" l="l" r="r" t="t"/>
              <a:pathLst>
                <a:path extrusionOk="0" h="14" w="142">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81" name="Google Shape;1081;p24"/>
            <p:cNvSpPr/>
            <p:nvPr/>
          </p:nvSpPr>
          <p:spPr>
            <a:xfrm>
              <a:off x="11834813" y="1552634"/>
              <a:ext cx="9525" cy="1231"/>
            </a:xfrm>
            <a:custGeom>
              <a:rect b="b" l="l" r="r" t="t"/>
              <a:pathLst>
                <a:path extrusionOk="0" h="1" w="11">
                  <a:moveTo>
                    <a:pt x="11" y="1"/>
                  </a:moveTo>
                  <a:lnTo>
                    <a:pt x="11" y="1"/>
                  </a:lnTo>
                  <a:cubicBezTo>
                    <a:pt x="8" y="1"/>
                    <a:pt x="8" y="1"/>
                    <a:pt x="8" y="0"/>
                  </a:cubicBezTo>
                  <a:cubicBezTo>
                    <a:pt x="2" y="1"/>
                    <a:pt x="0" y="1"/>
                    <a:pt x="11"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82" name="Google Shape;1082;p24"/>
            <p:cNvSpPr/>
            <p:nvPr/>
          </p:nvSpPr>
          <p:spPr>
            <a:xfrm>
              <a:off x="11764963" y="1542787"/>
              <a:ext cx="117475" cy="9847"/>
            </a:xfrm>
            <a:custGeom>
              <a:rect b="b" l="l" r="r" t="t"/>
              <a:pathLst>
                <a:path extrusionOk="0" h="12" w="12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83" name="Google Shape;1083;p24"/>
            <p:cNvSpPr/>
            <p:nvPr/>
          </p:nvSpPr>
          <p:spPr>
            <a:xfrm>
              <a:off x="11555413" y="1544017"/>
              <a:ext cx="69850" cy="4924"/>
            </a:xfrm>
            <a:custGeom>
              <a:rect b="b" l="l" r="r" t="t"/>
              <a:pathLst>
                <a:path extrusionOk="0" h="6" w="74">
                  <a:moveTo>
                    <a:pt x="70" y="0"/>
                  </a:moveTo>
                  <a:lnTo>
                    <a:pt x="70" y="0"/>
                  </a:lnTo>
                  <a:lnTo>
                    <a:pt x="0" y="2"/>
                  </a:lnTo>
                  <a:lnTo>
                    <a:pt x="36" y="6"/>
                  </a:lnTo>
                  <a:lnTo>
                    <a:pt x="34" y="4"/>
                  </a:lnTo>
                  <a:cubicBezTo>
                    <a:pt x="74" y="4"/>
                    <a:pt x="65" y="2"/>
                    <a:pt x="7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84" name="Google Shape;1084;p24"/>
            <p:cNvSpPr/>
            <p:nvPr/>
          </p:nvSpPr>
          <p:spPr>
            <a:xfrm>
              <a:off x="11223625" y="1528016"/>
              <a:ext cx="38100" cy="6155"/>
            </a:xfrm>
            <a:custGeom>
              <a:rect b="b" l="l" r="r" t="t"/>
              <a:pathLst>
                <a:path extrusionOk="0" h="7" w="40">
                  <a:moveTo>
                    <a:pt x="31" y="5"/>
                  </a:moveTo>
                  <a:lnTo>
                    <a:pt x="31" y="5"/>
                  </a:lnTo>
                  <a:lnTo>
                    <a:pt x="40" y="0"/>
                  </a:lnTo>
                  <a:lnTo>
                    <a:pt x="0" y="7"/>
                  </a:lnTo>
                  <a:lnTo>
                    <a:pt x="31"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85" name="Google Shape;1085;p24"/>
            <p:cNvSpPr/>
            <p:nvPr/>
          </p:nvSpPr>
          <p:spPr>
            <a:xfrm>
              <a:off x="11145838" y="1529246"/>
              <a:ext cx="22225" cy="2462"/>
            </a:xfrm>
            <a:custGeom>
              <a:rect b="b" l="l" r="r" t="t"/>
              <a:pathLst>
                <a:path extrusionOk="0" h="4" w="24">
                  <a:moveTo>
                    <a:pt x="21" y="4"/>
                  </a:moveTo>
                  <a:lnTo>
                    <a:pt x="21" y="4"/>
                  </a:lnTo>
                  <a:lnTo>
                    <a:pt x="24" y="0"/>
                  </a:lnTo>
                  <a:lnTo>
                    <a:pt x="0" y="3"/>
                  </a:lnTo>
                  <a:lnTo>
                    <a:pt x="2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86" name="Google Shape;1086;p24"/>
            <p:cNvSpPr/>
            <p:nvPr/>
          </p:nvSpPr>
          <p:spPr>
            <a:xfrm>
              <a:off x="6197600" y="1566174"/>
              <a:ext cx="20637" cy="1231"/>
            </a:xfrm>
            <a:custGeom>
              <a:rect b="b" l="l" r="r" t="t"/>
              <a:pathLst>
                <a:path extrusionOk="0" h="1" w="21">
                  <a:moveTo>
                    <a:pt x="21" y="0"/>
                  </a:moveTo>
                  <a:lnTo>
                    <a:pt x="21" y="0"/>
                  </a:lnTo>
                  <a:lnTo>
                    <a:pt x="0" y="1"/>
                  </a:lnTo>
                  <a:cubicBezTo>
                    <a:pt x="10" y="0"/>
                    <a:pt x="16" y="0"/>
                    <a:pt x="2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87" name="Google Shape;1087;p24"/>
            <p:cNvSpPr/>
            <p:nvPr/>
          </p:nvSpPr>
          <p:spPr>
            <a:xfrm>
              <a:off x="6356350" y="1564943"/>
              <a:ext cx="9525" cy="1231"/>
            </a:xfrm>
            <a:custGeom>
              <a:rect b="b" l="l" r="r" t="t"/>
              <a:pathLst>
                <a:path extrusionOk="0" h="2" w="10">
                  <a:moveTo>
                    <a:pt x="6" y="2"/>
                  </a:moveTo>
                  <a:lnTo>
                    <a:pt x="6" y="2"/>
                  </a:lnTo>
                  <a:lnTo>
                    <a:pt x="10" y="0"/>
                  </a:lnTo>
                  <a:cubicBezTo>
                    <a:pt x="3"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88" name="Google Shape;1088;p24"/>
            <p:cNvSpPr/>
            <p:nvPr/>
          </p:nvSpPr>
          <p:spPr>
            <a:xfrm>
              <a:off x="8950325" y="1521861"/>
              <a:ext cx="61912" cy="7386"/>
            </a:xfrm>
            <a:custGeom>
              <a:rect b="b" l="l" r="r" t="t"/>
              <a:pathLst>
                <a:path extrusionOk="0" h="9" w="65">
                  <a:moveTo>
                    <a:pt x="65" y="9"/>
                  </a:moveTo>
                  <a:lnTo>
                    <a:pt x="65" y="9"/>
                  </a:lnTo>
                  <a:cubicBezTo>
                    <a:pt x="34" y="5"/>
                    <a:pt x="0" y="0"/>
                    <a:pt x="4" y="4"/>
                  </a:cubicBezTo>
                  <a:lnTo>
                    <a:pt x="13" y="8"/>
                  </a:lnTo>
                  <a:cubicBezTo>
                    <a:pt x="35" y="7"/>
                    <a:pt x="51" y="8"/>
                    <a:pt x="65"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89" name="Google Shape;1089;p24"/>
            <p:cNvSpPr/>
            <p:nvPr/>
          </p:nvSpPr>
          <p:spPr>
            <a:xfrm>
              <a:off x="7537450" y="1546479"/>
              <a:ext cx="28575" cy="3693"/>
            </a:xfrm>
            <a:custGeom>
              <a:rect b="b" l="l" r="r" t="t"/>
              <a:pathLst>
                <a:path extrusionOk="0" h="4" w="29">
                  <a:moveTo>
                    <a:pt x="0" y="3"/>
                  </a:moveTo>
                  <a:lnTo>
                    <a:pt x="0" y="3"/>
                  </a:lnTo>
                  <a:lnTo>
                    <a:pt x="9" y="4"/>
                  </a:lnTo>
                  <a:lnTo>
                    <a:pt x="29" y="0"/>
                  </a:ln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90" name="Google Shape;1090;p24"/>
            <p:cNvSpPr/>
            <p:nvPr/>
          </p:nvSpPr>
          <p:spPr>
            <a:xfrm>
              <a:off x="7478713" y="1562481"/>
              <a:ext cx="38100" cy="2462"/>
            </a:xfrm>
            <a:custGeom>
              <a:rect b="b" l="l" r="r" t="t"/>
              <a:pathLst>
                <a:path extrusionOk="0" h="3" w="40">
                  <a:moveTo>
                    <a:pt x="40" y="3"/>
                  </a:moveTo>
                  <a:lnTo>
                    <a:pt x="40" y="3"/>
                  </a:lnTo>
                  <a:lnTo>
                    <a:pt x="0" y="0"/>
                  </a:lnTo>
                  <a:cubicBezTo>
                    <a:pt x="9" y="1"/>
                    <a:pt x="22" y="2"/>
                    <a:pt x="4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91" name="Google Shape;1091;p24"/>
            <p:cNvSpPr/>
            <p:nvPr/>
          </p:nvSpPr>
          <p:spPr>
            <a:xfrm>
              <a:off x="5410200" y="1568636"/>
              <a:ext cx="36512" cy="3693"/>
            </a:xfrm>
            <a:custGeom>
              <a:rect b="b" l="l" r="r" t="t"/>
              <a:pathLst>
                <a:path extrusionOk="0" h="5" w="38">
                  <a:moveTo>
                    <a:pt x="24" y="0"/>
                  </a:moveTo>
                  <a:lnTo>
                    <a:pt x="24" y="0"/>
                  </a:lnTo>
                  <a:lnTo>
                    <a:pt x="0" y="5"/>
                  </a:lnTo>
                  <a:cubicBezTo>
                    <a:pt x="38" y="5"/>
                    <a:pt x="21" y="3"/>
                    <a:pt x="2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92" name="Google Shape;1092;p24"/>
            <p:cNvSpPr/>
            <p:nvPr/>
          </p:nvSpPr>
          <p:spPr>
            <a:xfrm>
              <a:off x="10206038" y="1530477"/>
              <a:ext cx="61912" cy="4924"/>
            </a:xfrm>
            <a:custGeom>
              <a:rect b="b" l="l" r="r" t="t"/>
              <a:pathLst>
                <a:path extrusionOk="0" h="6" w="65">
                  <a:moveTo>
                    <a:pt x="65" y="3"/>
                  </a:moveTo>
                  <a:lnTo>
                    <a:pt x="65" y="3"/>
                  </a:lnTo>
                  <a:cubicBezTo>
                    <a:pt x="39" y="1"/>
                    <a:pt x="18" y="0"/>
                    <a:pt x="0" y="0"/>
                  </a:cubicBezTo>
                  <a:cubicBezTo>
                    <a:pt x="32" y="2"/>
                    <a:pt x="57" y="6"/>
                    <a:pt x="65"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93" name="Google Shape;1093;p24"/>
            <p:cNvSpPr/>
            <p:nvPr/>
          </p:nvSpPr>
          <p:spPr>
            <a:xfrm>
              <a:off x="6257925" y="1525554"/>
              <a:ext cx="19050" cy="2462"/>
            </a:xfrm>
            <a:custGeom>
              <a:rect b="b" l="l" r="r" t="t"/>
              <a:pathLst>
                <a:path extrusionOk="0" h="2" w="21">
                  <a:moveTo>
                    <a:pt x="18" y="0"/>
                  </a:moveTo>
                  <a:lnTo>
                    <a:pt x="18" y="0"/>
                  </a:lnTo>
                  <a:cubicBezTo>
                    <a:pt x="5" y="1"/>
                    <a:pt x="0" y="2"/>
                    <a:pt x="0" y="2"/>
                  </a:cubicBezTo>
                  <a:cubicBezTo>
                    <a:pt x="13" y="2"/>
                    <a:pt x="21" y="1"/>
                    <a:pt x="1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94" name="Google Shape;1094;p24"/>
            <p:cNvSpPr/>
            <p:nvPr/>
          </p:nvSpPr>
          <p:spPr>
            <a:xfrm>
              <a:off x="10134600" y="1528016"/>
              <a:ext cx="71437" cy="3693"/>
            </a:xfrm>
            <a:custGeom>
              <a:rect b="b" l="l" r="r" t="t"/>
              <a:pathLst>
                <a:path extrusionOk="0" h="4" w="75">
                  <a:moveTo>
                    <a:pt x="0" y="3"/>
                  </a:moveTo>
                  <a:lnTo>
                    <a:pt x="0" y="3"/>
                  </a:lnTo>
                  <a:lnTo>
                    <a:pt x="13" y="4"/>
                  </a:lnTo>
                  <a:cubicBezTo>
                    <a:pt x="32" y="3"/>
                    <a:pt x="52" y="2"/>
                    <a:pt x="75" y="3"/>
                  </a:cubicBezTo>
                  <a:cubicBezTo>
                    <a:pt x="52" y="1"/>
                    <a:pt x="25" y="0"/>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95" name="Google Shape;1095;p24"/>
            <p:cNvSpPr/>
            <p:nvPr/>
          </p:nvSpPr>
          <p:spPr>
            <a:xfrm>
              <a:off x="2582863" y="1560020"/>
              <a:ext cx="7937" cy="1231"/>
            </a:xfrm>
            <a:custGeom>
              <a:rect b="b" l="l" r="r" t="t"/>
              <a:pathLst>
                <a:path extrusionOk="0" h="1" w="8">
                  <a:moveTo>
                    <a:pt x="8" y="1"/>
                  </a:moveTo>
                  <a:lnTo>
                    <a:pt x="8" y="1"/>
                  </a:lnTo>
                  <a:lnTo>
                    <a:pt x="1" y="0"/>
                  </a:lnTo>
                  <a:cubicBezTo>
                    <a:pt x="0" y="1"/>
                    <a:pt x="3" y="1"/>
                    <a:pt x="8"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96" name="Google Shape;1096;p24"/>
            <p:cNvSpPr/>
            <p:nvPr/>
          </p:nvSpPr>
          <p:spPr>
            <a:xfrm>
              <a:off x="1762125" y="1521861"/>
              <a:ext cx="34925" cy="1231"/>
            </a:xfrm>
            <a:custGeom>
              <a:rect b="b" l="l" r="r" t="t"/>
              <a:pathLst>
                <a:path extrusionOk="0" h="1" w="36">
                  <a:moveTo>
                    <a:pt x="0" y="1"/>
                  </a:moveTo>
                  <a:lnTo>
                    <a:pt x="0" y="1"/>
                  </a:lnTo>
                  <a:cubicBezTo>
                    <a:pt x="9" y="1"/>
                    <a:pt x="23" y="1"/>
                    <a:pt x="36" y="1"/>
                  </a:cubicBezTo>
                  <a:cubicBezTo>
                    <a:pt x="29" y="0"/>
                    <a:pt x="19"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97" name="Google Shape;1097;p24"/>
            <p:cNvSpPr/>
            <p:nvPr/>
          </p:nvSpPr>
          <p:spPr>
            <a:xfrm>
              <a:off x="10812463" y="1529246"/>
              <a:ext cx="19050" cy="1231"/>
            </a:xfrm>
            <a:custGeom>
              <a:rect b="b" l="l" r="r" t="t"/>
              <a:pathLst>
                <a:path extrusionOk="0" h="1" w="20">
                  <a:moveTo>
                    <a:pt x="0" y="1"/>
                  </a:moveTo>
                  <a:lnTo>
                    <a:pt x="0" y="1"/>
                  </a:lnTo>
                  <a:cubicBezTo>
                    <a:pt x="20" y="1"/>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98" name="Google Shape;1098;p24"/>
            <p:cNvSpPr/>
            <p:nvPr/>
          </p:nvSpPr>
          <p:spPr>
            <a:xfrm>
              <a:off x="10896600" y="1545248"/>
              <a:ext cx="7937" cy="2462"/>
            </a:xfrm>
            <a:custGeom>
              <a:rect b="b" l="l" r="r" t="t"/>
              <a:pathLst>
                <a:path extrusionOk="0" h="3" w="8">
                  <a:moveTo>
                    <a:pt x="8" y="0"/>
                  </a:moveTo>
                  <a:lnTo>
                    <a:pt x="8" y="0"/>
                  </a:lnTo>
                  <a:cubicBezTo>
                    <a:pt x="4" y="1"/>
                    <a:pt x="1" y="2"/>
                    <a:pt x="0" y="3"/>
                  </a:cubicBezTo>
                  <a:cubicBezTo>
                    <a:pt x="2" y="2"/>
                    <a:pt x="4" y="1"/>
                    <a:pt x="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99" name="Google Shape;1099;p24"/>
            <p:cNvSpPr/>
            <p:nvPr/>
          </p:nvSpPr>
          <p:spPr>
            <a:xfrm>
              <a:off x="9947275" y="1553865"/>
              <a:ext cx="4762" cy="1231"/>
            </a:xfrm>
            <a:custGeom>
              <a:rect b="b" l="l" r="r" t="t"/>
              <a:pathLst>
                <a:path extrusionOk="0" h="1" w="5">
                  <a:moveTo>
                    <a:pt x="1" y="0"/>
                  </a:moveTo>
                  <a:lnTo>
                    <a:pt x="1" y="0"/>
                  </a:lnTo>
                  <a:lnTo>
                    <a:pt x="0" y="0"/>
                  </a:lnTo>
                  <a:cubicBezTo>
                    <a:pt x="5" y="1"/>
                    <a:pt x="4" y="0"/>
                    <a:pt x="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00" name="Google Shape;1100;p24"/>
            <p:cNvSpPr/>
            <p:nvPr/>
          </p:nvSpPr>
          <p:spPr>
            <a:xfrm>
              <a:off x="10817225" y="1531708"/>
              <a:ext cx="23812" cy="0"/>
            </a:xfrm>
            <a:custGeom>
              <a:rect b="b" l="l" r="r" t="t"/>
              <a:pathLst>
                <a:path extrusionOk="0" h="1" w="25">
                  <a:moveTo>
                    <a:pt x="25" y="0"/>
                  </a:moveTo>
                  <a:lnTo>
                    <a:pt x="25" y="0"/>
                  </a:lnTo>
                  <a:cubicBezTo>
                    <a:pt x="18" y="0"/>
                    <a:pt x="10" y="0"/>
                    <a:pt x="0" y="0"/>
                  </a:cubicBezTo>
                  <a:cubicBezTo>
                    <a:pt x="5" y="0"/>
                    <a:pt x="12" y="0"/>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01" name="Google Shape;1101;p24"/>
            <p:cNvSpPr/>
            <p:nvPr/>
          </p:nvSpPr>
          <p:spPr>
            <a:xfrm>
              <a:off x="10836275" y="1529246"/>
              <a:ext cx="19050" cy="1231"/>
            </a:xfrm>
            <a:custGeom>
              <a:rect b="b" l="l" r="r" t="t"/>
              <a:pathLst>
                <a:path extrusionOk="0" h="1" w="20">
                  <a:moveTo>
                    <a:pt x="0" y="1"/>
                  </a:moveTo>
                  <a:lnTo>
                    <a:pt x="0" y="1"/>
                  </a:lnTo>
                  <a:lnTo>
                    <a:pt x="18" y="1"/>
                  </a:lnTo>
                  <a:cubicBezTo>
                    <a:pt x="20" y="1"/>
                    <a:pt x="18"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02" name="Google Shape;1102;p24"/>
            <p:cNvSpPr/>
            <p:nvPr/>
          </p:nvSpPr>
          <p:spPr>
            <a:xfrm>
              <a:off x="10787063" y="1530477"/>
              <a:ext cx="30162" cy="1231"/>
            </a:xfrm>
            <a:custGeom>
              <a:rect b="b" l="l" r="r" t="t"/>
              <a:pathLst>
                <a:path extrusionOk="0" h="1" w="31">
                  <a:moveTo>
                    <a:pt x="0" y="0"/>
                  </a:moveTo>
                  <a:lnTo>
                    <a:pt x="0" y="0"/>
                  </a:lnTo>
                  <a:cubicBezTo>
                    <a:pt x="11" y="0"/>
                    <a:pt x="21" y="0"/>
                    <a:pt x="31" y="1"/>
                  </a:cubicBezTo>
                  <a:cubicBezTo>
                    <a:pt x="28" y="0"/>
                    <a:pt x="26" y="0"/>
                    <a:pt x="27"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03" name="Google Shape;1103;p24"/>
            <p:cNvSpPr/>
            <p:nvPr/>
          </p:nvSpPr>
          <p:spPr>
            <a:xfrm>
              <a:off x="4092575" y="1552634"/>
              <a:ext cx="20637" cy="2462"/>
            </a:xfrm>
            <a:custGeom>
              <a:rect b="b" l="l" r="r" t="t"/>
              <a:pathLst>
                <a:path extrusionOk="0" h="2" w="23">
                  <a:moveTo>
                    <a:pt x="23" y="0"/>
                  </a:moveTo>
                  <a:lnTo>
                    <a:pt x="23" y="0"/>
                  </a:lnTo>
                  <a:lnTo>
                    <a:pt x="19" y="0"/>
                  </a:lnTo>
                  <a:cubicBezTo>
                    <a:pt x="0" y="2"/>
                    <a:pt x="8" y="1"/>
                    <a:pt x="2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04" name="Google Shape;1104;p24"/>
            <p:cNvSpPr/>
            <p:nvPr/>
          </p:nvSpPr>
          <p:spPr>
            <a:xfrm>
              <a:off x="8528050" y="1567405"/>
              <a:ext cx="3175" cy="1231"/>
            </a:xfrm>
            <a:custGeom>
              <a:rect b="b" l="l" r="r" t="t"/>
              <a:pathLst>
                <a:path extrusionOk="0" h="1" w="3">
                  <a:moveTo>
                    <a:pt x="1" y="1"/>
                  </a:moveTo>
                  <a:lnTo>
                    <a:pt x="1" y="1"/>
                  </a:lnTo>
                  <a:lnTo>
                    <a:pt x="3" y="0"/>
                  </a:lnTo>
                  <a:lnTo>
                    <a:pt x="0" y="0"/>
                  </a:lnTo>
                  <a:lnTo>
                    <a:pt x="1"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05" name="Google Shape;1105;p24"/>
            <p:cNvSpPr/>
            <p:nvPr/>
          </p:nvSpPr>
          <p:spPr>
            <a:xfrm>
              <a:off x="8461375" y="1556326"/>
              <a:ext cx="66675" cy="14771"/>
            </a:xfrm>
            <a:custGeom>
              <a:rect b="b" l="l" r="r" t="t"/>
              <a:pathLst>
                <a:path extrusionOk="0" h="17" w="69">
                  <a:moveTo>
                    <a:pt x="0" y="17"/>
                  </a:moveTo>
                  <a:lnTo>
                    <a:pt x="0" y="17"/>
                  </a:lnTo>
                  <a:cubicBezTo>
                    <a:pt x="30" y="11"/>
                    <a:pt x="47" y="12"/>
                    <a:pt x="69" y="13"/>
                  </a:cubicBezTo>
                  <a:lnTo>
                    <a:pt x="46" y="0"/>
                  </a:lnTo>
                  <a:lnTo>
                    <a:pt x="0" y="17"/>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06" name="Google Shape;1106;p24"/>
            <p:cNvSpPr/>
            <p:nvPr/>
          </p:nvSpPr>
          <p:spPr>
            <a:xfrm>
              <a:off x="1562100" y="1514475"/>
              <a:ext cx="9563100" cy="64008"/>
            </a:xfrm>
            <a:custGeom>
              <a:rect b="b" l="l" r="r" t="t"/>
              <a:pathLst>
                <a:path extrusionOk="0" h="75" w="1003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07" name="Google Shape;1107;p24"/>
            <p:cNvSpPr/>
            <p:nvPr/>
          </p:nvSpPr>
          <p:spPr>
            <a:xfrm>
              <a:off x="7508875" y="1560020"/>
              <a:ext cx="11112" cy="3693"/>
            </a:xfrm>
            <a:custGeom>
              <a:rect b="b" l="l" r="r" t="t"/>
              <a:pathLst>
                <a:path extrusionOk="0" h="3" w="12">
                  <a:moveTo>
                    <a:pt x="12" y="3"/>
                  </a:moveTo>
                  <a:lnTo>
                    <a:pt x="12" y="3"/>
                  </a:lnTo>
                  <a:cubicBezTo>
                    <a:pt x="8" y="2"/>
                    <a:pt x="7" y="1"/>
                    <a:pt x="6" y="0"/>
                  </a:cubicBezTo>
                  <a:cubicBezTo>
                    <a:pt x="1" y="1"/>
                    <a:pt x="0" y="2"/>
                    <a:pt x="12"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08" name="Google Shape;1108;p24"/>
            <p:cNvSpPr/>
            <p:nvPr/>
          </p:nvSpPr>
          <p:spPr>
            <a:xfrm>
              <a:off x="5434013" y="1567405"/>
              <a:ext cx="4762" cy="1231"/>
            </a:xfrm>
            <a:custGeom>
              <a:rect b="b" l="l" r="r" t="t"/>
              <a:pathLst>
                <a:path extrusionOk="0" h="1" w="5">
                  <a:moveTo>
                    <a:pt x="5" y="1"/>
                  </a:moveTo>
                  <a:lnTo>
                    <a:pt x="5" y="1"/>
                  </a:lnTo>
                  <a:lnTo>
                    <a:pt x="3" y="0"/>
                  </a:lnTo>
                  <a:cubicBezTo>
                    <a:pt x="1" y="1"/>
                    <a:pt x="1" y="1"/>
                    <a:pt x="0" y="1"/>
                  </a:cubicBezTo>
                  <a:lnTo>
                    <a:pt x="5"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09" name="Google Shape;1109;p24"/>
            <p:cNvSpPr/>
            <p:nvPr/>
          </p:nvSpPr>
          <p:spPr>
            <a:xfrm>
              <a:off x="9672638" y="1567405"/>
              <a:ext cx="25400" cy="2462"/>
            </a:xfrm>
            <a:custGeom>
              <a:rect b="b" l="l" r="r" t="t"/>
              <a:pathLst>
                <a:path extrusionOk="0" h="3" w="27">
                  <a:moveTo>
                    <a:pt x="27" y="3"/>
                  </a:moveTo>
                  <a:lnTo>
                    <a:pt x="27" y="3"/>
                  </a:lnTo>
                  <a:cubicBezTo>
                    <a:pt x="13" y="2"/>
                    <a:pt x="6" y="1"/>
                    <a:pt x="1" y="0"/>
                  </a:cubicBezTo>
                  <a:cubicBezTo>
                    <a:pt x="0" y="1"/>
                    <a:pt x="6"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10" name="Google Shape;1110;p24"/>
            <p:cNvSpPr/>
            <p:nvPr/>
          </p:nvSpPr>
          <p:spPr>
            <a:xfrm>
              <a:off x="10966450" y="1529246"/>
              <a:ext cx="39687" cy="2462"/>
            </a:xfrm>
            <a:custGeom>
              <a:rect b="b" l="l" r="r" t="t"/>
              <a:pathLst>
                <a:path extrusionOk="0" h="3" w="42">
                  <a:moveTo>
                    <a:pt x="42" y="0"/>
                  </a:moveTo>
                  <a:lnTo>
                    <a:pt x="42" y="0"/>
                  </a:lnTo>
                  <a:lnTo>
                    <a:pt x="0" y="1"/>
                  </a:lnTo>
                  <a:cubicBezTo>
                    <a:pt x="20" y="1"/>
                    <a:pt x="27" y="2"/>
                    <a:pt x="38" y="3"/>
                  </a:cubicBezTo>
                  <a:cubicBezTo>
                    <a:pt x="37" y="2"/>
                    <a:pt x="29" y="0"/>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11" name="Google Shape;1111;p24"/>
            <p:cNvSpPr/>
            <p:nvPr/>
          </p:nvSpPr>
          <p:spPr>
            <a:xfrm>
              <a:off x="11329988" y="1552634"/>
              <a:ext cx="44450" cy="2462"/>
            </a:xfrm>
            <a:custGeom>
              <a:rect b="b" l="l" r="r" t="t"/>
              <a:pathLst>
                <a:path extrusionOk="0" h="3" w="46">
                  <a:moveTo>
                    <a:pt x="27" y="3"/>
                  </a:moveTo>
                  <a:lnTo>
                    <a:pt x="27" y="3"/>
                  </a:lnTo>
                  <a:cubicBezTo>
                    <a:pt x="33" y="2"/>
                    <a:pt x="40" y="3"/>
                    <a:pt x="46" y="2"/>
                  </a:cubicBezTo>
                  <a:lnTo>
                    <a:pt x="44" y="0"/>
                  </a:lnTo>
                  <a:cubicBezTo>
                    <a:pt x="18" y="0"/>
                    <a:pt x="0"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12" name="Google Shape;1112;p24"/>
            <p:cNvSpPr/>
            <p:nvPr/>
          </p:nvSpPr>
          <p:spPr>
            <a:xfrm>
              <a:off x="11042650" y="1540325"/>
              <a:ext cx="60325" cy="6155"/>
            </a:xfrm>
            <a:custGeom>
              <a:rect b="b" l="l" r="r" t="t"/>
              <a:pathLst>
                <a:path extrusionOk="0" h="7" w="63">
                  <a:moveTo>
                    <a:pt x="0" y="3"/>
                  </a:moveTo>
                  <a:lnTo>
                    <a:pt x="0" y="3"/>
                  </a:lnTo>
                  <a:cubicBezTo>
                    <a:pt x="3" y="7"/>
                    <a:pt x="30" y="6"/>
                    <a:pt x="60" y="5"/>
                  </a:cubicBezTo>
                  <a:lnTo>
                    <a:pt x="54" y="5"/>
                  </a:lnTo>
                  <a:cubicBezTo>
                    <a:pt x="63" y="0"/>
                    <a:pt x="31"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13" name="Google Shape;1113;p24"/>
            <p:cNvSpPr/>
            <p:nvPr/>
          </p:nvSpPr>
          <p:spPr>
            <a:xfrm>
              <a:off x="11106150" y="1542787"/>
              <a:ext cx="28575" cy="1231"/>
            </a:xfrm>
            <a:custGeom>
              <a:rect b="b" l="l" r="r" t="t"/>
              <a:pathLst>
                <a:path extrusionOk="0" h="2" w="31">
                  <a:moveTo>
                    <a:pt x="0" y="2"/>
                  </a:moveTo>
                  <a:lnTo>
                    <a:pt x="0" y="2"/>
                  </a:lnTo>
                  <a:cubicBezTo>
                    <a:pt x="10" y="2"/>
                    <a:pt x="19" y="2"/>
                    <a:pt x="28" y="2"/>
                  </a:cubicBezTo>
                  <a:cubicBezTo>
                    <a:pt x="31" y="0"/>
                    <a:pt x="17" y="2"/>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14" name="Google Shape;1114;p24"/>
            <p:cNvSpPr/>
            <p:nvPr/>
          </p:nvSpPr>
          <p:spPr>
            <a:xfrm>
              <a:off x="10679113" y="1525554"/>
              <a:ext cx="103187" cy="9847"/>
            </a:xfrm>
            <a:custGeom>
              <a:rect b="b" l="l" r="r" t="t"/>
              <a:pathLst>
                <a:path extrusionOk="0" h="12" w="109">
                  <a:moveTo>
                    <a:pt x="77" y="9"/>
                  </a:moveTo>
                  <a:lnTo>
                    <a:pt x="77" y="9"/>
                  </a:lnTo>
                  <a:cubicBezTo>
                    <a:pt x="91" y="10"/>
                    <a:pt x="86" y="4"/>
                    <a:pt x="94" y="6"/>
                  </a:cubicBezTo>
                  <a:cubicBezTo>
                    <a:pt x="109" y="0"/>
                    <a:pt x="0" y="12"/>
                    <a:pt x="77"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15" name="Google Shape;1115;p24"/>
            <p:cNvSpPr/>
            <p:nvPr/>
          </p:nvSpPr>
          <p:spPr>
            <a:xfrm>
              <a:off x="11039475" y="1550172"/>
              <a:ext cx="26987" cy="4924"/>
            </a:xfrm>
            <a:custGeom>
              <a:rect b="b" l="l" r="r" t="t"/>
              <a:pathLst>
                <a:path extrusionOk="0" h="5" w="27">
                  <a:moveTo>
                    <a:pt x="27" y="5"/>
                  </a:moveTo>
                  <a:lnTo>
                    <a:pt x="27" y="5"/>
                  </a:lnTo>
                  <a:lnTo>
                    <a:pt x="16" y="0"/>
                  </a:lnTo>
                  <a:lnTo>
                    <a:pt x="0" y="4"/>
                  </a:lnTo>
                  <a:lnTo>
                    <a:pt x="27"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16" name="Google Shape;1116;p24"/>
            <p:cNvSpPr/>
            <p:nvPr/>
          </p:nvSpPr>
          <p:spPr>
            <a:xfrm>
              <a:off x="10841038" y="1548941"/>
              <a:ext cx="58737" cy="2462"/>
            </a:xfrm>
            <a:custGeom>
              <a:rect b="b" l="l" r="r" t="t"/>
              <a:pathLst>
                <a:path extrusionOk="0" h="3" w="61">
                  <a:moveTo>
                    <a:pt x="1" y="2"/>
                  </a:moveTo>
                  <a:lnTo>
                    <a:pt x="1" y="2"/>
                  </a:lnTo>
                  <a:lnTo>
                    <a:pt x="49" y="3"/>
                  </a:lnTo>
                  <a:cubicBezTo>
                    <a:pt x="48" y="2"/>
                    <a:pt x="54" y="2"/>
                    <a:pt x="61" y="2"/>
                  </a:cubicBezTo>
                  <a:cubicBezTo>
                    <a:pt x="32" y="1"/>
                    <a:pt x="0" y="0"/>
                    <a:pt x="1"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17" name="Google Shape;1117;p24"/>
            <p:cNvSpPr/>
            <p:nvPr/>
          </p:nvSpPr>
          <p:spPr>
            <a:xfrm>
              <a:off x="10899775" y="1550172"/>
              <a:ext cx="36512" cy="1231"/>
            </a:xfrm>
            <a:custGeom>
              <a:rect b="b" l="l" r="r" t="t"/>
              <a:pathLst>
                <a:path extrusionOk="0" h="1" w="38">
                  <a:moveTo>
                    <a:pt x="0" y="1"/>
                  </a:moveTo>
                  <a:lnTo>
                    <a:pt x="0" y="1"/>
                  </a:lnTo>
                  <a:cubicBezTo>
                    <a:pt x="15" y="1"/>
                    <a:pt x="30" y="1"/>
                    <a:pt x="38" y="0"/>
                  </a:cubicBezTo>
                  <a:cubicBezTo>
                    <a:pt x="30" y="0"/>
                    <a:pt x="12"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18" name="Google Shape;1118;p24"/>
            <p:cNvSpPr/>
            <p:nvPr/>
          </p:nvSpPr>
          <p:spPr>
            <a:xfrm>
              <a:off x="10958513" y="1555096"/>
              <a:ext cx="46037" cy="0"/>
            </a:xfrm>
            <a:custGeom>
              <a:rect b="b" l="l" r="r" t="t"/>
              <a:pathLst>
                <a:path extrusionOk="0" h="1" w="47">
                  <a:moveTo>
                    <a:pt x="47" y="0"/>
                  </a:moveTo>
                  <a:lnTo>
                    <a:pt x="47" y="0"/>
                  </a:lnTo>
                  <a:lnTo>
                    <a:pt x="33" y="0"/>
                  </a:lnTo>
                  <a:lnTo>
                    <a:pt x="0" y="0"/>
                  </a:lnTo>
                  <a:lnTo>
                    <a:pt x="47"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19" name="Google Shape;1119;p24"/>
            <p:cNvSpPr/>
            <p:nvPr/>
          </p:nvSpPr>
          <p:spPr>
            <a:xfrm>
              <a:off x="10304463" y="1548941"/>
              <a:ext cx="61912" cy="3693"/>
            </a:xfrm>
            <a:custGeom>
              <a:rect b="b" l="l" r="r" t="t"/>
              <a:pathLst>
                <a:path extrusionOk="0" h="4" w="65">
                  <a:moveTo>
                    <a:pt x="57" y="0"/>
                  </a:moveTo>
                  <a:lnTo>
                    <a:pt x="57" y="0"/>
                  </a:lnTo>
                  <a:lnTo>
                    <a:pt x="5" y="1"/>
                  </a:lnTo>
                  <a:cubicBezTo>
                    <a:pt x="0" y="3"/>
                    <a:pt x="14" y="4"/>
                    <a:pt x="33" y="4"/>
                  </a:cubicBezTo>
                  <a:cubicBezTo>
                    <a:pt x="45" y="2"/>
                    <a:pt x="65" y="2"/>
                    <a:pt x="57"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20" name="Google Shape;1120;p24"/>
            <p:cNvSpPr/>
            <p:nvPr/>
          </p:nvSpPr>
          <p:spPr>
            <a:xfrm>
              <a:off x="10483850" y="1557558"/>
              <a:ext cx="23812" cy="6155"/>
            </a:xfrm>
            <a:custGeom>
              <a:rect b="b" l="l" r="r" t="t"/>
              <a:pathLst>
                <a:path extrusionOk="0" h="7" w="25">
                  <a:moveTo>
                    <a:pt x="25" y="4"/>
                  </a:moveTo>
                  <a:lnTo>
                    <a:pt x="25" y="4"/>
                  </a:lnTo>
                  <a:cubicBezTo>
                    <a:pt x="11" y="3"/>
                    <a:pt x="10" y="2"/>
                    <a:pt x="2" y="0"/>
                  </a:cubicBezTo>
                  <a:lnTo>
                    <a:pt x="0" y="7"/>
                  </a:lnTo>
                  <a:lnTo>
                    <a:pt x="25"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21" name="Google Shape;1121;p24"/>
            <p:cNvSpPr/>
            <p:nvPr/>
          </p:nvSpPr>
          <p:spPr>
            <a:xfrm>
              <a:off x="10291763" y="1563712"/>
              <a:ext cx="117475" cy="2462"/>
            </a:xfrm>
            <a:custGeom>
              <a:rect b="b" l="l" r="r" t="t"/>
              <a:pathLst>
                <a:path extrusionOk="0" h="4" w="123">
                  <a:moveTo>
                    <a:pt x="75" y="0"/>
                  </a:moveTo>
                  <a:lnTo>
                    <a:pt x="75" y="0"/>
                  </a:lnTo>
                  <a:cubicBezTo>
                    <a:pt x="70" y="1"/>
                    <a:pt x="0" y="4"/>
                    <a:pt x="66" y="4"/>
                  </a:cubicBezTo>
                  <a:cubicBezTo>
                    <a:pt x="71" y="2"/>
                    <a:pt x="123" y="1"/>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22" name="Google Shape;1122;p24"/>
            <p:cNvSpPr/>
            <p:nvPr/>
          </p:nvSpPr>
          <p:spPr>
            <a:xfrm>
              <a:off x="9621838" y="1546479"/>
              <a:ext cx="11112" cy="8617"/>
            </a:xfrm>
            <a:custGeom>
              <a:rect b="b" l="l" r="r" t="t"/>
              <a:pathLst>
                <a:path extrusionOk="0" h="10" w="13">
                  <a:moveTo>
                    <a:pt x="0" y="10"/>
                  </a:moveTo>
                  <a:lnTo>
                    <a:pt x="0" y="10"/>
                  </a:lnTo>
                  <a:lnTo>
                    <a:pt x="13" y="10"/>
                  </a:lnTo>
                  <a:lnTo>
                    <a:pt x="12" y="0"/>
                  </a:lnTo>
                  <a:lnTo>
                    <a:pt x="0" y="1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23" name="Google Shape;1123;p24"/>
            <p:cNvSpPr/>
            <p:nvPr/>
          </p:nvSpPr>
          <p:spPr>
            <a:xfrm>
              <a:off x="8951913" y="1568636"/>
              <a:ext cx="96837" cy="8617"/>
            </a:xfrm>
            <a:custGeom>
              <a:rect b="b" l="l" r="r" t="t"/>
              <a:pathLst>
                <a:path extrusionOk="0" h="10" w="101">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24" name="Google Shape;1124;p24"/>
            <p:cNvSpPr/>
            <p:nvPr/>
          </p:nvSpPr>
          <p:spPr>
            <a:xfrm>
              <a:off x="9005888" y="1566174"/>
              <a:ext cx="17462" cy="2462"/>
            </a:xfrm>
            <a:custGeom>
              <a:rect b="b" l="l" r="r" t="t"/>
              <a:pathLst>
                <a:path extrusionOk="0" h="2" w="19">
                  <a:moveTo>
                    <a:pt x="0" y="2"/>
                  </a:moveTo>
                  <a:lnTo>
                    <a:pt x="0" y="2"/>
                  </a:lnTo>
                  <a:lnTo>
                    <a:pt x="19" y="0"/>
                  </a:lnTo>
                  <a:cubicBezTo>
                    <a:pt x="8" y="1"/>
                    <a:pt x="3" y="1"/>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25" name="Google Shape;1125;p24"/>
            <p:cNvSpPr/>
            <p:nvPr/>
          </p:nvSpPr>
          <p:spPr>
            <a:xfrm>
              <a:off x="1587500" y="1516937"/>
              <a:ext cx="38100" cy="3693"/>
            </a:xfrm>
            <a:custGeom>
              <a:rect b="b" l="l" r="r" t="t"/>
              <a:pathLst>
                <a:path extrusionOk="0" h="4" w="39">
                  <a:moveTo>
                    <a:pt x="39" y="2"/>
                  </a:moveTo>
                  <a:lnTo>
                    <a:pt x="39" y="2"/>
                  </a:lnTo>
                  <a:lnTo>
                    <a:pt x="0" y="0"/>
                  </a:lnTo>
                  <a:lnTo>
                    <a:pt x="25" y="4"/>
                  </a:lnTo>
                  <a:lnTo>
                    <a:pt x="39"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26" name="Google Shape;1126;p24"/>
            <p:cNvSpPr/>
            <p:nvPr/>
          </p:nvSpPr>
          <p:spPr>
            <a:xfrm>
              <a:off x="1522413" y="1519399"/>
              <a:ext cx="30162" cy="4924"/>
            </a:xfrm>
            <a:custGeom>
              <a:rect b="b" l="l" r="r" t="t"/>
              <a:pathLst>
                <a:path extrusionOk="0" h="6" w="32">
                  <a:moveTo>
                    <a:pt x="32" y="6"/>
                  </a:moveTo>
                  <a:lnTo>
                    <a:pt x="32" y="6"/>
                  </a:lnTo>
                  <a:lnTo>
                    <a:pt x="23" y="0"/>
                  </a:lnTo>
                  <a:lnTo>
                    <a:pt x="0" y="5"/>
                  </a:lnTo>
                  <a:cubicBezTo>
                    <a:pt x="8" y="5"/>
                    <a:pt x="26" y="5"/>
                    <a:pt x="32"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27" name="Google Shape;1127;p24"/>
            <p:cNvSpPr/>
            <p:nvPr/>
          </p:nvSpPr>
          <p:spPr>
            <a:xfrm>
              <a:off x="6650038" y="1573559"/>
              <a:ext cx="33337" cy="3693"/>
            </a:xfrm>
            <a:custGeom>
              <a:rect b="b" l="l" r="r" t="t"/>
              <a:pathLst>
                <a:path extrusionOk="0" h="4" w="34">
                  <a:moveTo>
                    <a:pt x="31" y="4"/>
                  </a:moveTo>
                  <a:lnTo>
                    <a:pt x="31" y="4"/>
                  </a:lnTo>
                  <a:lnTo>
                    <a:pt x="34" y="2"/>
                  </a:lnTo>
                  <a:cubicBezTo>
                    <a:pt x="28" y="1"/>
                    <a:pt x="18" y="1"/>
                    <a:pt x="0" y="0"/>
                  </a:cubicBezTo>
                  <a:lnTo>
                    <a:pt x="3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28" name="Google Shape;1128;p24"/>
            <p:cNvSpPr/>
            <p:nvPr/>
          </p:nvSpPr>
          <p:spPr>
            <a:xfrm>
              <a:off x="6162675" y="1566174"/>
              <a:ext cx="15875" cy="4924"/>
            </a:xfrm>
            <a:custGeom>
              <a:rect b="b" l="l" r="r" t="t"/>
              <a:pathLst>
                <a:path extrusionOk="0" h="6" w="17">
                  <a:moveTo>
                    <a:pt x="8" y="6"/>
                  </a:moveTo>
                  <a:lnTo>
                    <a:pt x="8" y="6"/>
                  </a:lnTo>
                  <a:lnTo>
                    <a:pt x="17" y="6"/>
                  </a:lnTo>
                  <a:lnTo>
                    <a:pt x="0" y="0"/>
                  </a:lnTo>
                  <a:lnTo>
                    <a:pt x="8"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29" name="Google Shape;1129;p24"/>
            <p:cNvSpPr/>
            <p:nvPr/>
          </p:nvSpPr>
          <p:spPr>
            <a:xfrm>
              <a:off x="5738813" y="1571097"/>
              <a:ext cx="60325" cy="6155"/>
            </a:xfrm>
            <a:custGeom>
              <a:rect b="b" l="l" r="r" t="t"/>
              <a:pathLst>
                <a:path extrusionOk="0" h="8" w="63">
                  <a:moveTo>
                    <a:pt x="5" y="7"/>
                  </a:moveTo>
                  <a:lnTo>
                    <a:pt x="5" y="7"/>
                  </a:lnTo>
                  <a:cubicBezTo>
                    <a:pt x="23" y="8"/>
                    <a:pt x="45" y="6"/>
                    <a:pt x="63" y="7"/>
                  </a:cubicBezTo>
                  <a:cubicBezTo>
                    <a:pt x="23" y="8"/>
                    <a:pt x="0" y="0"/>
                    <a:pt x="5" y="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grpSp>
      <p:sp>
        <p:nvSpPr>
          <p:cNvPr id="1130" name="Google Shape;1130;p24"/>
          <p:cNvSpPr txBox="1"/>
          <p:nvPr>
            <p:ph idx="1" type="body"/>
          </p:nvPr>
        </p:nvSpPr>
        <p:spPr>
          <a:xfrm rot="5400000">
            <a:off x="2230726" y="-1344901"/>
            <a:ext cx="5898573" cy="914400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Clr>
                <a:schemeClr val="lt1"/>
              </a:buClr>
              <a:buSzPts val="1800"/>
              <a:buChar char="▪"/>
              <a:defRPr/>
            </a:lvl1pPr>
            <a:lvl2pPr indent="-342900" lvl="1" marL="914400" algn="l">
              <a:lnSpc>
                <a:spcPct val="90000"/>
              </a:lnSpc>
              <a:spcBef>
                <a:spcPts val="600"/>
              </a:spcBef>
              <a:spcAft>
                <a:spcPts val="0"/>
              </a:spcAft>
              <a:buClr>
                <a:schemeClr val="lt1"/>
              </a:buClr>
              <a:buSzPts val="1800"/>
              <a:buChar char="–"/>
              <a:defRPr/>
            </a:lvl2pPr>
            <a:lvl3pPr indent="-342900" lvl="2" marL="1371600" algn="l">
              <a:lnSpc>
                <a:spcPct val="90000"/>
              </a:lnSpc>
              <a:spcBef>
                <a:spcPts val="600"/>
              </a:spcBef>
              <a:spcAft>
                <a:spcPts val="0"/>
              </a:spcAft>
              <a:buClr>
                <a:schemeClr val="lt1"/>
              </a:buClr>
              <a:buSzPts val="1800"/>
              <a:buChar char="▪"/>
              <a:defRPr/>
            </a:lvl3pPr>
            <a:lvl4pPr indent="-342900" lvl="3" marL="1828800" algn="l">
              <a:lnSpc>
                <a:spcPct val="90000"/>
              </a:lnSpc>
              <a:spcBef>
                <a:spcPts val="600"/>
              </a:spcBef>
              <a:spcAft>
                <a:spcPts val="0"/>
              </a:spcAft>
              <a:buClr>
                <a:schemeClr val="lt1"/>
              </a:buClr>
              <a:buSzPts val="1800"/>
              <a:buChar char="–"/>
              <a:defRPr/>
            </a:lvl4pPr>
            <a:lvl5pPr indent="-330200" lvl="4" marL="2286000" algn="l">
              <a:lnSpc>
                <a:spcPct val="90000"/>
              </a:lnSpc>
              <a:spcBef>
                <a:spcPts val="600"/>
              </a:spcBef>
              <a:spcAft>
                <a:spcPts val="0"/>
              </a:spcAft>
              <a:buClr>
                <a:schemeClr val="lt1"/>
              </a:buClr>
              <a:buSzPts val="1600"/>
              <a:buChar char="▪"/>
              <a:defRPr/>
            </a:lvl5pPr>
            <a:lvl6pPr indent="-228600" lvl="5" marL="2743200" algn="l">
              <a:lnSpc>
                <a:spcPct val="90000"/>
              </a:lnSpc>
              <a:spcBef>
                <a:spcPts val="600"/>
              </a:spcBef>
              <a:spcAft>
                <a:spcPts val="0"/>
              </a:spcAft>
              <a:buClr>
                <a:schemeClr val="lt1"/>
              </a:buClr>
              <a:buSzPts val="1600"/>
              <a:buNone/>
              <a:defRPr/>
            </a:lvl6pPr>
            <a:lvl7pPr indent="-330200" lvl="6" marL="3200400" algn="l">
              <a:lnSpc>
                <a:spcPct val="90000"/>
              </a:lnSpc>
              <a:spcBef>
                <a:spcPts val="600"/>
              </a:spcBef>
              <a:spcAft>
                <a:spcPts val="0"/>
              </a:spcAft>
              <a:buClr>
                <a:schemeClr val="lt1"/>
              </a:buClr>
              <a:buSzPts val="1600"/>
              <a:buChar char="▪"/>
              <a:defRPr/>
            </a:lvl7pPr>
            <a:lvl8pPr indent="-330200" lvl="7" marL="3657600" algn="l">
              <a:lnSpc>
                <a:spcPct val="90000"/>
              </a:lnSpc>
              <a:spcBef>
                <a:spcPts val="600"/>
              </a:spcBef>
              <a:spcAft>
                <a:spcPts val="0"/>
              </a:spcAft>
              <a:buClr>
                <a:schemeClr val="lt1"/>
              </a:buClr>
              <a:buSzPts val="1600"/>
              <a:buChar char="–"/>
              <a:defRPr/>
            </a:lvl8pPr>
            <a:lvl9pPr indent="-330200" lvl="8" marL="4114800" algn="l">
              <a:lnSpc>
                <a:spcPct val="90000"/>
              </a:lnSpc>
              <a:spcBef>
                <a:spcPts val="600"/>
              </a:spcBef>
              <a:spcAft>
                <a:spcPts val="0"/>
              </a:spcAft>
              <a:buClr>
                <a:schemeClr val="lt1"/>
              </a:buClr>
              <a:buSzPts val="1600"/>
              <a:buChar char="▪"/>
              <a:defRPr/>
            </a:lvl9pPr>
          </a:lstStyle>
          <a:p/>
        </p:txBody>
      </p:sp>
      <p:sp>
        <p:nvSpPr>
          <p:cNvPr id="1131" name="Google Shape;1131;p24"/>
          <p:cNvSpPr txBox="1"/>
          <p:nvPr>
            <p:ph idx="11" type="ftr"/>
          </p:nvPr>
        </p:nvSpPr>
        <p:spPr>
          <a:xfrm>
            <a:off x="1522413" y="6400801"/>
            <a:ext cx="6324599" cy="276226"/>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2" name="Google Shape;1132;p24"/>
          <p:cNvSpPr txBox="1"/>
          <p:nvPr>
            <p:ph idx="10" type="dt"/>
          </p:nvPr>
        </p:nvSpPr>
        <p:spPr>
          <a:xfrm>
            <a:off x="8075612" y="6400801"/>
            <a:ext cx="1243859" cy="2762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3" name="Google Shape;1133;p24"/>
          <p:cNvSpPr txBox="1"/>
          <p:nvPr>
            <p:ph idx="12" type="sldNum"/>
          </p:nvPr>
        </p:nvSpPr>
        <p:spPr>
          <a:xfrm>
            <a:off x="9523412" y="6400801"/>
            <a:ext cx="1143002" cy="2762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1522414" y="274638"/>
            <a:ext cx="9143998" cy="1020762"/>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lt1"/>
              </a:buClr>
              <a:buSzPts val="3200"/>
              <a:buFont typeface="Consolas"/>
              <a:buNone/>
              <a:defRPr b="0" i="0" sz="3200" u="none" cap="none" strike="noStrike">
                <a:solidFill>
                  <a:schemeClr val="lt1"/>
                </a:solidFill>
                <a:latin typeface="Consolas"/>
                <a:ea typeface="Consolas"/>
                <a:cs typeface="Consolas"/>
                <a:sym typeface="Consola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3"/>
          <p:cNvSpPr txBox="1"/>
          <p:nvPr>
            <p:ph idx="1" type="body"/>
          </p:nvPr>
        </p:nvSpPr>
        <p:spPr>
          <a:xfrm>
            <a:off x="1522414" y="1905000"/>
            <a:ext cx="9144000" cy="4267200"/>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90000"/>
              </a:lnSpc>
              <a:spcBef>
                <a:spcPts val="1800"/>
              </a:spcBef>
              <a:spcAft>
                <a:spcPts val="0"/>
              </a:spcAft>
              <a:buClr>
                <a:schemeClr val="lt1"/>
              </a:buClr>
              <a:buSzPts val="2400"/>
              <a:buFont typeface="Arial"/>
              <a:buChar char="▪"/>
              <a:defRPr b="0" i="0" sz="2400" u="none" cap="none" strike="noStrike">
                <a:solidFill>
                  <a:schemeClr val="lt1"/>
                </a:solidFill>
                <a:latin typeface="Corbel"/>
                <a:ea typeface="Corbel"/>
                <a:cs typeface="Corbel"/>
                <a:sym typeface="Corbel"/>
              </a:defRPr>
            </a:lvl1pPr>
            <a:lvl2pPr indent="-355600" lvl="1" marL="914400" marR="0" rtl="0" algn="l">
              <a:lnSpc>
                <a:spcPct val="90000"/>
              </a:lnSpc>
              <a:spcBef>
                <a:spcPts val="600"/>
              </a:spcBef>
              <a:spcAft>
                <a:spcPts val="0"/>
              </a:spcAft>
              <a:buClr>
                <a:schemeClr val="lt1"/>
              </a:buClr>
              <a:buSzPts val="2000"/>
              <a:buFont typeface="Consolas"/>
              <a:buChar char="–"/>
              <a:defRPr b="0" i="0" sz="2000" u="none" cap="none" strike="noStrike">
                <a:solidFill>
                  <a:schemeClr val="lt1"/>
                </a:solidFill>
                <a:latin typeface="Corbel"/>
                <a:ea typeface="Corbel"/>
                <a:cs typeface="Corbel"/>
                <a:sym typeface="Corbel"/>
              </a:defRPr>
            </a:lvl2pPr>
            <a:lvl3pPr indent="-342900" lvl="2" marL="1371600" marR="0" rtl="0" algn="l">
              <a:lnSpc>
                <a:spcPct val="90000"/>
              </a:lnSpc>
              <a:spcBef>
                <a:spcPts val="600"/>
              </a:spcBef>
              <a:spcAft>
                <a:spcPts val="0"/>
              </a:spcAft>
              <a:buClr>
                <a:schemeClr val="lt1"/>
              </a:buClr>
              <a:buSzPts val="1800"/>
              <a:buFont typeface="Arial"/>
              <a:buChar char="▪"/>
              <a:defRPr b="0" i="0" sz="1800" u="none" cap="none" strike="noStrike">
                <a:solidFill>
                  <a:schemeClr val="lt1"/>
                </a:solidFill>
                <a:latin typeface="Corbel"/>
                <a:ea typeface="Corbel"/>
                <a:cs typeface="Corbel"/>
                <a:sym typeface="Corbel"/>
              </a:defRPr>
            </a:lvl3pPr>
            <a:lvl4pPr indent="-330200" lvl="3" marL="1828800" marR="0" rtl="0" algn="l">
              <a:lnSpc>
                <a:spcPct val="90000"/>
              </a:lnSpc>
              <a:spcBef>
                <a:spcPts val="600"/>
              </a:spcBef>
              <a:spcAft>
                <a:spcPts val="0"/>
              </a:spcAft>
              <a:buClr>
                <a:schemeClr val="lt1"/>
              </a:buClr>
              <a:buSzPts val="1600"/>
              <a:buFont typeface="Consolas"/>
              <a:buChar char="–"/>
              <a:defRPr b="0" i="0" sz="1600" u="none" cap="none" strike="noStrike">
                <a:solidFill>
                  <a:schemeClr val="lt1"/>
                </a:solidFill>
                <a:latin typeface="Corbel"/>
                <a:ea typeface="Corbel"/>
                <a:cs typeface="Corbel"/>
                <a:sym typeface="Corbel"/>
              </a:defRPr>
            </a:lvl4pPr>
            <a:lvl5pPr indent="-330200" lvl="4" marL="2286000" marR="0" rtl="0" algn="l">
              <a:lnSpc>
                <a:spcPct val="90000"/>
              </a:lnSpc>
              <a:spcBef>
                <a:spcPts val="600"/>
              </a:spcBef>
              <a:spcAft>
                <a:spcPts val="0"/>
              </a:spcAft>
              <a:buClr>
                <a:schemeClr val="lt1"/>
              </a:buClr>
              <a:buSzPts val="1600"/>
              <a:buFont typeface="Arial"/>
              <a:buChar char="▪"/>
              <a:defRPr b="0" i="0" sz="1600" u="none" cap="none" strike="noStrike">
                <a:solidFill>
                  <a:schemeClr val="lt1"/>
                </a:solidFill>
                <a:latin typeface="Corbel"/>
                <a:ea typeface="Corbel"/>
                <a:cs typeface="Corbel"/>
                <a:sym typeface="Corbel"/>
              </a:defRPr>
            </a:lvl5pPr>
            <a:lvl6pPr indent="-330200" lvl="5" marL="2743200" marR="0" rtl="0" algn="l">
              <a:lnSpc>
                <a:spcPct val="90000"/>
              </a:lnSpc>
              <a:spcBef>
                <a:spcPts val="600"/>
              </a:spcBef>
              <a:spcAft>
                <a:spcPts val="0"/>
              </a:spcAft>
              <a:buClr>
                <a:schemeClr val="lt1"/>
              </a:buClr>
              <a:buSzPts val="1600"/>
              <a:buFont typeface="Consolas"/>
              <a:buChar char="–"/>
              <a:defRPr b="0" i="0" sz="1600" u="none" cap="none" strike="noStrike">
                <a:solidFill>
                  <a:schemeClr val="lt1"/>
                </a:solidFill>
                <a:latin typeface="Corbel"/>
                <a:ea typeface="Corbel"/>
                <a:cs typeface="Corbel"/>
                <a:sym typeface="Corbel"/>
              </a:defRPr>
            </a:lvl6pPr>
            <a:lvl7pPr indent="-330200" lvl="6" marL="3200400" marR="0" rtl="0" algn="l">
              <a:lnSpc>
                <a:spcPct val="90000"/>
              </a:lnSpc>
              <a:spcBef>
                <a:spcPts val="600"/>
              </a:spcBef>
              <a:spcAft>
                <a:spcPts val="0"/>
              </a:spcAft>
              <a:buClr>
                <a:schemeClr val="lt1"/>
              </a:buClr>
              <a:buSzPts val="1600"/>
              <a:buFont typeface="Arial"/>
              <a:buChar char="▪"/>
              <a:defRPr b="0" i="0" sz="1600" u="none" cap="none" strike="noStrike">
                <a:solidFill>
                  <a:schemeClr val="lt1"/>
                </a:solidFill>
                <a:latin typeface="Corbel"/>
                <a:ea typeface="Corbel"/>
                <a:cs typeface="Corbel"/>
                <a:sym typeface="Corbel"/>
              </a:defRPr>
            </a:lvl7pPr>
            <a:lvl8pPr indent="-330200" lvl="7" marL="3657600" marR="0" rtl="0" algn="l">
              <a:lnSpc>
                <a:spcPct val="90000"/>
              </a:lnSpc>
              <a:spcBef>
                <a:spcPts val="600"/>
              </a:spcBef>
              <a:spcAft>
                <a:spcPts val="0"/>
              </a:spcAft>
              <a:buClr>
                <a:schemeClr val="lt1"/>
              </a:buClr>
              <a:buSzPts val="1600"/>
              <a:buFont typeface="Consolas"/>
              <a:buChar char="–"/>
              <a:defRPr b="0" i="0" sz="1600" u="none" cap="none" strike="noStrike">
                <a:solidFill>
                  <a:schemeClr val="lt1"/>
                </a:solidFill>
                <a:latin typeface="Corbel"/>
                <a:ea typeface="Corbel"/>
                <a:cs typeface="Corbel"/>
                <a:sym typeface="Corbel"/>
              </a:defRPr>
            </a:lvl8pPr>
            <a:lvl9pPr indent="-330200" lvl="8" marL="4114800" marR="0" rtl="0" algn="l">
              <a:lnSpc>
                <a:spcPct val="90000"/>
              </a:lnSpc>
              <a:spcBef>
                <a:spcPts val="600"/>
              </a:spcBef>
              <a:spcAft>
                <a:spcPts val="0"/>
              </a:spcAft>
              <a:buClr>
                <a:schemeClr val="lt1"/>
              </a:buClr>
              <a:buSzPts val="1600"/>
              <a:buFont typeface="Arial"/>
              <a:buChar char="▪"/>
              <a:defRPr b="0" i="0" sz="1600" u="none" cap="none" strike="noStrike">
                <a:solidFill>
                  <a:schemeClr val="lt1"/>
                </a:solidFill>
                <a:latin typeface="Corbel"/>
                <a:ea typeface="Corbel"/>
                <a:cs typeface="Corbel"/>
                <a:sym typeface="Corbel"/>
              </a:defRPr>
            </a:lvl9pPr>
          </a:lstStyle>
          <a:p/>
        </p:txBody>
      </p:sp>
      <p:sp>
        <p:nvSpPr>
          <p:cNvPr id="12" name="Google Shape;12;p13"/>
          <p:cNvSpPr txBox="1"/>
          <p:nvPr>
            <p:ph idx="11" type="ftr"/>
          </p:nvPr>
        </p:nvSpPr>
        <p:spPr>
          <a:xfrm>
            <a:off x="1522413" y="6400801"/>
            <a:ext cx="6324599" cy="27622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lt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9pPr>
          </a:lstStyle>
          <a:p/>
        </p:txBody>
      </p:sp>
      <p:sp>
        <p:nvSpPr>
          <p:cNvPr id="13" name="Google Shape;13;p13"/>
          <p:cNvSpPr txBox="1"/>
          <p:nvPr>
            <p:ph idx="10" type="dt"/>
          </p:nvPr>
        </p:nvSpPr>
        <p:spPr>
          <a:xfrm>
            <a:off x="8075612" y="6400801"/>
            <a:ext cx="1243859" cy="276226"/>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lt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9pPr>
          </a:lstStyle>
          <a:p/>
        </p:txBody>
      </p:sp>
      <p:sp>
        <p:nvSpPr>
          <p:cNvPr id="14" name="Google Shape;14;p13"/>
          <p:cNvSpPr txBox="1"/>
          <p:nvPr>
            <p:ph idx="12" type="sldNum"/>
          </p:nvPr>
        </p:nvSpPr>
        <p:spPr>
          <a:xfrm>
            <a:off x="9523412" y="6400801"/>
            <a:ext cx="1143002" cy="276226"/>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p1"/>
          <p:cNvSpPr/>
          <p:nvPr/>
        </p:nvSpPr>
        <p:spPr>
          <a:xfrm>
            <a:off x="892376" y="1775600"/>
            <a:ext cx="10375800" cy="2431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9600" u="none" cap="none" strike="noStrike">
                <a:solidFill>
                  <a:srgbClr val="FFC000"/>
                </a:solidFill>
                <a:latin typeface="Merriweather"/>
                <a:ea typeface="Merriweather"/>
                <a:cs typeface="Merriweather"/>
                <a:sym typeface="Merriweather"/>
              </a:rPr>
              <a:t>What is DevOps?</a:t>
            </a:r>
            <a:endParaRPr/>
          </a:p>
          <a:p>
            <a:pPr indent="0" lvl="0" marL="0" marR="0" rtl="0" algn="l">
              <a:lnSpc>
                <a:spcPct val="100000"/>
              </a:lnSpc>
              <a:spcBef>
                <a:spcPts val="0"/>
              </a:spcBef>
              <a:spcAft>
                <a:spcPts val="0"/>
              </a:spcAft>
              <a:buNone/>
            </a:pPr>
            <a:br>
              <a:rPr b="0" i="0" lang="en-US" sz="1400" u="none" cap="none" strike="noStrike">
                <a:solidFill>
                  <a:srgbClr val="000000"/>
                </a:solidFill>
                <a:latin typeface="Arial"/>
                <a:ea typeface="Arial"/>
                <a:cs typeface="Arial"/>
                <a:sym typeface="Arial"/>
              </a:rPr>
            </a:br>
            <a:br>
              <a:rPr b="0" i="0" lang="en-US" sz="1400" u="none" cap="none" strike="noStrike">
                <a:solidFill>
                  <a:srgbClr val="000000"/>
                </a:solidFill>
                <a:latin typeface="Arial"/>
                <a:ea typeface="Arial"/>
                <a:cs typeface="Arial"/>
                <a:sym typeface="Arial"/>
              </a:rPr>
            </a:br>
            <a:br>
              <a:rPr b="0" i="0" lang="en-US"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p7"/>
          <p:cNvSpPr/>
          <p:nvPr/>
        </p:nvSpPr>
        <p:spPr>
          <a:xfrm>
            <a:off x="275422" y="330506"/>
            <a:ext cx="10829580" cy="273921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br>
              <a:rPr b="0" i="0" lang="en-US"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1200"/>
              </a:spcBef>
              <a:spcAft>
                <a:spcPts val="0"/>
              </a:spcAft>
              <a:buNone/>
            </a:pPr>
            <a:r>
              <a:rPr b="1" i="0" lang="en-US" sz="2400" u="none" cap="none" strike="noStrike">
                <a:solidFill>
                  <a:srgbClr val="FFC000"/>
                </a:solidFill>
                <a:latin typeface="Merriweather"/>
                <a:ea typeface="Merriweather"/>
                <a:cs typeface="Merriweather"/>
                <a:sym typeface="Merriweather"/>
              </a:rPr>
              <a:t>Devops is a software development methodology which improves the collaboration between developers and operations team using various automation tools. These automation tools are implemented using various stages which are a part of the Devops Lifecycle.</a:t>
            </a:r>
            <a:r>
              <a:rPr b="1" i="0" lang="en-US" sz="1600" u="none" cap="none" strike="noStrike">
                <a:solidFill>
                  <a:srgbClr val="000000"/>
                </a:solidFill>
                <a:latin typeface="Calibri"/>
                <a:ea typeface="Calibri"/>
                <a:cs typeface="Calibri"/>
                <a:sym typeface="Calibri"/>
              </a:rPr>
              <a:t>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None/>
            </a:pPr>
            <a:br>
              <a:rPr b="0" i="0" lang="en-US"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pic>
        <p:nvPicPr>
          <p:cNvPr descr="DevOps" id="1144" name="Google Shape;1144;p7"/>
          <p:cNvPicPr preferRelativeResize="0"/>
          <p:nvPr/>
        </p:nvPicPr>
        <p:blipFill rotWithShape="1">
          <a:blip r:embed="rId3">
            <a:alphaModFix/>
          </a:blip>
          <a:srcRect b="0" l="0" r="0" t="0"/>
          <a:stretch/>
        </p:blipFill>
        <p:spPr>
          <a:xfrm>
            <a:off x="2472349" y="2728194"/>
            <a:ext cx="6435726" cy="331202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8" name="Shape 1148"/>
        <p:cNvGrpSpPr/>
        <p:nvPr/>
      </p:nvGrpSpPr>
      <p:grpSpPr>
        <a:xfrm>
          <a:off x="0" y="0"/>
          <a:ext cx="0" cy="0"/>
          <a:chOff x="0" y="0"/>
          <a:chExt cx="0" cy="0"/>
        </a:xfrm>
      </p:grpSpPr>
      <p:sp>
        <p:nvSpPr>
          <p:cNvPr id="1149" name="Google Shape;1149;p25"/>
          <p:cNvSpPr txBox="1"/>
          <p:nvPr>
            <p:ph type="title"/>
          </p:nvPr>
        </p:nvSpPr>
        <p:spPr>
          <a:xfrm>
            <a:off x="1258007" y="307554"/>
            <a:ext cx="9373271" cy="761081"/>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SzPts val="4400"/>
              <a:buNone/>
            </a:pPr>
            <a:r>
              <a:rPr lang="en-US" sz="5400">
                <a:solidFill>
                  <a:srgbClr val="FFC000"/>
                </a:solidFill>
                <a:latin typeface="Merriweather"/>
                <a:ea typeface="Merriweather"/>
                <a:cs typeface="Merriweather"/>
                <a:sym typeface="Merriweather"/>
              </a:rPr>
              <a:t>List of DevOps Practices</a:t>
            </a:r>
            <a:endParaRPr sz="5400">
              <a:solidFill>
                <a:srgbClr val="FFC000"/>
              </a:solidFill>
              <a:latin typeface="Merriweather"/>
              <a:ea typeface="Merriweather"/>
              <a:cs typeface="Merriweather"/>
              <a:sym typeface="Merriweather"/>
            </a:endParaRPr>
          </a:p>
        </p:txBody>
      </p:sp>
      <p:pic>
        <p:nvPicPr>
          <p:cNvPr descr="How to Become an DevOps Engineer in 2020 | by Shane Shown | The Startup |  Medium" id="1150" name="Google Shape;1150;p25"/>
          <p:cNvPicPr preferRelativeResize="0"/>
          <p:nvPr/>
        </p:nvPicPr>
        <p:blipFill rotWithShape="1">
          <a:blip r:embed="rId3">
            <a:alphaModFix/>
          </a:blip>
          <a:srcRect b="0" l="0" r="0" t="0"/>
          <a:stretch/>
        </p:blipFill>
        <p:spPr>
          <a:xfrm>
            <a:off x="1369605" y="1421175"/>
            <a:ext cx="9150073" cy="485566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4" name="Shape 1154"/>
        <p:cNvGrpSpPr/>
        <p:nvPr/>
      </p:nvGrpSpPr>
      <p:grpSpPr>
        <a:xfrm>
          <a:off x="0" y="0"/>
          <a:ext cx="0" cy="0"/>
          <a:chOff x="0" y="0"/>
          <a:chExt cx="0" cy="0"/>
        </a:xfrm>
      </p:grpSpPr>
      <p:sp>
        <p:nvSpPr>
          <p:cNvPr id="1155" name="Google Shape;1155;p11"/>
          <p:cNvSpPr/>
          <p:nvPr/>
        </p:nvSpPr>
        <p:spPr>
          <a:xfrm>
            <a:off x="2091672" y="269800"/>
            <a:ext cx="8005500" cy="1261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4800" u="none" cap="none" strike="noStrike">
                <a:solidFill>
                  <a:srgbClr val="FFC000"/>
                </a:solidFill>
                <a:latin typeface="Merriweather"/>
                <a:ea typeface="Merriweather"/>
                <a:cs typeface="Merriweather"/>
                <a:sym typeface="Merriweather"/>
              </a:rPr>
              <a:t>How DevOps Works?</a:t>
            </a:r>
            <a:endParaRPr/>
          </a:p>
          <a:p>
            <a:pPr indent="0" lvl="0" marL="0" marR="0" rtl="0" algn="l">
              <a:lnSpc>
                <a:spcPct val="100000"/>
              </a:lnSpc>
              <a:spcBef>
                <a:spcPts val="0"/>
              </a:spcBef>
              <a:spcAft>
                <a:spcPts val="0"/>
              </a:spcAft>
              <a:buNone/>
            </a:pPr>
            <a:br>
              <a:rPr b="0" i="0" lang="en-US"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pic>
        <p:nvPicPr>
          <p:cNvPr descr="https://lh3.googleusercontent.com/dTDqe4DIDEIN0AkAMgXbfZOs-3twq93iJmpzhvjnXdABYW2rTlqLlO5snec51Qh7IFSumjhvOKc78D5lgtidZjTBam7j46CXQCWfZLwVFHkv7FEauxc8maE06DXca8n8" id="1156" name="Google Shape;1156;p11"/>
          <p:cNvPicPr preferRelativeResize="0"/>
          <p:nvPr/>
        </p:nvPicPr>
        <p:blipFill rotWithShape="1">
          <a:blip r:embed="rId3">
            <a:alphaModFix/>
          </a:blip>
          <a:srcRect b="0" l="0" r="0" t="0"/>
          <a:stretch/>
        </p:blipFill>
        <p:spPr>
          <a:xfrm>
            <a:off x="474016" y="2214203"/>
            <a:ext cx="11203863" cy="286457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0" name="Shape 1160"/>
        <p:cNvGrpSpPr/>
        <p:nvPr/>
      </p:nvGrpSpPr>
      <p:grpSpPr>
        <a:xfrm>
          <a:off x="0" y="0"/>
          <a:ext cx="0" cy="0"/>
          <a:chOff x="0" y="0"/>
          <a:chExt cx="0" cy="0"/>
        </a:xfrm>
      </p:grpSpPr>
      <p:sp>
        <p:nvSpPr>
          <p:cNvPr id="1161" name="Google Shape;1161;p8"/>
          <p:cNvSpPr/>
          <p:nvPr/>
        </p:nvSpPr>
        <p:spPr>
          <a:xfrm>
            <a:off x="2886328" y="129175"/>
            <a:ext cx="7954500" cy="1261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4800" u="none" cap="none" strike="noStrike">
                <a:solidFill>
                  <a:srgbClr val="FFC000"/>
                </a:solidFill>
                <a:latin typeface="Merriweather"/>
                <a:ea typeface="Merriweather"/>
                <a:cs typeface="Merriweather"/>
                <a:sym typeface="Merriweather"/>
              </a:rPr>
              <a:t>How DevOps Works?</a:t>
            </a:r>
            <a:endParaRPr/>
          </a:p>
          <a:p>
            <a:pPr indent="0" lvl="0" marL="0" marR="0" rtl="0" algn="l">
              <a:lnSpc>
                <a:spcPct val="100000"/>
              </a:lnSpc>
              <a:spcBef>
                <a:spcPts val="0"/>
              </a:spcBef>
              <a:spcAft>
                <a:spcPts val="0"/>
              </a:spcAft>
              <a:buNone/>
            </a:pPr>
            <a:br>
              <a:rPr b="0" i="0" lang="en-US"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sp>
        <p:nvSpPr>
          <p:cNvPr id="1162" name="Google Shape;1162;p8"/>
          <p:cNvSpPr/>
          <p:nvPr/>
        </p:nvSpPr>
        <p:spPr>
          <a:xfrm>
            <a:off x="429658" y="1872867"/>
            <a:ext cx="3712684" cy="718851"/>
          </a:xfrm>
          <a:prstGeom prst="roundRect">
            <a:avLst>
              <a:gd fmla="val 16667" name="adj"/>
            </a:avLst>
          </a:prstGeom>
          <a:solidFill>
            <a:srgbClr val="87943A"/>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000" u="none" cap="none" strike="noStrike">
                <a:solidFill>
                  <a:schemeClr val="dk1"/>
                </a:solidFill>
                <a:latin typeface="Merriweather"/>
                <a:ea typeface="Merriweather"/>
                <a:cs typeface="Merriweather"/>
                <a:sym typeface="Merriweather"/>
              </a:rPr>
              <a:t>Continuous</a:t>
            </a:r>
            <a:r>
              <a:rPr b="1" i="0" lang="en-US" sz="2400" u="none" cap="none" strike="noStrike">
                <a:solidFill>
                  <a:schemeClr val="dk1"/>
                </a:solidFill>
                <a:latin typeface="Merriweather"/>
                <a:ea typeface="Merriweather"/>
                <a:cs typeface="Merriweather"/>
                <a:sym typeface="Merriweather"/>
              </a:rPr>
              <a:t> </a:t>
            </a:r>
            <a:r>
              <a:rPr b="1" i="0" lang="en-US" sz="2000" u="none" cap="none" strike="noStrike">
                <a:solidFill>
                  <a:schemeClr val="dk1"/>
                </a:solidFill>
                <a:latin typeface="Merriweather"/>
                <a:ea typeface="Merriweather"/>
                <a:cs typeface="Merriweather"/>
                <a:sym typeface="Merriweather"/>
              </a:rPr>
              <a:t>Development</a:t>
            </a:r>
            <a:endParaRPr b="1" i="0" sz="2000" u="none" cap="none" strike="noStrike">
              <a:solidFill>
                <a:schemeClr val="dk1"/>
              </a:solidFill>
              <a:latin typeface="Arial"/>
              <a:ea typeface="Arial"/>
              <a:cs typeface="Arial"/>
              <a:sym typeface="Arial"/>
            </a:endParaRPr>
          </a:p>
        </p:txBody>
      </p:sp>
      <p:sp>
        <p:nvSpPr>
          <p:cNvPr id="1163" name="Google Shape;1163;p8"/>
          <p:cNvSpPr/>
          <p:nvPr/>
        </p:nvSpPr>
        <p:spPr>
          <a:xfrm>
            <a:off x="429658" y="2853267"/>
            <a:ext cx="3712684" cy="718851"/>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 Integration</a:t>
            </a:r>
            <a:endParaRPr b="0" i="0" sz="2000" u="none" cap="none" strike="noStrike">
              <a:solidFill>
                <a:schemeClr val="dk1"/>
              </a:solidFill>
              <a:latin typeface="Merriweather"/>
              <a:ea typeface="Merriweather"/>
              <a:cs typeface="Merriweather"/>
              <a:sym typeface="Merriweather"/>
            </a:endParaRPr>
          </a:p>
        </p:txBody>
      </p:sp>
      <p:sp>
        <p:nvSpPr>
          <p:cNvPr id="1164" name="Google Shape;1164;p8"/>
          <p:cNvSpPr/>
          <p:nvPr/>
        </p:nvSpPr>
        <p:spPr>
          <a:xfrm>
            <a:off x="429657" y="3833667"/>
            <a:ext cx="3712685" cy="727316"/>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 Deployment</a:t>
            </a:r>
            <a:endParaRPr/>
          </a:p>
        </p:txBody>
      </p:sp>
      <p:sp>
        <p:nvSpPr>
          <p:cNvPr id="1165" name="Google Shape;1165;p8"/>
          <p:cNvSpPr/>
          <p:nvPr/>
        </p:nvSpPr>
        <p:spPr>
          <a:xfrm>
            <a:off x="429657" y="4822532"/>
            <a:ext cx="3712685" cy="727316"/>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 Testing</a:t>
            </a:r>
            <a:endParaRPr/>
          </a:p>
        </p:txBody>
      </p:sp>
      <p:sp>
        <p:nvSpPr>
          <p:cNvPr id="1166" name="Google Shape;1166;p8"/>
          <p:cNvSpPr/>
          <p:nvPr/>
        </p:nvSpPr>
        <p:spPr>
          <a:xfrm>
            <a:off x="429657" y="5811397"/>
            <a:ext cx="3712685" cy="727316"/>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 Monitoring</a:t>
            </a:r>
            <a:endParaRPr/>
          </a:p>
        </p:txBody>
      </p:sp>
      <p:pic>
        <p:nvPicPr>
          <p:cNvPr descr="https://lh4.googleusercontent.com/MaU_Ln-MQus1GtPdihhdL-PfOtzVUjtDjLtKDnHSV-EG13OSZb1V5cdzJEUMtorpbaH3t99r-8lPNSwJtVrPij9uN7Pd0YlxLCZKUUQ2pUzwVMf-bM0Nl0MEG99P9bYo" id="1167" name="Google Shape;1167;p8"/>
          <p:cNvPicPr preferRelativeResize="0"/>
          <p:nvPr/>
        </p:nvPicPr>
        <p:blipFill rotWithShape="1">
          <a:blip r:embed="rId3">
            <a:alphaModFix/>
          </a:blip>
          <a:srcRect b="0" l="0" r="0" t="0"/>
          <a:stretch/>
        </p:blipFill>
        <p:spPr>
          <a:xfrm>
            <a:off x="9116241" y="4822532"/>
            <a:ext cx="1900358" cy="1714656"/>
          </a:xfrm>
          <a:prstGeom prst="rect">
            <a:avLst/>
          </a:prstGeom>
          <a:noFill/>
          <a:ln>
            <a:noFill/>
          </a:ln>
        </p:spPr>
      </p:pic>
      <p:sp>
        <p:nvSpPr>
          <p:cNvPr id="1168" name="Google Shape;1168;p8"/>
          <p:cNvSpPr/>
          <p:nvPr/>
        </p:nvSpPr>
        <p:spPr>
          <a:xfrm>
            <a:off x="5932727" y="1872866"/>
            <a:ext cx="5579900" cy="2269475"/>
          </a:xfrm>
          <a:prstGeom prst="roundRect">
            <a:avLst>
              <a:gd fmla="val 16667" name="adj"/>
            </a:avLst>
          </a:prstGeom>
          <a:solidFill>
            <a:srgbClr val="87943A"/>
          </a:solidFill>
          <a:ln cap="flat" cmpd="sng" w="25400">
            <a:solidFill>
              <a:srgbClr val="7E89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cap="none" strike="noStrike">
              <a:solidFill>
                <a:schemeClr val="dk1"/>
              </a:solidFill>
              <a:latin typeface="Merriweather"/>
              <a:ea typeface="Merriweather"/>
              <a:cs typeface="Merriweather"/>
              <a:sym typeface="Merriweather"/>
            </a:endParaRPr>
          </a:p>
          <a:p>
            <a:pPr indent="0" lvl="0" marL="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This stage involves committing code to version control tools such as Git or SVN for maintaining the different versions of the code, and tools like Ant, Maven, Gradle for building/ packaging the code into an executable file that can be forwarded to the QAs for testing.</a:t>
            </a:r>
            <a:r>
              <a:rPr b="0" i="0" lang="en-US" sz="1400" u="none" cap="none" strike="noStrike">
                <a:solidFill>
                  <a:schemeClr val="lt1"/>
                </a:solidFill>
                <a:latin typeface="Arial"/>
                <a:ea typeface="Arial"/>
                <a:cs typeface="Arial"/>
                <a:sym typeface="Arial"/>
              </a:rPr>
              <a:t>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br>
              <a:rPr b="0" i="0" lang="en-US" sz="1400" u="none" cap="none" strike="noStrike">
                <a:solidFill>
                  <a:schemeClr val="lt1"/>
                </a:solidFill>
                <a:latin typeface="Arial"/>
                <a:ea typeface="Arial"/>
                <a:cs typeface="Arial"/>
                <a:sym typeface="Arial"/>
              </a:rPr>
            </a:br>
            <a:endParaRPr b="0" i="0" sz="1400" u="none" cap="none" strike="noStrike">
              <a:solidFill>
                <a:schemeClr val="lt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p26"/>
          <p:cNvSpPr/>
          <p:nvPr/>
        </p:nvSpPr>
        <p:spPr>
          <a:xfrm>
            <a:off x="2886327" y="129175"/>
            <a:ext cx="7595100" cy="1261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4800" u="none" cap="none" strike="noStrike">
                <a:solidFill>
                  <a:srgbClr val="FFC000"/>
                </a:solidFill>
                <a:latin typeface="Merriweather"/>
                <a:ea typeface="Merriweather"/>
                <a:cs typeface="Merriweather"/>
                <a:sym typeface="Merriweather"/>
              </a:rPr>
              <a:t>How DevOps Works?</a:t>
            </a:r>
            <a:endParaRPr/>
          </a:p>
          <a:p>
            <a:pPr indent="0" lvl="0" marL="0" marR="0" rtl="0" algn="l">
              <a:lnSpc>
                <a:spcPct val="100000"/>
              </a:lnSpc>
              <a:spcBef>
                <a:spcPts val="0"/>
              </a:spcBef>
              <a:spcAft>
                <a:spcPts val="0"/>
              </a:spcAft>
              <a:buNone/>
            </a:pPr>
            <a:br>
              <a:rPr b="0" i="0" lang="en-US"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sp>
        <p:nvSpPr>
          <p:cNvPr id="1174" name="Google Shape;1174;p26"/>
          <p:cNvSpPr/>
          <p:nvPr/>
        </p:nvSpPr>
        <p:spPr>
          <a:xfrm>
            <a:off x="429658" y="1872867"/>
            <a:ext cx="3712684" cy="718851"/>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a:t>
            </a:r>
            <a:r>
              <a:rPr b="0" i="0" lang="en-US" sz="2400" u="none" cap="none" strike="noStrike">
                <a:solidFill>
                  <a:schemeClr val="dk1"/>
                </a:solidFill>
                <a:latin typeface="Merriweather"/>
                <a:ea typeface="Merriweather"/>
                <a:cs typeface="Merriweather"/>
                <a:sym typeface="Merriweather"/>
              </a:rPr>
              <a:t> </a:t>
            </a:r>
            <a:r>
              <a:rPr b="0" i="0" lang="en-US" sz="2000" u="none" cap="none" strike="noStrike">
                <a:solidFill>
                  <a:schemeClr val="dk1"/>
                </a:solidFill>
                <a:latin typeface="Merriweather"/>
                <a:ea typeface="Merriweather"/>
                <a:cs typeface="Merriweather"/>
                <a:sym typeface="Merriweather"/>
              </a:rPr>
              <a:t>Development</a:t>
            </a:r>
            <a:endParaRPr b="0" i="0" sz="2000" u="none" cap="none" strike="noStrike">
              <a:solidFill>
                <a:schemeClr val="dk1"/>
              </a:solidFill>
              <a:latin typeface="Arial"/>
              <a:ea typeface="Arial"/>
              <a:cs typeface="Arial"/>
              <a:sym typeface="Arial"/>
            </a:endParaRPr>
          </a:p>
        </p:txBody>
      </p:sp>
      <p:sp>
        <p:nvSpPr>
          <p:cNvPr id="1175" name="Google Shape;1175;p26"/>
          <p:cNvSpPr/>
          <p:nvPr/>
        </p:nvSpPr>
        <p:spPr>
          <a:xfrm>
            <a:off x="429658" y="2853267"/>
            <a:ext cx="3712684" cy="718851"/>
          </a:xfrm>
          <a:prstGeom prst="roundRect">
            <a:avLst>
              <a:gd fmla="val 16667" name="adj"/>
            </a:avLst>
          </a:prstGeom>
          <a:solidFill>
            <a:srgbClr val="87943A"/>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1" i="0" lang="en-US" sz="2000" u="none" cap="none" strike="noStrike">
                <a:solidFill>
                  <a:schemeClr val="dk1"/>
                </a:solidFill>
                <a:latin typeface="Merriweather"/>
                <a:ea typeface="Merriweather"/>
                <a:cs typeface="Merriweather"/>
                <a:sym typeface="Merriweather"/>
              </a:rPr>
              <a:t>Continuous Integration</a:t>
            </a:r>
            <a:endParaRPr b="1" i="0" sz="2000" u="none" cap="none" strike="noStrike">
              <a:solidFill>
                <a:schemeClr val="dk1"/>
              </a:solidFill>
              <a:latin typeface="Merriweather"/>
              <a:ea typeface="Merriweather"/>
              <a:cs typeface="Merriweather"/>
              <a:sym typeface="Merriweather"/>
            </a:endParaRPr>
          </a:p>
        </p:txBody>
      </p:sp>
      <p:sp>
        <p:nvSpPr>
          <p:cNvPr id="1176" name="Google Shape;1176;p26"/>
          <p:cNvSpPr/>
          <p:nvPr/>
        </p:nvSpPr>
        <p:spPr>
          <a:xfrm>
            <a:off x="429657" y="3833667"/>
            <a:ext cx="3712685" cy="727316"/>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 Deployment</a:t>
            </a:r>
            <a:endParaRPr/>
          </a:p>
        </p:txBody>
      </p:sp>
      <p:sp>
        <p:nvSpPr>
          <p:cNvPr id="1177" name="Google Shape;1177;p26"/>
          <p:cNvSpPr/>
          <p:nvPr/>
        </p:nvSpPr>
        <p:spPr>
          <a:xfrm>
            <a:off x="429657" y="4822532"/>
            <a:ext cx="3712685" cy="727316"/>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 Testing</a:t>
            </a:r>
            <a:endParaRPr/>
          </a:p>
        </p:txBody>
      </p:sp>
      <p:sp>
        <p:nvSpPr>
          <p:cNvPr id="1178" name="Google Shape;1178;p26"/>
          <p:cNvSpPr/>
          <p:nvPr/>
        </p:nvSpPr>
        <p:spPr>
          <a:xfrm>
            <a:off x="429657" y="5811397"/>
            <a:ext cx="3712685" cy="727316"/>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 Monitoring</a:t>
            </a:r>
            <a:endParaRPr/>
          </a:p>
        </p:txBody>
      </p:sp>
      <p:sp>
        <p:nvSpPr>
          <p:cNvPr id="1179" name="Google Shape;1179;p26"/>
          <p:cNvSpPr/>
          <p:nvPr/>
        </p:nvSpPr>
        <p:spPr>
          <a:xfrm>
            <a:off x="5932727" y="1872866"/>
            <a:ext cx="5579900" cy="2269475"/>
          </a:xfrm>
          <a:prstGeom prst="roundRect">
            <a:avLst>
              <a:gd fmla="val 16667" name="adj"/>
            </a:avLst>
          </a:prstGeom>
          <a:solidFill>
            <a:srgbClr val="87943A"/>
          </a:solidFill>
          <a:ln cap="flat" cmpd="sng" w="25400">
            <a:solidFill>
              <a:srgbClr val="7E89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cap="none" strike="noStrike">
              <a:solidFill>
                <a:schemeClr val="dk1"/>
              </a:solidFill>
              <a:latin typeface="Merriweather"/>
              <a:ea typeface="Merriweather"/>
              <a:cs typeface="Merriweather"/>
              <a:sym typeface="Merriweather"/>
            </a:endParaRPr>
          </a:p>
          <a:p>
            <a:pPr indent="0" lvl="0" marL="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The stage is a critical point in the whole Devops Lifecycle. It deals with integrating the different stages of the devops lifecycle, and is therefore the key in automating the whole Devops Process.</a:t>
            </a:r>
            <a:r>
              <a:rPr b="0" i="0" lang="en-US" sz="1400" u="none" cap="none" strike="noStrike">
                <a:solidFill>
                  <a:schemeClr val="lt1"/>
                </a:solidFill>
                <a:latin typeface="Arial"/>
                <a:ea typeface="Arial"/>
                <a:cs typeface="Arial"/>
                <a:sym typeface="Arial"/>
              </a:rPr>
              <a:t>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br>
              <a:rPr b="0" i="0" lang="en-US" sz="1400" u="none" cap="none" strike="noStrike">
                <a:solidFill>
                  <a:schemeClr val="lt1"/>
                </a:solidFill>
                <a:latin typeface="Arial"/>
                <a:ea typeface="Arial"/>
                <a:cs typeface="Arial"/>
                <a:sym typeface="Arial"/>
              </a:rPr>
            </a:br>
            <a:endParaRPr b="0" i="0" sz="1400" u="none" cap="none" strike="noStrike">
              <a:solidFill>
                <a:schemeClr val="lt1"/>
              </a:solidFill>
              <a:latin typeface="Arial"/>
              <a:ea typeface="Arial"/>
              <a:cs typeface="Arial"/>
              <a:sym typeface="Arial"/>
            </a:endParaRPr>
          </a:p>
        </p:txBody>
      </p:sp>
      <p:pic>
        <p:nvPicPr>
          <p:cNvPr descr="https://lh4.googleusercontent.com/erqs_mOu9rhdzXP2wpPyUG22C87SfseiTS24W9LY8FfXPcefJzGl-5LmFFPU2RF3AGDoYwAnf9bwjLjMAZHsLsioLVUw1F2JybdwNR0pYNk-59bPx_IUb-sVUdfkKm0u" id="1180" name="Google Shape;1180;p26"/>
          <p:cNvPicPr preferRelativeResize="0"/>
          <p:nvPr/>
        </p:nvPicPr>
        <p:blipFill rotWithShape="1">
          <a:blip r:embed="rId3">
            <a:alphaModFix/>
          </a:blip>
          <a:srcRect b="0" l="0" r="0" t="0"/>
          <a:stretch/>
        </p:blipFill>
        <p:spPr>
          <a:xfrm>
            <a:off x="9905838" y="4822532"/>
            <a:ext cx="1606789" cy="171618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4" name="Shape 1184"/>
        <p:cNvGrpSpPr/>
        <p:nvPr/>
      </p:nvGrpSpPr>
      <p:grpSpPr>
        <a:xfrm>
          <a:off x="0" y="0"/>
          <a:ext cx="0" cy="0"/>
          <a:chOff x="0" y="0"/>
          <a:chExt cx="0" cy="0"/>
        </a:xfrm>
      </p:grpSpPr>
      <p:sp>
        <p:nvSpPr>
          <p:cNvPr id="1185" name="Google Shape;1185;p27"/>
          <p:cNvSpPr/>
          <p:nvPr/>
        </p:nvSpPr>
        <p:spPr>
          <a:xfrm>
            <a:off x="2886328" y="129175"/>
            <a:ext cx="7711500" cy="1261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4800" u="none" cap="none" strike="noStrike">
                <a:solidFill>
                  <a:srgbClr val="FFC000"/>
                </a:solidFill>
                <a:latin typeface="Merriweather"/>
                <a:ea typeface="Merriweather"/>
                <a:cs typeface="Merriweather"/>
                <a:sym typeface="Merriweather"/>
              </a:rPr>
              <a:t>How DevOps Works?</a:t>
            </a:r>
            <a:endParaRPr/>
          </a:p>
          <a:p>
            <a:pPr indent="0" lvl="0" marL="0" marR="0" rtl="0" algn="l">
              <a:lnSpc>
                <a:spcPct val="100000"/>
              </a:lnSpc>
              <a:spcBef>
                <a:spcPts val="0"/>
              </a:spcBef>
              <a:spcAft>
                <a:spcPts val="0"/>
              </a:spcAft>
              <a:buNone/>
            </a:pPr>
            <a:br>
              <a:rPr b="0" i="0" lang="en-US"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sp>
        <p:nvSpPr>
          <p:cNvPr id="1186" name="Google Shape;1186;p27"/>
          <p:cNvSpPr/>
          <p:nvPr/>
        </p:nvSpPr>
        <p:spPr>
          <a:xfrm>
            <a:off x="429658" y="1872867"/>
            <a:ext cx="3712684" cy="718851"/>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a:t>
            </a:r>
            <a:r>
              <a:rPr b="0" i="0" lang="en-US" sz="2400" u="none" cap="none" strike="noStrike">
                <a:solidFill>
                  <a:schemeClr val="dk1"/>
                </a:solidFill>
                <a:latin typeface="Merriweather"/>
                <a:ea typeface="Merriweather"/>
                <a:cs typeface="Merriweather"/>
                <a:sym typeface="Merriweather"/>
              </a:rPr>
              <a:t> </a:t>
            </a:r>
            <a:r>
              <a:rPr b="0" i="0" lang="en-US" sz="2000" u="none" cap="none" strike="noStrike">
                <a:solidFill>
                  <a:schemeClr val="dk1"/>
                </a:solidFill>
                <a:latin typeface="Merriweather"/>
                <a:ea typeface="Merriweather"/>
                <a:cs typeface="Merriweather"/>
                <a:sym typeface="Merriweather"/>
              </a:rPr>
              <a:t>Development</a:t>
            </a:r>
            <a:endParaRPr b="0" i="0" sz="2000" u="none" cap="none" strike="noStrike">
              <a:solidFill>
                <a:schemeClr val="dk1"/>
              </a:solidFill>
              <a:latin typeface="Arial"/>
              <a:ea typeface="Arial"/>
              <a:cs typeface="Arial"/>
              <a:sym typeface="Arial"/>
            </a:endParaRPr>
          </a:p>
        </p:txBody>
      </p:sp>
      <p:sp>
        <p:nvSpPr>
          <p:cNvPr id="1187" name="Google Shape;1187;p27"/>
          <p:cNvSpPr/>
          <p:nvPr/>
        </p:nvSpPr>
        <p:spPr>
          <a:xfrm>
            <a:off x="429658" y="2853267"/>
            <a:ext cx="3712684" cy="718851"/>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 Integration</a:t>
            </a:r>
            <a:endParaRPr b="0" i="0" sz="2000" u="none" cap="none" strike="noStrike">
              <a:solidFill>
                <a:schemeClr val="dk1"/>
              </a:solidFill>
              <a:latin typeface="Merriweather"/>
              <a:ea typeface="Merriweather"/>
              <a:cs typeface="Merriweather"/>
              <a:sym typeface="Merriweather"/>
            </a:endParaRPr>
          </a:p>
        </p:txBody>
      </p:sp>
      <p:sp>
        <p:nvSpPr>
          <p:cNvPr id="1188" name="Google Shape;1188;p27"/>
          <p:cNvSpPr/>
          <p:nvPr/>
        </p:nvSpPr>
        <p:spPr>
          <a:xfrm>
            <a:off x="429657" y="3833667"/>
            <a:ext cx="3712685" cy="727316"/>
          </a:xfrm>
          <a:prstGeom prst="roundRect">
            <a:avLst>
              <a:gd fmla="val 16667" name="adj"/>
            </a:avLst>
          </a:prstGeom>
          <a:solidFill>
            <a:srgbClr val="87943A"/>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1" i="0" lang="en-US" sz="2000" u="none" cap="none" strike="noStrike">
                <a:solidFill>
                  <a:schemeClr val="dk1"/>
                </a:solidFill>
                <a:latin typeface="Merriweather"/>
                <a:ea typeface="Merriweather"/>
                <a:cs typeface="Merriweather"/>
                <a:sym typeface="Merriweather"/>
              </a:rPr>
              <a:t>Continuous Deployment</a:t>
            </a:r>
            <a:endParaRPr/>
          </a:p>
        </p:txBody>
      </p:sp>
      <p:sp>
        <p:nvSpPr>
          <p:cNvPr id="1189" name="Google Shape;1189;p27"/>
          <p:cNvSpPr/>
          <p:nvPr/>
        </p:nvSpPr>
        <p:spPr>
          <a:xfrm>
            <a:off x="429657" y="4822532"/>
            <a:ext cx="3712685" cy="727316"/>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 Testing</a:t>
            </a:r>
            <a:endParaRPr/>
          </a:p>
        </p:txBody>
      </p:sp>
      <p:sp>
        <p:nvSpPr>
          <p:cNvPr id="1190" name="Google Shape;1190;p27"/>
          <p:cNvSpPr/>
          <p:nvPr/>
        </p:nvSpPr>
        <p:spPr>
          <a:xfrm>
            <a:off x="429657" y="5811397"/>
            <a:ext cx="3712685" cy="727316"/>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 Monitoring</a:t>
            </a:r>
            <a:endParaRPr/>
          </a:p>
        </p:txBody>
      </p:sp>
      <p:sp>
        <p:nvSpPr>
          <p:cNvPr id="1191" name="Google Shape;1191;p27"/>
          <p:cNvSpPr/>
          <p:nvPr/>
        </p:nvSpPr>
        <p:spPr>
          <a:xfrm>
            <a:off x="5932727" y="1872866"/>
            <a:ext cx="5579900" cy="2269475"/>
          </a:xfrm>
          <a:prstGeom prst="roundRect">
            <a:avLst>
              <a:gd fmla="val 16667" name="adj"/>
            </a:avLst>
          </a:prstGeom>
          <a:solidFill>
            <a:srgbClr val="87943A"/>
          </a:solidFill>
          <a:ln cap="flat" cmpd="sng" w="25400">
            <a:solidFill>
              <a:srgbClr val="7E89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cap="none" strike="noStrike">
              <a:solidFill>
                <a:schemeClr val="dk1"/>
              </a:solidFill>
              <a:latin typeface="Merriweather"/>
              <a:ea typeface="Merriweather"/>
              <a:cs typeface="Merriweather"/>
              <a:sym typeface="Merriweather"/>
            </a:endParaRPr>
          </a:p>
          <a:p>
            <a:pPr indent="0" lvl="0" marL="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In this stage the code is built, the environment or the application is containerized and is pushed on to the desired server. The key processes in this stage are Configuration Management, Virtualization and Containerization.</a:t>
            </a:r>
            <a:endParaRPr b="0" i="0" sz="2000" u="none" cap="none" strike="noStrike">
              <a:solidFill>
                <a:schemeClr val="dk1"/>
              </a:solidFill>
              <a:latin typeface="Merriweather"/>
              <a:ea typeface="Merriweather"/>
              <a:cs typeface="Merriweather"/>
              <a:sym typeface="Merriweather"/>
            </a:endParaRPr>
          </a:p>
          <a:p>
            <a:pPr indent="0" lvl="0" marL="0" marR="0" rtl="0" algn="l">
              <a:lnSpc>
                <a:spcPct val="100000"/>
              </a:lnSpc>
              <a:spcBef>
                <a:spcPts val="0"/>
              </a:spcBef>
              <a:spcAft>
                <a:spcPts val="0"/>
              </a:spcAft>
              <a:buNone/>
            </a:pPr>
            <a:br>
              <a:rPr b="0" i="0" lang="en-US" sz="1400" u="none" cap="none" strike="noStrike">
                <a:solidFill>
                  <a:schemeClr val="lt1"/>
                </a:solidFill>
                <a:latin typeface="Arial"/>
                <a:ea typeface="Arial"/>
                <a:cs typeface="Arial"/>
                <a:sym typeface="Arial"/>
              </a:rPr>
            </a:br>
            <a:endParaRPr b="0" i="0" sz="1400" u="none" cap="none" strike="noStrike">
              <a:solidFill>
                <a:schemeClr val="lt1"/>
              </a:solidFill>
              <a:latin typeface="Arial"/>
              <a:ea typeface="Arial"/>
              <a:cs typeface="Arial"/>
              <a:sym typeface="Arial"/>
            </a:endParaRPr>
          </a:p>
        </p:txBody>
      </p:sp>
      <p:pic>
        <p:nvPicPr>
          <p:cNvPr descr="https://lh3.googleusercontent.com/yIxDZ-cCUmsK48mgY-u4Rp3oWlfgzu723-49-WZJQ4PcHOtSnWr5MVHfC2eMYIq8pIBlkkBJZ6QjOAfQ9ABPd5uAtezsQFE2IdEe8N4LlDvey1YOvqKgOf522f40CgRI" id="1192" name="Google Shape;1192;p27"/>
          <p:cNvPicPr preferRelativeResize="0"/>
          <p:nvPr/>
        </p:nvPicPr>
        <p:blipFill rotWithShape="1">
          <a:blip r:embed="rId3">
            <a:alphaModFix/>
          </a:blip>
          <a:srcRect b="0" l="0" r="0" t="0"/>
          <a:stretch/>
        </p:blipFill>
        <p:spPr>
          <a:xfrm>
            <a:off x="5932727" y="4822531"/>
            <a:ext cx="5579900" cy="171618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6" name="Shape 1196"/>
        <p:cNvGrpSpPr/>
        <p:nvPr/>
      </p:nvGrpSpPr>
      <p:grpSpPr>
        <a:xfrm>
          <a:off x="0" y="0"/>
          <a:ext cx="0" cy="0"/>
          <a:chOff x="0" y="0"/>
          <a:chExt cx="0" cy="0"/>
        </a:xfrm>
      </p:grpSpPr>
      <p:sp>
        <p:nvSpPr>
          <p:cNvPr id="1197" name="Google Shape;1197;p28"/>
          <p:cNvSpPr/>
          <p:nvPr/>
        </p:nvSpPr>
        <p:spPr>
          <a:xfrm>
            <a:off x="2886328" y="129175"/>
            <a:ext cx="7876500" cy="1261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4800" u="none" cap="none" strike="noStrike">
                <a:solidFill>
                  <a:srgbClr val="FFC000"/>
                </a:solidFill>
                <a:latin typeface="Merriweather"/>
                <a:ea typeface="Merriweather"/>
                <a:cs typeface="Merriweather"/>
                <a:sym typeface="Merriweather"/>
              </a:rPr>
              <a:t>How DevOps Works?</a:t>
            </a:r>
            <a:endParaRPr/>
          </a:p>
          <a:p>
            <a:pPr indent="0" lvl="0" marL="0" marR="0" rtl="0" algn="l">
              <a:lnSpc>
                <a:spcPct val="100000"/>
              </a:lnSpc>
              <a:spcBef>
                <a:spcPts val="0"/>
              </a:spcBef>
              <a:spcAft>
                <a:spcPts val="0"/>
              </a:spcAft>
              <a:buNone/>
            </a:pPr>
            <a:br>
              <a:rPr b="0" i="0" lang="en-US"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sp>
        <p:nvSpPr>
          <p:cNvPr id="1198" name="Google Shape;1198;p28"/>
          <p:cNvSpPr/>
          <p:nvPr/>
        </p:nvSpPr>
        <p:spPr>
          <a:xfrm>
            <a:off x="429658" y="1872867"/>
            <a:ext cx="3712684" cy="718851"/>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a:t>
            </a:r>
            <a:r>
              <a:rPr b="0" i="0" lang="en-US" sz="2400" u="none" cap="none" strike="noStrike">
                <a:solidFill>
                  <a:schemeClr val="dk1"/>
                </a:solidFill>
                <a:latin typeface="Merriweather"/>
                <a:ea typeface="Merriweather"/>
                <a:cs typeface="Merriweather"/>
                <a:sym typeface="Merriweather"/>
              </a:rPr>
              <a:t> </a:t>
            </a:r>
            <a:r>
              <a:rPr b="0" i="0" lang="en-US" sz="2000" u="none" cap="none" strike="noStrike">
                <a:solidFill>
                  <a:schemeClr val="dk1"/>
                </a:solidFill>
                <a:latin typeface="Merriweather"/>
                <a:ea typeface="Merriweather"/>
                <a:cs typeface="Merriweather"/>
                <a:sym typeface="Merriweather"/>
              </a:rPr>
              <a:t>Development</a:t>
            </a:r>
            <a:endParaRPr b="0" i="0" sz="2000" u="none" cap="none" strike="noStrike">
              <a:solidFill>
                <a:schemeClr val="dk1"/>
              </a:solidFill>
              <a:latin typeface="Arial"/>
              <a:ea typeface="Arial"/>
              <a:cs typeface="Arial"/>
              <a:sym typeface="Arial"/>
            </a:endParaRPr>
          </a:p>
        </p:txBody>
      </p:sp>
      <p:sp>
        <p:nvSpPr>
          <p:cNvPr id="1199" name="Google Shape;1199;p28"/>
          <p:cNvSpPr/>
          <p:nvPr/>
        </p:nvSpPr>
        <p:spPr>
          <a:xfrm>
            <a:off x="429658" y="2853267"/>
            <a:ext cx="3712684" cy="718851"/>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 Integration</a:t>
            </a:r>
            <a:endParaRPr b="0" i="0" sz="2000" u="none" cap="none" strike="noStrike">
              <a:solidFill>
                <a:schemeClr val="dk1"/>
              </a:solidFill>
              <a:latin typeface="Merriweather"/>
              <a:ea typeface="Merriweather"/>
              <a:cs typeface="Merriweather"/>
              <a:sym typeface="Merriweather"/>
            </a:endParaRPr>
          </a:p>
        </p:txBody>
      </p:sp>
      <p:sp>
        <p:nvSpPr>
          <p:cNvPr id="1200" name="Google Shape;1200;p28"/>
          <p:cNvSpPr/>
          <p:nvPr/>
        </p:nvSpPr>
        <p:spPr>
          <a:xfrm>
            <a:off x="429657" y="3833667"/>
            <a:ext cx="3712685" cy="727316"/>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 Deployment</a:t>
            </a:r>
            <a:endParaRPr/>
          </a:p>
        </p:txBody>
      </p:sp>
      <p:sp>
        <p:nvSpPr>
          <p:cNvPr id="1201" name="Google Shape;1201;p28"/>
          <p:cNvSpPr/>
          <p:nvPr/>
        </p:nvSpPr>
        <p:spPr>
          <a:xfrm>
            <a:off x="429657" y="4822532"/>
            <a:ext cx="3712685" cy="727316"/>
          </a:xfrm>
          <a:prstGeom prst="roundRect">
            <a:avLst>
              <a:gd fmla="val 16667" name="adj"/>
            </a:avLst>
          </a:prstGeom>
          <a:solidFill>
            <a:srgbClr val="87943A"/>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1" i="0" lang="en-US" sz="2000" u="none" cap="none" strike="noStrike">
                <a:solidFill>
                  <a:schemeClr val="dk1"/>
                </a:solidFill>
                <a:latin typeface="Merriweather"/>
                <a:ea typeface="Merriweather"/>
                <a:cs typeface="Merriweather"/>
                <a:sym typeface="Merriweather"/>
              </a:rPr>
              <a:t>Continuous Testing</a:t>
            </a:r>
            <a:endParaRPr/>
          </a:p>
        </p:txBody>
      </p:sp>
      <p:sp>
        <p:nvSpPr>
          <p:cNvPr id="1202" name="Google Shape;1202;p28"/>
          <p:cNvSpPr/>
          <p:nvPr/>
        </p:nvSpPr>
        <p:spPr>
          <a:xfrm>
            <a:off x="429657" y="5811397"/>
            <a:ext cx="3712685" cy="727316"/>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 Monitoring</a:t>
            </a:r>
            <a:endParaRPr/>
          </a:p>
        </p:txBody>
      </p:sp>
      <p:sp>
        <p:nvSpPr>
          <p:cNvPr id="1203" name="Google Shape;1203;p28"/>
          <p:cNvSpPr/>
          <p:nvPr/>
        </p:nvSpPr>
        <p:spPr>
          <a:xfrm>
            <a:off x="5932725" y="1515375"/>
            <a:ext cx="5580000" cy="2826600"/>
          </a:xfrm>
          <a:prstGeom prst="roundRect">
            <a:avLst>
              <a:gd fmla="val 16667" name="adj"/>
            </a:avLst>
          </a:prstGeom>
          <a:solidFill>
            <a:srgbClr val="87943A"/>
          </a:solidFill>
          <a:ln cap="flat" cmpd="sng" w="25400">
            <a:solidFill>
              <a:srgbClr val="7E89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The stage deals with automated testing of the application pushed by the developer. If there is an error, the message is sent back to the integration tool, this tool in turn notifies the developer of the error. If the test was a success, the message is sent to Integration tool which pushes the build on the production server.</a:t>
            </a:r>
            <a:endParaRPr b="0" i="0" sz="1400" u="none" cap="none" strike="noStrike">
              <a:solidFill>
                <a:schemeClr val="dk1"/>
              </a:solidFill>
              <a:latin typeface="Merriweather"/>
              <a:ea typeface="Merriweather"/>
              <a:cs typeface="Merriweather"/>
              <a:sym typeface="Merriweather"/>
            </a:endParaRPr>
          </a:p>
        </p:txBody>
      </p:sp>
      <p:pic>
        <p:nvPicPr>
          <p:cNvPr descr="https://lh4.googleusercontent.com/KdobOFNSBFzF5legOoVVd--hd6tGUPC2pmuRyfh_YZHao_mUOW-uQsD35MFaH3Auj4MOPoDOaMWctaSBlTQQNQpSKaFh3N9YjEjcpJepVdMalmh3mFb9cLwDne2xbiI3" id="1204" name="Google Shape;1204;p28"/>
          <p:cNvPicPr preferRelativeResize="0"/>
          <p:nvPr/>
        </p:nvPicPr>
        <p:blipFill rotWithShape="1">
          <a:blip r:embed="rId3">
            <a:alphaModFix/>
          </a:blip>
          <a:srcRect b="0" l="0" r="0" t="0"/>
          <a:stretch/>
        </p:blipFill>
        <p:spPr>
          <a:xfrm>
            <a:off x="9321609" y="4560983"/>
            <a:ext cx="2191018" cy="197773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8" name="Shape 1208"/>
        <p:cNvGrpSpPr/>
        <p:nvPr/>
      </p:nvGrpSpPr>
      <p:grpSpPr>
        <a:xfrm>
          <a:off x="0" y="0"/>
          <a:ext cx="0" cy="0"/>
          <a:chOff x="0" y="0"/>
          <a:chExt cx="0" cy="0"/>
        </a:xfrm>
      </p:grpSpPr>
      <p:sp>
        <p:nvSpPr>
          <p:cNvPr id="1209" name="Google Shape;1209;p29"/>
          <p:cNvSpPr/>
          <p:nvPr/>
        </p:nvSpPr>
        <p:spPr>
          <a:xfrm>
            <a:off x="2886327" y="129175"/>
            <a:ext cx="7410300" cy="1261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4800" u="none" cap="none" strike="noStrike">
                <a:solidFill>
                  <a:srgbClr val="FFC000"/>
                </a:solidFill>
                <a:latin typeface="Merriweather"/>
                <a:ea typeface="Merriweather"/>
                <a:cs typeface="Merriweather"/>
                <a:sym typeface="Merriweather"/>
              </a:rPr>
              <a:t>How DevOps Works?</a:t>
            </a:r>
            <a:endParaRPr/>
          </a:p>
          <a:p>
            <a:pPr indent="0" lvl="0" marL="0" marR="0" rtl="0" algn="l">
              <a:lnSpc>
                <a:spcPct val="100000"/>
              </a:lnSpc>
              <a:spcBef>
                <a:spcPts val="0"/>
              </a:spcBef>
              <a:spcAft>
                <a:spcPts val="0"/>
              </a:spcAft>
              <a:buNone/>
            </a:pPr>
            <a:br>
              <a:rPr b="0" i="0" lang="en-US"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sp>
        <p:nvSpPr>
          <p:cNvPr id="1210" name="Google Shape;1210;p29"/>
          <p:cNvSpPr/>
          <p:nvPr/>
        </p:nvSpPr>
        <p:spPr>
          <a:xfrm>
            <a:off x="429658" y="1872867"/>
            <a:ext cx="3712684" cy="718851"/>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a:t>
            </a:r>
            <a:r>
              <a:rPr b="0" i="0" lang="en-US" sz="2400" u="none" cap="none" strike="noStrike">
                <a:solidFill>
                  <a:schemeClr val="dk1"/>
                </a:solidFill>
                <a:latin typeface="Merriweather"/>
                <a:ea typeface="Merriweather"/>
                <a:cs typeface="Merriweather"/>
                <a:sym typeface="Merriweather"/>
              </a:rPr>
              <a:t> </a:t>
            </a:r>
            <a:r>
              <a:rPr b="0" i="0" lang="en-US" sz="2000" u="none" cap="none" strike="noStrike">
                <a:solidFill>
                  <a:schemeClr val="dk1"/>
                </a:solidFill>
                <a:latin typeface="Merriweather"/>
                <a:ea typeface="Merriweather"/>
                <a:cs typeface="Merriweather"/>
                <a:sym typeface="Merriweather"/>
              </a:rPr>
              <a:t>Development</a:t>
            </a:r>
            <a:endParaRPr b="0" i="0" sz="2000" u="none" cap="none" strike="noStrike">
              <a:solidFill>
                <a:schemeClr val="dk1"/>
              </a:solidFill>
              <a:latin typeface="Arial"/>
              <a:ea typeface="Arial"/>
              <a:cs typeface="Arial"/>
              <a:sym typeface="Arial"/>
            </a:endParaRPr>
          </a:p>
        </p:txBody>
      </p:sp>
      <p:sp>
        <p:nvSpPr>
          <p:cNvPr id="1211" name="Google Shape;1211;p29"/>
          <p:cNvSpPr/>
          <p:nvPr/>
        </p:nvSpPr>
        <p:spPr>
          <a:xfrm>
            <a:off x="429658" y="2853267"/>
            <a:ext cx="3712684" cy="718851"/>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 Integration</a:t>
            </a:r>
            <a:endParaRPr b="0" i="0" sz="2000" u="none" cap="none" strike="noStrike">
              <a:solidFill>
                <a:schemeClr val="dk1"/>
              </a:solidFill>
              <a:latin typeface="Merriweather"/>
              <a:ea typeface="Merriweather"/>
              <a:cs typeface="Merriweather"/>
              <a:sym typeface="Merriweather"/>
            </a:endParaRPr>
          </a:p>
        </p:txBody>
      </p:sp>
      <p:sp>
        <p:nvSpPr>
          <p:cNvPr id="1212" name="Google Shape;1212;p29"/>
          <p:cNvSpPr/>
          <p:nvPr/>
        </p:nvSpPr>
        <p:spPr>
          <a:xfrm>
            <a:off x="429657" y="3833667"/>
            <a:ext cx="3712685" cy="727316"/>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 Deployment</a:t>
            </a:r>
            <a:endParaRPr/>
          </a:p>
        </p:txBody>
      </p:sp>
      <p:sp>
        <p:nvSpPr>
          <p:cNvPr id="1213" name="Google Shape;1213;p29"/>
          <p:cNvSpPr/>
          <p:nvPr/>
        </p:nvSpPr>
        <p:spPr>
          <a:xfrm>
            <a:off x="429657" y="4822532"/>
            <a:ext cx="3712685" cy="727316"/>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 Testing</a:t>
            </a:r>
            <a:endParaRPr/>
          </a:p>
        </p:txBody>
      </p:sp>
      <p:sp>
        <p:nvSpPr>
          <p:cNvPr id="1214" name="Google Shape;1214;p29"/>
          <p:cNvSpPr/>
          <p:nvPr/>
        </p:nvSpPr>
        <p:spPr>
          <a:xfrm>
            <a:off x="429657" y="5811397"/>
            <a:ext cx="3712685" cy="727316"/>
          </a:xfrm>
          <a:prstGeom prst="roundRect">
            <a:avLst>
              <a:gd fmla="val 16667" name="adj"/>
            </a:avLst>
          </a:prstGeom>
          <a:solidFill>
            <a:srgbClr val="87943A"/>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1" i="0" lang="en-US" sz="2000" u="none" cap="none" strike="noStrike">
                <a:solidFill>
                  <a:schemeClr val="dk1"/>
                </a:solidFill>
                <a:latin typeface="Merriweather"/>
                <a:ea typeface="Merriweather"/>
                <a:cs typeface="Merriweather"/>
                <a:sym typeface="Merriweather"/>
              </a:rPr>
              <a:t>Continuous Monitoring</a:t>
            </a:r>
            <a:endParaRPr/>
          </a:p>
        </p:txBody>
      </p:sp>
      <p:sp>
        <p:nvSpPr>
          <p:cNvPr id="1215" name="Google Shape;1215;p29"/>
          <p:cNvSpPr/>
          <p:nvPr/>
        </p:nvSpPr>
        <p:spPr>
          <a:xfrm>
            <a:off x="5932727" y="1872867"/>
            <a:ext cx="5579900" cy="2269475"/>
          </a:xfrm>
          <a:prstGeom prst="roundRect">
            <a:avLst>
              <a:gd fmla="val 16667" name="adj"/>
            </a:avLst>
          </a:prstGeom>
          <a:solidFill>
            <a:srgbClr val="87943A"/>
          </a:solidFill>
          <a:ln cap="flat" cmpd="sng" w="25400">
            <a:solidFill>
              <a:srgbClr val="7E89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The stage continuously monitors the deployed application for bugs or crashes. It can also be setup to collect user feedback. The collected data is then sent to the developers to improve the application.</a:t>
            </a:r>
            <a:endParaRPr b="0" i="0" sz="2000" u="none" cap="none" strike="noStrike">
              <a:solidFill>
                <a:schemeClr val="dk1"/>
              </a:solidFill>
              <a:latin typeface="Merriweather"/>
              <a:ea typeface="Merriweather"/>
              <a:cs typeface="Merriweather"/>
              <a:sym typeface="Merriweather"/>
            </a:endParaRPr>
          </a:p>
        </p:txBody>
      </p:sp>
      <p:pic>
        <p:nvPicPr>
          <p:cNvPr descr="https://lh4.googleusercontent.com/gmMlxAUxDCEKvMaX-ZNVdBraEjoJAKdYeo4CiykXa2_IH8VHwN5BQMjvRVLPuy_mey8HyaRXFhVDRcpQ_vMmWIcd_V0JG9_y5Ax9iQOXCK_62m469xHc--ugFWhRQRP6" id="1216" name="Google Shape;1216;p29"/>
          <p:cNvPicPr preferRelativeResize="0"/>
          <p:nvPr/>
        </p:nvPicPr>
        <p:blipFill rotWithShape="1">
          <a:blip r:embed="rId3">
            <a:alphaModFix/>
          </a:blip>
          <a:srcRect b="0" l="0" r="0" t="0"/>
          <a:stretch/>
        </p:blipFill>
        <p:spPr>
          <a:xfrm>
            <a:off x="9285530" y="4560983"/>
            <a:ext cx="2227097" cy="197773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sp>
        <p:nvSpPr>
          <p:cNvPr id="1221" name="Google Shape;1221;p30"/>
          <p:cNvSpPr txBox="1"/>
          <p:nvPr>
            <p:ph type="title"/>
          </p:nvPr>
        </p:nvSpPr>
        <p:spPr>
          <a:xfrm>
            <a:off x="896164" y="168975"/>
            <a:ext cx="10396500" cy="10209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1800"/>
              <a:buNone/>
            </a:pPr>
            <a:r>
              <a:rPr lang="en-US" sz="6000">
                <a:solidFill>
                  <a:srgbClr val="FFC000"/>
                </a:solidFill>
                <a:latin typeface="Merriweather"/>
                <a:ea typeface="Merriweather"/>
                <a:cs typeface="Merriweather"/>
                <a:sym typeface="Merriweather"/>
              </a:rPr>
              <a:t>Automated CI/CD pipeline</a:t>
            </a:r>
            <a:endParaRPr sz="6000">
              <a:solidFill>
                <a:srgbClr val="FFC000"/>
              </a:solidFill>
              <a:latin typeface="Merriweather"/>
              <a:ea typeface="Merriweather"/>
              <a:cs typeface="Merriweather"/>
              <a:sym typeface="Merriweather"/>
            </a:endParaRPr>
          </a:p>
        </p:txBody>
      </p:sp>
      <p:pic>
        <p:nvPicPr>
          <p:cNvPr descr="https://lh6.googleusercontent.com/397GQEa_8umO6Lg2jCVz_1feIDP2tgJkavxMbQ08AEXjJmV5cPvF1L_IsADxriIXtN1c32KOm42RduWZqi_XofoiZV-gNLjg0XXS24YRZqw_9PVnfCLOCMkdI7fMp9gv" id="1222" name="Google Shape;1222;p30"/>
          <p:cNvPicPr preferRelativeResize="0"/>
          <p:nvPr/>
        </p:nvPicPr>
        <p:blipFill rotWithShape="1">
          <a:blip r:embed="rId3">
            <a:alphaModFix/>
          </a:blip>
          <a:srcRect b="0" l="0" r="0" t="0"/>
          <a:stretch/>
        </p:blipFill>
        <p:spPr>
          <a:xfrm>
            <a:off x="1148202" y="1246825"/>
            <a:ext cx="9892448" cy="519353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6" name="Shape 1226"/>
        <p:cNvGrpSpPr/>
        <p:nvPr/>
      </p:nvGrpSpPr>
      <p:grpSpPr>
        <a:xfrm>
          <a:off x="0" y="0"/>
          <a:ext cx="0" cy="0"/>
          <a:chOff x="0" y="0"/>
          <a:chExt cx="0" cy="0"/>
        </a:xfrm>
      </p:grpSpPr>
      <p:sp>
        <p:nvSpPr>
          <p:cNvPr id="1227" name="Google Shape;1227;p31"/>
          <p:cNvSpPr/>
          <p:nvPr/>
        </p:nvSpPr>
        <p:spPr>
          <a:xfrm>
            <a:off x="2886315" y="129182"/>
            <a:ext cx="6092825" cy="12618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4800" u="none" cap="none" strike="noStrike">
                <a:solidFill>
                  <a:srgbClr val="FFC000"/>
                </a:solidFill>
                <a:latin typeface="Merriweather"/>
                <a:ea typeface="Merriweather"/>
                <a:cs typeface="Merriweather"/>
                <a:sym typeface="Merriweather"/>
              </a:rPr>
              <a:t>DevOps Tools</a:t>
            </a:r>
            <a:endParaRPr b="0" i="0" sz="4800" u="none" cap="none" strike="noStrike">
              <a:solidFill>
                <a:srgbClr val="FFC000"/>
              </a:solidFill>
              <a:latin typeface="Merriweather"/>
              <a:ea typeface="Merriweather"/>
              <a:cs typeface="Merriweather"/>
              <a:sym typeface="Merriweather"/>
            </a:endParaRPr>
          </a:p>
          <a:p>
            <a:pPr indent="0" lvl="0" marL="0" marR="0" rtl="0" algn="l">
              <a:lnSpc>
                <a:spcPct val="100000"/>
              </a:lnSpc>
              <a:spcBef>
                <a:spcPts val="0"/>
              </a:spcBef>
              <a:spcAft>
                <a:spcPts val="0"/>
              </a:spcAft>
              <a:buNone/>
            </a:pPr>
            <a:br>
              <a:rPr b="0" i="0" lang="en-US"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sp>
        <p:nvSpPr>
          <p:cNvPr id="1228" name="Google Shape;1228;p31"/>
          <p:cNvSpPr/>
          <p:nvPr/>
        </p:nvSpPr>
        <p:spPr>
          <a:xfrm>
            <a:off x="429658" y="1872867"/>
            <a:ext cx="3712684" cy="718851"/>
          </a:xfrm>
          <a:prstGeom prst="roundRect">
            <a:avLst>
              <a:gd fmla="val 16667" name="adj"/>
            </a:avLst>
          </a:prstGeom>
          <a:solidFill>
            <a:srgbClr val="87943A"/>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000" u="none" cap="none" strike="noStrike">
                <a:solidFill>
                  <a:schemeClr val="dk1"/>
                </a:solidFill>
                <a:latin typeface="Merriweather"/>
                <a:ea typeface="Merriweather"/>
                <a:cs typeface="Merriweather"/>
                <a:sym typeface="Merriweather"/>
              </a:rPr>
              <a:t>Continuous</a:t>
            </a:r>
            <a:r>
              <a:rPr b="1" i="0" lang="en-US" sz="2400" u="none" cap="none" strike="noStrike">
                <a:solidFill>
                  <a:schemeClr val="dk1"/>
                </a:solidFill>
                <a:latin typeface="Merriweather"/>
                <a:ea typeface="Merriweather"/>
                <a:cs typeface="Merriweather"/>
                <a:sym typeface="Merriweather"/>
              </a:rPr>
              <a:t> </a:t>
            </a:r>
            <a:r>
              <a:rPr b="1" i="0" lang="en-US" sz="2000" u="none" cap="none" strike="noStrike">
                <a:solidFill>
                  <a:schemeClr val="dk1"/>
                </a:solidFill>
                <a:latin typeface="Merriweather"/>
                <a:ea typeface="Merriweather"/>
                <a:cs typeface="Merriweather"/>
                <a:sym typeface="Merriweather"/>
              </a:rPr>
              <a:t>Development</a:t>
            </a:r>
            <a:endParaRPr b="1" i="0" sz="2000" u="none" cap="none" strike="noStrike">
              <a:solidFill>
                <a:schemeClr val="dk1"/>
              </a:solidFill>
              <a:latin typeface="Arial"/>
              <a:ea typeface="Arial"/>
              <a:cs typeface="Arial"/>
              <a:sym typeface="Arial"/>
            </a:endParaRPr>
          </a:p>
        </p:txBody>
      </p:sp>
      <p:sp>
        <p:nvSpPr>
          <p:cNvPr id="1229" name="Google Shape;1229;p31"/>
          <p:cNvSpPr/>
          <p:nvPr/>
        </p:nvSpPr>
        <p:spPr>
          <a:xfrm>
            <a:off x="429658" y="2853267"/>
            <a:ext cx="3712684" cy="718851"/>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 Integration</a:t>
            </a:r>
            <a:endParaRPr b="0" i="0" sz="2000" u="none" cap="none" strike="noStrike">
              <a:solidFill>
                <a:schemeClr val="dk1"/>
              </a:solidFill>
              <a:latin typeface="Merriweather"/>
              <a:ea typeface="Merriweather"/>
              <a:cs typeface="Merriweather"/>
              <a:sym typeface="Merriweather"/>
            </a:endParaRPr>
          </a:p>
        </p:txBody>
      </p:sp>
      <p:sp>
        <p:nvSpPr>
          <p:cNvPr id="1230" name="Google Shape;1230;p31"/>
          <p:cNvSpPr/>
          <p:nvPr/>
        </p:nvSpPr>
        <p:spPr>
          <a:xfrm>
            <a:off x="429657" y="3833667"/>
            <a:ext cx="3712685" cy="727316"/>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 Deployment</a:t>
            </a:r>
            <a:endParaRPr/>
          </a:p>
        </p:txBody>
      </p:sp>
      <p:sp>
        <p:nvSpPr>
          <p:cNvPr id="1231" name="Google Shape;1231;p31"/>
          <p:cNvSpPr/>
          <p:nvPr/>
        </p:nvSpPr>
        <p:spPr>
          <a:xfrm>
            <a:off x="429657" y="4822532"/>
            <a:ext cx="3712685" cy="727316"/>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 Testing</a:t>
            </a:r>
            <a:endParaRPr/>
          </a:p>
        </p:txBody>
      </p:sp>
      <p:sp>
        <p:nvSpPr>
          <p:cNvPr id="1232" name="Google Shape;1232;p31"/>
          <p:cNvSpPr/>
          <p:nvPr/>
        </p:nvSpPr>
        <p:spPr>
          <a:xfrm>
            <a:off x="429657" y="5811397"/>
            <a:ext cx="3712685" cy="727316"/>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 Monitoring</a:t>
            </a:r>
            <a:endParaRPr/>
          </a:p>
        </p:txBody>
      </p:sp>
      <p:pic>
        <p:nvPicPr>
          <p:cNvPr descr="https://lh4.googleusercontent.com/MaU_Ln-MQus1GtPdihhdL-PfOtzVUjtDjLtKDnHSV-EG13OSZb1V5cdzJEUMtorpbaH3t99r-8lPNSwJtVrPij9uN7Pd0YlxLCZKUUQ2pUzwVMf-bM0Nl0MEG99P9bYo" id="1233" name="Google Shape;1233;p31"/>
          <p:cNvPicPr preferRelativeResize="0"/>
          <p:nvPr/>
        </p:nvPicPr>
        <p:blipFill rotWithShape="1">
          <a:blip r:embed="rId3">
            <a:alphaModFix/>
          </a:blip>
          <a:srcRect b="0" l="0" r="0" t="0"/>
          <a:stretch/>
        </p:blipFill>
        <p:spPr>
          <a:xfrm>
            <a:off x="6822319" y="4822532"/>
            <a:ext cx="1902048" cy="1716181"/>
          </a:xfrm>
          <a:prstGeom prst="rect">
            <a:avLst/>
          </a:prstGeom>
          <a:noFill/>
          <a:ln>
            <a:noFill/>
          </a:ln>
        </p:spPr>
      </p:pic>
      <p:sp>
        <p:nvSpPr>
          <p:cNvPr id="1234" name="Google Shape;1234;p31"/>
          <p:cNvSpPr/>
          <p:nvPr/>
        </p:nvSpPr>
        <p:spPr>
          <a:xfrm>
            <a:off x="5932725" y="1573650"/>
            <a:ext cx="5580000" cy="2568900"/>
          </a:xfrm>
          <a:prstGeom prst="roundRect">
            <a:avLst>
              <a:gd fmla="val 16667" name="adj"/>
            </a:avLst>
          </a:prstGeom>
          <a:solidFill>
            <a:srgbClr val="87943A"/>
          </a:solidFill>
          <a:ln cap="flat" cmpd="sng" w="25400">
            <a:solidFill>
              <a:srgbClr val="7E89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cap="none" strike="noStrike">
              <a:solidFill>
                <a:schemeClr val="dk1"/>
              </a:solidFill>
              <a:latin typeface="Merriweather"/>
              <a:ea typeface="Merriweather"/>
              <a:cs typeface="Merriweather"/>
              <a:sym typeface="Merriweather"/>
            </a:endParaRPr>
          </a:p>
          <a:p>
            <a:pPr indent="0" lvl="0" marL="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Git is a distributed version-control system for tracking changes in computer files and coordinating work on those files among multiple people. It is primarily used for source-code management in software development, but it can be used to keep track of changes in any set of files.</a:t>
            </a:r>
            <a:r>
              <a:rPr b="0" i="0" lang="en-US" sz="1400" u="none" cap="none" strike="noStrike">
                <a:solidFill>
                  <a:schemeClr val="lt1"/>
                </a:solidFill>
                <a:latin typeface="Arial"/>
                <a:ea typeface="Arial"/>
                <a:cs typeface="Arial"/>
                <a:sym typeface="Arial"/>
              </a:rPr>
              <a:t>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br>
              <a:rPr b="0" i="0" lang="en-US" sz="1400" u="none" cap="none" strike="noStrike">
                <a:solidFill>
                  <a:schemeClr val="lt1"/>
                </a:solidFill>
                <a:latin typeface="Arial"/>
                <a:ea typeface="Arial"/>
                <a:cs typeface="Arial"/>
                <a:sym typeface="Arial"/>
              </a:rPr>
            </a:br>
            <a:endParaRPr b="0" i="0" sz="1400" u="none" cap="none" strike="noStrike">
              <a:solidFill>
                <a:schemeClr val="lt1"/>
              </a:solidFill>
              <a:latin typeface="Arial"/>
              <a:ea typeface="Arial"/>
              <a:cs typeface="Arial"/>
              <a:sym typeface="Arial"/>
            </a:endParaRPr>
          </a:p>
        </p:txBody>
      </p:sp>
      <p:pic>
        <p:nvPicPr>
          <p:cNvPr descr="https://lh6.googleusercontent.com/aHjZj_ub3IB2s2gYV5cPPkhQQXFg025ktceU-gx9Lq8mDvvbXMtfB5IwV01fFGwSAjhqBqhB5IIaHc1XLief4KRGTNkUlrsd8kGELDXfOKdbshR5ZxMwo_6vzDWQOAX0" id="1235" name="Google Shape;1235;p31"/>
          <p:cNvPicPr preferRelativeResize="0"/>
          <p:nvPr/>
        </p:nvPicPr>
        <p:blipFill rotWithShape="1">
          <a:blip r:embed="rId4">
            <a:alphaModFix/>
          </a:blip>
          <a:srcRect b="0" l="0" r="0" t="0"/>
          <a:stretch/>
        </p:blipFill>
        <p:spPr>
          <a:xfrm>
            <a:off x="9609933" y="4822531"/>
            <a:ext cx="1902694" cy="171618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9" name="Shape 1239"/>
        <p:cNvGrpSpPr/>
        <p:nvPr/>
      </p:nvGrpSpPr>
      <p:grpSpPr>
        <a:xfrm>
          <a:off x="0" y="0"/>
          <a:ext cx="0" cy="0"/>
          <a:chOff x="0" y="0"/>
          <a:chExt cx="0" cy="0"/>
        </a:xfrm>
      </p:grpSpPr>
      <p:sp>
        <p:nvSpPr>
          <p:cNvPr id="1240" name="Google Shape;1240;p32"/>
          <p:cNvSpPr/>
          <p:nvPr/>
        </p:nvSpPr>
        <p:spPr>
          <a:xfrm>
            <a:off x="2886315" y="129182"/>
            <a:ext cx="6092825" cy="10464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4800" u="none" cap="none" strike="noStrike">
                <a:solidFill>
                  <a:srgbClr val="FFC000"/>
                </a:solidFill>
                <a:latin typeface="Merriweather"/>
                <a:ea typeface="Merriweather"/>
                <a:cs typeface="Merriweather"/>
                <a:sym typeface="Merriweather"/>
              </a:rPr>
              <a:t>DevOps Tools</a:t>
            </a:r>
            <a:br>
              <a:rPr b="0" i="0" lang="en-US"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sp>
        <p:nvSpPr>
          <p:cNvPr id="1241" name="Google Shape;1241;p32"/>
          <p:cNvSpPr/>
          <p:nvPr/>
        </p:nvSpPr>
        <p:spPr>
          <a:xfrm>
            <a:off x="429658" y="1872867"/>
            <a:ext cx="3712684" cy="718851"/>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a:t>
            </a:r>
            <a:r>
              <a:rPr b="0" i="0" lang="en-US" sz="2400" u="none" cap="none" strike="noStrike">
                <a:solidFill>
                  <a:schemeClr val="dk1"/>
                </a:solidFill>
                <a:latin typeface="Merriweather"/>
                <a:ea typeface="Merriweather"/>
                <a:cs typeface="Merriweather"/>
                <a:sym typeface="Merriweather"/>
              </a:rPr>
              <a:t> </a:t>
            </a:r>
            <a:r>
              <a:rPr b="0" i="0" lang="en-US" sz="2000" u="none" cap="none" strike="noStrike">
                <a:solidFill>
                  <a:schemeClr val="dk1"/>
                </a:solidFill>
                <a:latin typeface="Merriweather"/>
                <a:ea typeface="Merriweather"/>
                <a:cs typeface="Merriweather"/>
                <a:sym typeface="Merriweather"/>
              </a:rPr>
              <a:t>Development</a:t>
            </a:r>
            <a:endParaRPr b="0" i="0" sz="2000" u="none" cap="none" strike="noStrike">
              <a:solidFill>
                <a:schemeClr val="dk1"/>
              </a:solidFill>
              <a:latin typeface="Arial"/>
              <a:ea typeface="Arial"/>
              <a:cs typeface="Arial"/>
              <a:sym typeface="Arial"/>
            </a:endParaRPr>
          </a:p>
        </p:txBody>
      </p:sp>
      <p:sp>
        <p:nvSpPr>
          <p:cNvPr id="1242" name="Google Shape;1242;p32"/>
          <p:cNvSpPr/>
          <p:nvPr/>
        </p:nvSpPr>
        <p:spPr>
          <a:xfrm>
            <a:off x="429658" y="2853267"/>
            <a:ext cx="3712684" cy="718851"/>
          </a:xfrm>
          <a:prstGeom prst="roundRect">
            <a:avLst>
              <a:gd fmla="val 16667" name="adj"/>
            </a:avLst>
          </a:prstGeom>
          <a:solidFill>
            <a:srgbClr val="87943A"/>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1" i="0" lang="en-US" sz="2000" u="none" cap="none" strike="noStrike">
                <a:solidFill>
                  <a:schemeClr val="dk1"/>
                </a:solidFill>
                <a:latin typeface="Merriweather"/>
                <a:ea typeface="Merriweather"/>
                <a:cs typeface="Merriweather"/>
                <a:sym typeface="Merriweather"/>
              </a:rPr>
              <a:t>Continuous Integration</a:t>
            </a:r>
            <a:endParaRPr b="1" i="0" sz="2000" u="none" cap="none" strike="noStrike">
              <a:solidFill>
                <a:schemeClr val="dk1"/>
              </a:solidFill>
              <a:latin typeface="Merriweather"/>
              <a:ea typeface="Merriweather"/>
              <a:cs typeface="Merriweather"/>
              <a:sym typeface="Merriweather"/>
            </a:endParaRPr>
          </a:p>
        </p:txBody>
      </p:sp>
      <p:sp>
        <p:nvSpPr>
          <p:cNvPr id="1243" name="Google Shape;1243;p32"/>
          <p:cNvSpPr/>
          <p:nvPr/>
        </p:nvSpPr>
        <p:spPr>
          <a:xfrm>
            <a:off x="429657" y="3833667"/>
            <a:ext cx="3712685" cy="727316"/>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 Deployment</a:t>
            </a:r>
            <a:endParaRPr/>
          </a:p>
        </p:txBody>
      </p:sp>
      <p:sp>
        <p:nvSpPr>
          <p:cNvPr id="1244" name="Google Shape;1244;p32"/>
          <p:cNvSpPr/>
          <p:nvPr/>
        </p:nvSpPr>
        <p:spPr>
          <a:xfrm>
            <a:off x="429657" y="4822532"/>
            <a:ext cx="3712685" cy="727316"/>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 Testing</a:t>
            </a:r>
            <a:endParaRPr/>
          </a:p>
        </p:txBody>
      </p:sp>
      <p:sp>
        <p:nvSpPr>
          <p:cNvPr id="1245" name="Google Shape;1245;p32"/>
          <p:cNvSpPr/>
          <p:nvPr/>
        </p:nvSpPr>
        <p:spPr>
          <a:xfrm>
            <a:off x="429657" y="5811397"/>
            <a:ext cx="3712685" cy="727316"/>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 Monitoring</a:t>
            </a:r>
            <a:endParaRPr/>
          </a:p>
        </p:txBody>
      </p:sp>
      <p:sp>
        <p:nvSpPr>
          <p:cNvPr id="1246" name="Google Shape;1246;p32"/>
          <p:cNvSpPr/>
          <p:nvPr/>
        </p:nvSpPr>
        <p:spPr>
          <a:xfrm>
            <a:off x="5932727" y="1872866"/>
            <a:ext cx="5579900" cy="2269475"/>
          </a:xfrm>
          <a:prstGeom prst="roundRect">
            <a:avLst>
              <a:gd fmla="val 16667" name="adj"/>
            </a:avLst>
          </a:prstGeom>
          <a:solidFill>
            <a:srgbClr val="87943A"/>
          </a:solidFill>
          <a:ln cap="flat" cmpd="sng" w="25400">
            <a:solidFill>
              <a:srgbClr val="7E89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3200" u="none" cap="none" strike="noStrike">
              <a:solidFill>
                <a:schemeClr val="dk1"/>
              </a:solidFill>
              <a:latin typeface="Merriweather"/>
              <a:ea typeface="Merriweather"/>
              <a:cs typeface="Merriweather"/>
              <a:sym typeface="Merriweather"/>
            </a:endParaRPr>
          </a:p>
          <a:p>
            <a:pPr indent="0" lvl="0" marL="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Jenkins is an open source automation server written in Java. Jenkins helps to automate the non-human part of the software development process, with continuous integration and facilitating technical aspects of continuous delivery</a:t>
            </a:r>
            <a:r>
              <a:rPr b="0" i="0" lang="en-US" sz="2000" u="none" cap="none" strike="noStrike">
                <a:solidFill>
                  <a:schemeClr val="lt1"/>
                </a:solidFill>
                <a:latin typeface="Arial"/>
                <a:ea typeface="Arial"/>
                <a:cs typeface="Arial"/>
                <a:sym typeface="Arial"/>
              </a:rPr>
              <a:t> </a:t>
            </a:r>
            <a:endParaRPr b="0" i="0" sz="20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br>
              <a:rPr b="0" i="0" lang="en-US" sz="1400" u="none" cap="none" strike="noStrike">
                <a:solidFill>
                  <a:schemeClr val="lt1"/>
                </a:solidFill>
                <a:latin typeface="Arial"/>
                <a:ea typeface="Arial"/>
                <a:cs typeface="Arial"/>
                <a:sym typeface="Arial"/>
              </a:rPr>
            </a:br>
            <a:endParaRPr b="0" i="0" sz="1400" u="none" cap="none" strike="noStrike">
              <a:solidFill>
                <a:schemeClr val="lt1"/>
              </a:solidFill>
              <a:latin typeface="Arial"/>
              <a:ea typeface="Arial"/>
              <a:cs typeface="Arial"/>
              <a:sym typeface="Arial"/>
            </a:endParaRPr>
          </a:p>
        </p:txBody>
      </p:sp>
      <p:pic>
        <p:nvPicPr>
          <p:cNvPr descr="https://lh4.googleusercontent.com/erqs_mOu9rhdzXP2wpPyUG22C87SfseiTS24W9LY8FfXPcefJzGl-5LmFFPU2RF3AGDoYwAnf9bwjLjMAZHsLsioLVUw1F2JybdwNR0pYNk-59bPx_IUb-sVUdfkKm0u" id="1247" name="Google Shape;1247;p32"/>
          <p:cNvPicPr preferRelativeResize="0"/>
          <p:nvPr/>
        </p:nvPicPr>
        <p:blipFill rotWithShape="1">
          <a:blip r:embed="rId3">
            <a:alphaModFix/>
          </a:blip>
          <a:srcRect b="0" l="0" r="0" t="0"/>
          <a:stretch/>
        </p:blipFill>
        <p:spPr>
          <a:xfrm>
            <a:off x="7115888" y="4478269"/>
            <a:ext cx="1606789" cy="2060446"/>
          </a:xfrm>
          <a:prstGeom prst="rect">
            <a:avLst/>
          </a:prstGeom>
          <a:noFill/>
          <a:ln>
            <a:noFill/>
          </a:ln>
        </p:spPr>
      </p:pic>
      <p:pic>
        <p:nvPicPr>
          <p:cNvPr descr="https://lh4.googleusercontent.com/pXDDoY6u9T2w3QvF9JqsgXOEf9y5nS8H1NGrSXMfbsslPSzRLcACBiAEFsxasJUylVdVyMFomEmKqEyP-k7HKdFZFw4oxVloc4ZCtEior2LDQLsFL_Cnv1PtyfGP8EKN" id="1248" name="Google Shape;1248;p32"/>
          <p:cNvPicPr preferRelativeResize="0"/>
          <p:nvPr/>
        </p:nvPicPr>
        <p:blipFill rotWithShape="1">
          <a:blip r:embed="rId4">
            <a:alphaModFix/>
          </a:blip>
          <a:srcRect b="0" l="0" r="0" t="0"/>
          <a:stretch/>
        </p:blipFill>
        <p:spPr>
          <a:xfrm>
            <a:off x="9475845" y="4478268"/>
            <a:ext cx="1750343" cy="206044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2" name="Shape 1252"/>
        <p:cNvGrpSpPr/>
        <p:nvPr/>
      </p:nvGrpSpPr>
      <p:grpSpPr>
        <a:xfrm>
          <a:off x="0" y="0"/>
          <a:ext cx="0" cy="0"/>
          <a:chOff x="0" y="0"/>
          <a:chExt cx="0" cy="0"/>
        </a:xfrm>
      </p:grpSpPr>
      <p:sp>
        <p:nvSpPr>
          <p:cNvPr id="1253" name="Google Shape;1253;p33"/>
          <p:cNvSpPr/>
          <p:nvPr/>
        </p:nvSpPr>
        <p:spPr>
          <a:xfrm>
            <a:off x="2886315" y="129182"/>
            <a:ext cx="6092825" cy="10464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4800" u="none" cap="none" strike="noStrike">
                <a:solidFill>
                  <a:srgbClr val="FFC000"/>
                </a:solidFill>
                <a:latin typeface="Merriweather"/>
                <a:ea typeface="Merriweather"/>
                <a:cs typeface="Merriweather"/>
                <a:sym typeface="Merriweather"/>
              </a:rPr>
              <a:t>DevOps Tools</a:t>
            </a:r>
            <a:br>
              <a:rPr b="0" i="0" lang="en-US"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sp>
        <p:nvSpPr>
          <p:cNvPr id="1254" name="Google Shape;1254;p33"/>
          <p:cNvSpPr/>
          <p:nvPr/>
        </p:nvSpPr>
        <p:spPr>
          <a:xfrm>
            <a:off x="429658" y="1872867"/>
            <a:ext cx="3712684" cy="718851"/>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a:t>
            </a:r>
            <a:r>
              <a:rPr b="0" i="0" lang="en-US" sz="2400" u="none" cap="none" strike="noStrike">
                <a:solidFill>
                  <a:schemeClr val="dk1"/>
                </a:solidFill>
                <a:latin typeface="Merriweather"/>
                <a:ea typeface="Merriweather"/>
                <a:cs typeface="Merriweather"/>
                <a:sym typeface="Merriweather"/>
              </a:rPr>
              <a:t> </a:t>
            </a:r>
            <a:r>
              <a:rPr b="0" i="0" lang="en-US" sz="2000" u="none" cap="none" strike="noStrike">
                <a:solidFill>
                  <a:schemeClr val="dk1"/>
                </a:solidFill>
                <a:latin typeface="Merriweather"/>
                <a:ea typeface="Merriweather"/>
                <a:cs typeface="Merriweather"/>
                <a:sym typeface="Merriweather"/>
              </a:rPr>
              <a:t>Development</a:t>
            </a:r>
            <a:endParaRPr b="0" i="0" sz="2000" u="none" cap="none" strike="noStrike">
              <a:solidFill>
                <a:schemeClr val="dk1"/>
              </a:solidFill>
              <a:latin typeface="Arial"/>
              <a:ea typeface="Arial"/>
              <a:cs typeface="Arial"/>
              <a:sym typeface="Arial"/>
            </a:endParaRPr>
          </a:p>
        </p:txBody>
      </p:sp>
      <p:sp>
        <p:nvSpPr>
          <p:cNvPr id="1255" name="Google Shape;1255;p33"/>
          <p:cNvSpPr/>
          <p:nvPr/>
        </p:nvSpPr>
        <p:spPr>
          <a:xfrm>
            <a:off x="429658" y="2853267"/>
            <a:ext cx="3712684" cy="718851"/>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 Integration</a:t>
            </a:r>
            <a:endParaRPr b="0" i="0" sz="2000" u="none" cap="none" strike="noStrike">
              <a:solidFill>
                <a:schemeClr val="dk1"/>
              </a:solidFill>
              <a:latin typeface="Merriweather"/>
              <a:ea typeface="Merriweather"/>
              <a:cs typeface="Merriweather"/>
              <a:sym typeface="Merriweather"/>
            </a:endParaRPr>
          </a:p>
        </p:txBody>
      </p:sp>
      <p:sp>
        <p:nvSpPr>
          <p:cNvPr id="1256" name="Google Shape;1256;p33"/>
          <p:cNvSpPr/>
          <p:nvPr/>
        </p:nvSpPr>
        <p:spPr>
          <a:xfrm>
            <a:off x="429657" y="3833667"/>
            <a:ext cx="3712685" cy="727316"/>
          </a:xfrm>
          <a:prstGeom prst="roundRect">
            <a:avLst>
              <a:gd fmla="val 16667" name="adj"/>
            </a:avLst>
          </a:prstGeom>
          <a:solidFill>
            <a:srgbClr val="87943A"/>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1" i="0" lang="en-US" sz="2000" u="none" cap="none" strike="noStrike">
                <a:solidFill>
                  <a:schemeClr val="dk1"/>
                </a:solidFill>
                <a:latin typeface="Merriweather"/>
                <a:ea typeface="Merriweather"/>
                <a:cs typeface="Merriweather"/>
                <a:sym typeface="Merriweather"/>
              </a:rPr>
              <a:t>Continuous Deployment</a:t>
            </a:r>
            <a:endParaRPr/>
          </a:p>
        </p:txBody>
      </p:sp>
      <p:sp>
        <p:nvSpPr>
          <p:cNvPr id="1257" name="Google Shape;1257;p33"/>
          <p:cNvSpPr/>
          <p:nvPr/>
        </p:nvSpPr>
        <p:spPr>
          <a:xfrm>
            <a:off x="429657" y="4822532"/>
            <a:ext cx="3712685" cy="727316"/>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 Testing</a:t>
            </a:r>
            <a:endParaRPr/>
          </a:p>
        </p:txBody>
      </p:sp>
      <p:sp>
        <p:nvSpPr>
          <p:cNvPr id="1258" name="Google Shape;1258;p33"/>
          <p:cNvSpPr/>
          <p:nvPr/>
        </p:nvSpPr>
        <p:spPr>
          <a:xfrm>
            <a:off x="429657" y="5811397"/>
            <a:ext cx="3712685" cy="727316"/>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 Monitoring</a:t>
            </a:r>
            <a:endParaRPr/>
          </a:p>
        </p:txBody>
      </p:sp>
      <p:pic>
        <p:nvPicPr>
          <p:cNvPr descr="https://lh3.googleusercontent.com/EsC6q0iHV6qiTj1hObLO67VdmqJNAsDGjT8F2-e5JrDLkvaOdelUbpVl6hRunPHja6qwYLpgWQ_9RT-aQfPYoOPOAH-Y4xuKfKPbZNwOsDR3BTKrKPA9wOJtrMncQ5S2" id="1259" name="Google Shape;1259;p33"/>
          <p:cNvPicPr preferRelativeResize="0"/>
          <p:nvPr/>
        </p:nvPicPr>
        <p:blipFill rotWithShape="1">
          <a:blip r:embed="rId3">
            <a:alphaModFix/>
          </a:blip>
          <a:srcRect b="0" l="0" r="0" t="0"/>
          <a:stretch/>
        </p:blipFill>
        <p:spPr>
          <a:xfrm>
            <a:off x="4646312" y="1872867"/>
            <a:ext cx="7240887" cy="466584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3" name="Shape 1263"/>
        <p:cNvGrpSpPr/>
        <p:nvPr/>
      </p:nvGrpSpPr>
      <p:grpSpPr>
        <a:xfrm>
          <a:off x="0" y="0"/>
          <a:ext cx="0" cy="0"/>
          <a:chOff x="0" y="0"/>
          <a:chExt cx="0" cy="0"/>
        </a:xfrm>
      </p:grpSpPr>
      <p:sp>
        <p:nvSpPr>
          <p:cNvPr id="1264" name="Google Shape;1264;p34"/>
          <p:cNvSpPr/>
          <p:nvPr/>
        </p:nvSpPr>
        <p:spPr>
          <a:xfrm>
            <a:off x="2886315" y="129182"/>
            <a:ext cx="6092825" cy="10464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4800" u="none" cap="none" strike="noStrike">
                <a:solidFill>
                  <a:srgbClr val="FFC000"/>
                </a:solidFill>
                <a:latin typeface="Merriweather"/>
                <a:ea typeface="Merriweather"/>
                <a:cs typeface="Merriweather"/>
                <a:sym typeface="Merriweather"/>
              </a:rPr>
              <a:t>DevOps Tools</a:t>
            </a:r>
            <a:br>
              <a:rPr b="0" i="0" lang="en-US"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sp>
        <p:nvSpPr>
          <p:cNvPr id="1265" name="Google Shape;1265;p34"/>
          <p:cNvSpPr/>
          <p:nvPr/>
        </p:nvSpPr>
        <p:spPr>
          <a:xfrm>
            <a:off x="429658" y="1872867"/>
            <a:ext cx="3712684" cy="718851"/>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a:t>
            </a:r>
            <a:r>
              <a:rPr b="0" i="0" lang="en-US" sz="2400" u="none" cap="none" strike="noStrike">
                <a:solidFill>
                  <a:schemeClr val="dk1"/>
                </a:solidFill>
                <a:latin typeface="Merriweather"/>
                <a:ea typeface="Merriweather"/>
                <a:cs typeface="Merriweather"/>
                <a:sym typeface="Merriweather"/>
              </a:rPr>
              <a:t> </a:t>
            </a:r>
            <a:r>
              <a:rPr b="0" i="0" lang="en-US" sz="2000" u="none" cap="none" strike="noStrike">
                <a:solidFill>
                  <a:schemeClr val="dk1"/>
                </a:solidFill>
                <a:latin typeface="Merriweather"/>
                <a:ea typeface="Merriweather"/>
                <a:cs typeface="Merriweather"/>
                <a:sym typeface="Merriweather"/>
              </a:rPr>
              <a:t>Development</a:t>
            </a:r>
            <a:endParaRPr b="0" i="0" sz="2000" u="none" cap="none" strike="noStrike">
              <a:solidFill>
                <a:schemeClr val="dk1"/>
              </a:solidFill>
              <a:latin typeface="Arial"/>
              <a:ea typeface="Arial"/>
              <a:cs typeface="Arial"/>
              <a:sym typeface="Arial"/>
            </a:endParaRPr>
          </a:p>
        </p:txBody>
      </p:sp>
      <p:sp>
        <p:nvSpPr>
          <p:cNvPr id="1266" name="Google Shape;1266;p34"/>
          <p:cNvSpPr/>
          <p:nvPr/>
        </p:nvSpPr>
        <p:spPr>
          <a:xfrm>
            <a:off x="429658" y="2853267"/>
            <a:ext cx="3712684" cy="718851"/>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 Integration</a:t>
            </a:r>
            <a:endParaRPr b="0" i="0" sz="2000" u="none" cap="none" strike="noStrike">
              <a:solidFill>
                <a:schemeClr val="dk1"/>
              </a:solidFill>
              <a:latin typeface="Merriweather"/>
              <a:ea typeface="Merriweather"/>
              <a:cs typeface="Merriweather"/>
              <a:sym typeface="Merriweather"/>
            </a:endParaRPr>
          </a:p>
        </p:txBody>
      </p:sp>
      <p:sp>
        <p:nvSpPr>
          <p:cNvPr id="1267" name="Google Shape;1267;p34"/>
          <p:cNvSpPr/>
          <p:nvPr/>
        </p:nvSpPr>
        <p:spPr>
          <a:xfrm>
            <a:off x="429657" y="3833667"/>
            <a:ext cx="3712685" cy="727316"/>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 Deployment</a:t>
            </a:r>
            <a:endParaRPr/>
          </a:p>
        </p:txBody>
      </p:sp>
      <p:sp>
        <p:nvSpPr>
          <p:cNvPr id="1268" name="Google Shape;1268;p34"/>
          <p:cNvSpPr/>
          <p:nvPr/>
        </p:nvSpPr>
        <p:spPr>
          <a:xfrm>
            <a:off x="429657" y="4822532"/>
            <a:ext cx="3712685" cy="727316"/>
          </a:xfrm>
          <a:prstGeom prst="roundRect">
            <a:avLst>
              <a:gd fmla="val 16667" name="adj"/>
            </a:avLst>
          </a:prstGeom>
          <a:solidFill>
            <a:srgbClr val="87943A"/>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1" i="0" lang="en-US" sz="2000" u="none" cap="none" strike="noStrike">
                <a:solidFill>
                  <a:schemeClr val="dk1"/>
                </a:solidFill>
                <a:latin typeface="Merriweather"/>
                <a:ea typeface="Merriweather"/>
                <a:cs typeface="Merriweather"/>
                <a:sym typeface="Merriweather"/>
              </a:rPr>
              <a:t>Continuous Testing</a:t>
            </a:r>
            <a:endParaRPr/>
          </a:p>
        </p:txBody>
      </p:sp>
      <p:sp>
        <p:nvSpPr>
          <p:cNvPr id="1269" name="Google Shape;1269;p34"/>
          <p:cNvSpPr/>
          <p:nvPr/>
        </p:nvSpPr>
        <p:spPr>
          <a:xfrm>
            <a:off x="429657" y="5811397"/>
            <a:ext cx="3712685" cy="727316"/>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 Monitoring</a:t>
            </a:r>
            <a:endParaRPr/>
          </a:p>
        </p:txBody>
      </p:sp>
      <p:sp>
        <p:nvSpPr>
          <p:cNvPr id="1270" name="Google Shape;1270;p34"/>
          <p:cNvSpPr/>
          <p:nvPr/>
        </p:nvSpPr>
        <p:spPr>
          <a:xfrm>
            <a:off x="5932725" y="1625038"/>
            <a:ext cx="5580000" cy="2517300"/>
          </a:xfrm>
          <a:prstGeom prst="roundRect">
            <a:avLst>
              <a:gd fmla="val 16667" name="adj"/>
            </a:avLst>
          </a:prstGeom>
          <a:solidFill>
            <a:srgbClr val="87943A"/>
          </a:solidFill>
          <a:ln cap="flat" cmpd="sng" w="25400">
            <a:solidFill>
              <a:srgbClr val="7E89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Selenium is a portable software-testing framework used for web applications. It is an open source tool which is used for automating the tests carried out on web browsers (Web applications are tested using any web browser).</a:t>
            </a:r>
            <a:endParaRPr b="0" i="0" sz="2000" u="none" cap="none" strike="noStrike">
              <a:solidFill>
                <a:schemeClr val="dk1"/>
              </a:solidFill>
              <a:latin typeface="Merriweather"/>
              <a:ea typeface="Merriweather"/>
              <a:cs typeface="Merriweather"/>
              <a:sym typeface="Merriweather"/>
            </a:endParaRPr>
          </a:p>
        </p:txBody>
      </p:sp>
      <p:pic>
        <p:nvPicPr>
          <p:cNvPr descr="https://lh4.googleusercontent.com/KdobOFNSBFzF5legOoVVd--hd6tGUPC2pmuRyfh_YZHao_mUOW-uQsD35MFaH3Auj4MOPoDOaMWctaSBlTQQNQpSKaFh3N9YjEjcpJepVdMalmh3mFb9cLwDne2xbiI3" id="1271" name="Google Shape;1271;p34"/>
          <p:cNvPicPr preferRelativeResize="0"/>
          <p:nvPr/>
        </p:nvPicPr>
        <p:blipFill rotWithShape="1">
          <a:blip r:embed="rId3">
            <a:alphaModFix/>
          </a:blip>
          <a:srcRect b="0" l="0" r="0" t="0"/>
          <a:stretch/>
        </p:blipFill>
        <p:spPr>
          <a:xfrm>
            <a:off x="6788122" y="4560983"/>
            <a:ext cx="2191018" cy="1977730"/>
          </a:xfrm>
          <a:prstGeom prst="rect">
            <a:avLst/>
          </a:prstGeom>
          <a:noFill/>
          <a:ln>
            <a:noFill/>
          </a:ln>
        </p:spPr>
      </p:pic>
      <p:pic>
        <p:nvPicPr>
          <p:cNvPr descr="https://lh3.googleusercontent.com/ayIeSAEs0CQ2HNvVzsP-NyA--Sc6cQ_Mxb1xXi7m5sb_pko53eP0Gov77aa589DzKg1jAq6YQs_55Itq9U43NzvZ8xHSOkmegSbZMjHuDxPNCx_0B5YklfWdNsj10blE" id="1272" name="Google Shape;1272;p34"/>
          <p:cNvPicPr preferRelativeResize="0"/>
          <p:nvPr/>
        </p:nvPicPr>
        <p:blipFill rotWithShape="1">
          <a:blip r:embed="rId4">
            <a:alphaModFix/>
          </a:blip>
          <a:srcRect b="0" l="0" r="0" t="0"/>
          <a:stretch/>
        </p:blipFill>
        <p:spPr>
          <a:xfrm>
            <a:off x="9561592" y="4565450"/>
            <a:ext cx="2063328" cy="197326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6" name="Shape 1276"/>
        <p:cNvGrpSpPr/>
        <p:nvPr/>
      </p:nvGrpSpPr>
      <p:grpSpPr>
        <a:xfrm>
          <a:off x="0" y="0"/>
          <a:ext cx="0" cy="0"/>
          <a:chOff x="0" y="0"/>
          <a:chExt cx="0" cy="0"/>
        </a:xfrm>
      </p:grpSpPr>
      <p:sp>
        <p:nvSpPr>
          <p:cNvPr id="1277" name="Google Shape;1277;p35"/>
          <p:cNvSpPr/>
          <p:nvPr/>
        </p:nvSpPr>
        <p:spPr>
          <a:xfrm>
            <a:off x="2886315" y="129182"/>
            <a:ext cx="6092825" cy="12618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4800" u="none" cap="none" strike="noStrike">
                <a:solidFill>
                  <a:srgbClr val="FFC000"/>
                </a:solidFill>
                <a:latin typeface="Merriweather"/>
                <a:ea typeface="Merriweather"/>
                <a:cs typeface="Merriweather"/>
                <a:sym typeface="Merriweather"/>
              </a:rPr>
              <a:t>DevOps Tools</a:t>
            </a:r>
            <a:endParaRPr b="0" i="0" sz="4800" u="none" cap="none" strike="noStrike">
              <a:solidFill>
                <a:srgbClr val="FFC000"/>
              </a:solidFill>
              <a:latin typeface="Merriweather"/>
              <a:ea typeface="Merriweather"/>
              <a:cs typeface="Merriweather"/>
              <a:sym typeface="Merriweather"/>
            </a:endParaRPr>
          </a:p>
          <a:p>
            <a:pPr indent="0" lvl="0" marL="0" marR="0" rtl="0" algn="l">
              <a:lnSpc>
                <a:spcPct val="100000"/>
              </a:lnSpc>
              <a:spcBef>
                <a:spcPts val="0"/>
              </a:spcBef>
              <a:spcAft>
                <a:spcPts val="0"/>
              </a:spcAft>
              <a:buNone/>
            </a:pPr>
            <a:br>
              <a:rPr b="0" i="0" lang="en-US"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sp>
        <p:nvSpPr>
          <p:cNvPr id="1278" name="Google Shape;1278;p35"/>
          <p:cNvSpPr/>
          <p:nvPr/>
        </p:nvSpPr>
        <p:spPr>
          <a:xfrm>
            <a:off x="429658" y="1872867"/>
            <a:ext cx="3712684" cy="718851"/>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a:t>
            </a:r>
            <a:r>
              <a:rPr b="0" i="0" lang="en-US" sz="2400" u="none" cap="none" strike="noStrike">
                <a:solidFill>
                  <a:schemeClr val="dk1"/>
                </a:solidFill>
                <a:latin typeface="Merriweather"/>
                <a:ea typeface="Merriweather"/>
                <a:cs typeface="Merriweather"/>
                <a:sym typeface="Merriweather"/>
              </a:rPr>
              <a:t> </a:t>
            </a:r>
            <a:r>
              <a:rPr b="0" i="0" lang="en-US" sz="2000" u="none" cap="none" strike="noStrike">
                <a:solidFill>
                  <a:schemeClr val="dk1"/>
                </a:solidFill>
                <a:latin typeface="Merriweather"/>
                <a:ea typeface="Merriweather"/>
                <a:cs typeface="Merriweather"/>
                <a:sym typeface="Merriweather"/>
              </a:rPr>
              <a:t>Development</a:t>
            </a:r>
            <a:endParaRPr b="0" i="0" sz="2000" u="none" cap="none" strike="noStrike">
              <a:solidFill>
                <a:schemeClr val="dk1"/>
              </a:solidFill>
              <a:latin typeface="Arial"/>
              <a:ea typeface="Arial"/>
              <a:cs typeface="Arial"/>
              <a:sym typeface="Arial"/>
            </a:endParaRPr>
          </a:p>
        </p:txBody>
      </p:sp>
      <p:sp>
        <p:nvSpPr>
          <p:cNvPr id="1279" name="Google Shape;1279;p35"/>
          <p:cNvSpPr/>
          <p:nvPr/>
        </p:nvSpPr>
        <p:spPr>
          <a:xfrm>
            <a:off x="429658" y="2853267"/>
            <a:ext cx="3712684" cy="718851"/>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 Integration</a:t>
            </a:r>
            <a:endParaRPr b="0" i="0" sz="2000" u="none" cap="none" strike="noStrike">
              <a:solidFill>
                <a:schemeClr val="dk1"/>
              </a:solidFill>
              <a:latin typeface="Merriweather"/>
              <a:ea typeface="Merriweather"/>
              <a:cs typeface="Merriweather"/>
              <a:sym typeface="Merriweather"/>
            </a:endParaRPr>
          </a:p>
        </p:txBody>
      </p:sp>
      <p:sp>
        <p:nvSpPr>
          <p:cNvPr id="1280" name="Google Shape;1280;p35"/>
          <p:cNvSpPr/>
          <p:nvPr/>
        </p:nvSpPr>
        <p:spPr>
          <a:xfrm>
            <a:off x="429657" y="3833667"/>
            <a:ext cx="3712685" cy="727316"/>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 Deployment</a:t>
            </a:r>
            <a:endParaRPr/>
          </a:p>
        </p:txBody>
      </p:sp>
      <p:sp>
        <p:nvSpPr>
          <p:cNvPr id="1281" name="Google Shape;1281;p35"/>
          <p:cNvSpPr/>
          <p:nvPr/>
        </p:nvSpPr>
        <p:spPr>
          <a:xfrm>
            <a:off x="429657" y="4822532"/>
            <a:ext cx="3712685" cy="727316"/>
          </a:xfrm>
          <a:prstGeom prst="roundRect">
            <a:avLst>
              <a:gd fmla="val 16667" name="adj"/>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Continuous Testing</a:t>
            </a:r>
            <a:endParaRPr/>
          </a:p>
        </p:txBody>
      </p:sp>
      <p:sp>
        <p:nvSpPr>
          <p:cNvPr id="1282" name="Google Shape;1282;p35"/>
          <p:cNvSpPr/>
          <p:nvPr/>
        </p:nvSpPr>
        <p:spPr>
          <a:xfrm>
            <a:off x="429657" y="5811397"/>
            <a:ext cx="3712685" cy="727316"/>
          </a:xfrm>
          <a:prstGeom prst="roundRect">
            <a:avLst>
              <a:gd fmla="val 16667" name="adj"/>
            </a:avLst>
          </a:prstGeom>
          <a:solidFill>
            <a:srgbClr val="87943A"/>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457200" marR="0" rtl="0" algn="l">
              <a:lnSpc>
                <a:spcPct val="100000"/>
              </a:lnSpc>
              <a:spcBef>
                <a:spcPts val="0"/>
              </a:spcBef>
              <a:spcAft>
                <a:spcPts val="0"/>
              </a:spcAft>
              <a:buNone/>
            </a:pPr>
            <a:r>
              <a:rPr b="1" i="0" lang="en-US" sz="2000" u="none" cap="none" strike="noStrike">
                <a:solidFill>
                  <a:schemeClr val="dk1"/>
                </a:solidFill>
                <a:latin typeface="Merriweather"/>
                <a:ea typeface="Merriweather"/>
                <a:cs typeface="Merriweather"/>
                <a:sym typeface="Merriweather"/>
              </a:rPr>
              <a:t>Continuous Monitoring</a:t>
            </a:r>
            <a:endParaRPr/>
          </a:p>
        </p:txBody>
      </p:sp>
      <p:sp>
        <p:nvSpPr>
          <p:cNvPr id="1283" name="Google Shape;1283;p35"/>
          <p:cNvSpPr/>
          <p:nvPr/>
        </p:nvSpPr>
        <p:spPr>
          <a:xfrm>
            <a:off x="5932725" y="1834975"/>
            <a:ext cx="5580000" cy="2307300"/>
          </a:xfrm>
          <a:prstGeom prst="roundRect">
            <a:avLst>
              <a:gd fmla="val 16667" name="adj"/>
            </a:avLst>
          </a:prstGeom>
          <a:solidFill>
            <a:srgbClr val="87943A"/>
          </a:solidFill>
          <a:ln cap="flat" cmpd="sng" w="25400">
            <a:solidFill>
              <a:srgbClr val="7E89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US" sz="2000" u="none" cap="none" strike="noStrike">
                <a:solidFill>
                  <a:schemeClr val="dk1"/>
                </a:solidFill>
                <a:latin typeface="Merriweather"/>
                <a:ea typeface="Merriweather"/>
                <a:cs typeface="Merriweather"/>
                <a:sym typeface="Merriweather"/>
              </a:rPr>
              <a:t>Nagios is an open-source devops tool which is used for monitoring systems, networks and infrastructure. It also offers monitoring and alerting services for any configurable event.</a:t>
            </a:r>
            <a:endParaRPr b="0" i="0" sz="2000" u="none" cap="none" strike="noStrike">
              <a:solidFill>
                <a:schemeClr val="dk1"/>
              </a:solidFill>
              <a:latin typeface="Merriweather"/>
              <a:ea typeface="Merriweather"/>
              <a:cs typeface="Merriweather"/>
              <a:sym typeface="Merriweather"/>
            </a:endParaRPr>
          </a:p>
        </p:txBody>
      </p:sp>
      <p:pic>
        <p:nvPicPr>
          <p:cNvPr descr="https://lh4.googleusercontent.com/gmMlxAUxDCEKvMaX-ZNVdBraEjoJAKdYeo4CiykXa2_IH8VHwN5BQMjvRVLPuy_mey8HyaRXFhVDRcpQ_vMmWIcd_V0JG9_y5Ax9iQOXCK_62m469xHc--ugFWhRQRP6" id="1284" name="Google Shape;1284;p35"/>
          <p:cNvPicPr preferRelativeResize="0"/>
          <p:nvPr/>
        </p:nvPicPr>
        <p:blipFill rotWithShape="1">
          <a:blip r:embed="rId3">
            <a:alphaModFix/>
          </a:blip>
          <a:srcRect b="0" l="0" r="0" t="0"/>
          <a:stretch/>
        </p:blipFill>
        <p:spPr>
          <a:xfrm>
            <a:off x="5132171" y="4624143"/>
            <a:ext cx="2082269" cy="1849118"/>
          </a:xfrm>
          <a:prstGeom prst="rect">
            <a:avLst/>
          </a:prstGeom>
          <a:noFill/>
          <a:ln>
            <a:noFill/>
          </a:ln>
        </p:spPr>
      </p:pic>
      <p:pic>
        <p:nvPicPr>
          <p:cNvPr descr="https://lh6.googleusercontent.com/Y4WdPYUP_vkW5hbR_CITqrjCftYgnRkJ216Ye9zYH2Rxy-a2eszsWW4EY9uhB9m83oqItxxeAQPUXM5HcgNbE99FAuqAQeQGOy-pJ25OMTwd0xwmhBwRI6l5pdmnap8x" id="1285" name="Google Shape;1285;p35"/>
          <p:cNvPicPr preferRelativeResize="0"/>
          <p:nvPr/>
        </p:nvPicPr>
        <p:blipFill rotWithShape="1">
          <a:blip r:embed="rId4">
            <a:alphaModFix/>
          </a:blip>
          <a:srcRect b="0" l="0" r="0" t="0"/>
          <a:stretch/>
        </p:blipFill>
        <p:spPr>
          <a:xfrm>
            <a:off x="7305523" y="5041595"/>
            <a:ext cx="4207104" cy="113998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9" name="Shape 1289"/>
        <p:cNvGrpSpPr/>
        <p:nvPr/>
      </p:nvGrpSpPr>
      <p:grpSpPr>
        <a:xfrm>
          <a:off x="0" y="0"/>
          <a:ext cx="0" cy="0"/>
          <a:chOff x="0" y="0"/>
          <a:chExt cx="0" cy="0"/>
        </a:xfrm>
      </p:grpSpPr>
      <p:pic>
        <p:nvPicPr>
          <p:cNvPr descr="https://lh4.googleusercontent.com/0JZEVdSAKETCNGJXJa1_gv4Gh759KxdtAhTnyybrBXsoCxhPAnz2ctsRgwyhVQl2RRGP2LO_fmroRfhIF_phyHybcTpEmfdkkrtD5m_9mK70hoMLlu6bY5eJkojX_sFz" id="1290" name="Google Shape;1290;p36"/>
          <p:cNvPicPr preferRelativeResize="0"/>
          <p:nvPr/>
        </p:nvPicPr>
        <p:blipFill rotWithShape="1">
          <a:blip r:embed="rId3">
            <a:alphaModFix/>
          </a:blip>
          <a:srcRect b="0" l="0" r="0" t="0"/>
          <a:stretch/>
        </p:blipFill>
        <p:spPr>
          <a:xfrm>
            <a:off x="-1" y="0"/>
            <a:ext cx="12188825" cy="68580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4" name="Shape 1294"/>
        <p:cNvGrpSpPr/>
        <p:nvPr/>
      </p:nvGrpSpPr>
      <p:grpSpPr>
        <a:xfrm>
          <a:off x="0" y="0"/>
          <a:ext cx="0" cy="0"/>
          <a:chOff x="0" y="0"/>
          <a:chExt cx="0" cy="0"/>
        </a:xfrm>
      </p:grpSpPr>
      <p:sp>
        <p:nvSpPr>
          <p:cNvPr id="1295" name="Google Shape;1295;p37"/>
          <p:cNvSpPr txBox="1"/>
          <p:nvPr>
            <p:ph type="title"/>
          </p:nvPr>
        </p:nvSpPr>
        <p:spPr>
          <a:xfrm>
            <a:off x="1654627" y="252600"/>
            <a:ext cx="10235100" cy="7830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1800"/>
              <a:buNone/>
            </a:pPr>
            <a:r>
              <a:rPr lang="en-US" sz="4800">
                <a:solidFill>
                  <a:srgbClr val="FFC000"/>
                </a:solidFill>
                <a:latin typeface="Merriweather"/>
                <a:ea typeface="Merriweather"/>
                <a:cs typeface="Merriweather"/>
                <a:sym typeface="Merriweather"/>
              </a:rPr>
              <a:t>Who can be to DevOps engineer</a:t>
            </a:r>
            <a:endParaRPr sz="4800">
              <a:solidFill>
                <a:srgbClr val="FFC000"/>
              </a:solidFill>
              <a:latin typeface="Merriweather"/>
              <a:ea typeface="Merriweather"/>
              <a:cs typeface="Merriweather"/>
              <a:sym typeface="Merriweather"/>
            </a:endParaRPr>
          </a:p>
        </p:txBody>
      </p:sp>
      <p:sp>
        <p:nvSpPr>
          <p:cNvPr id="1296" name="Google Shape;1296;p37"/>
          <p:cNvSpPr/>
          <p:nvPr/>
        </p:nvSpPr>
        <p:spPr>
          <a:xfrm>
            <a:off x="237185" y="1785378"/>
            <a:ext cx="11503049" cy="3847207"/>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None/>
            </a:pPr>
            <a:r>
              <a:rPr b="1" i="0" lang="en-US" sz="2800" u="none" cap="none" strike="noStrike">
                <a:solidFill>
                  <a:srgbClr val="87943A"/>
                </a:solidFill>
                <a:latin typeface="Merriweather"/>
                <a:ea typeface="Merriweather"/>
                <a:cs typeface="Merriweather"/>
                <a:sym typeface="Merriweather"/>
              </a:rPr>
              <a:t>System Administrators</a:t>
            </a:r>
            <a:r>
              <a:rPr b="0" i="0" lang="en-US" sz="2800" u="none" cap="none" strike="noStrike">
                <a:solidFill>
                  <a:srgbClr val="87943A"/>
                </a:solidFill>
                <a:latin typeface="Merriweather"/>
                <a:ea typeface="Merriweather"/>
                <a:cs typeface="Merriweather"/>
                <a:sym typeface="Merriweather"/>
              </a:rPr>
              <a:t> </a:t>
            </a:r>
            <a:r>
              <a:rPr b="0" i="0" lang="en-US" sz="2800" u="none" cap="none" strike="noStrike">
                <a:solidFill>
                  <a:srgbClr val="FFC000"/>
                </a:solidFill>
                <a:latin typeface="Merriweather"/>
                <a:ea typeface="Merriweather"/>
                <a:cs typeface="Merriweather"/>
                <a:sym typeface="Merriweather"/>
              </a:rPr>
              <a:t>- who started to write scripts to automate the simple things</a:t>
            </a:r>
            <a:endParaRPr/>
          </a:p>
          <a:p>
            <a:pPr indent="0" lvl="0" marL="0" marR="0" rtl="0" algn="l">
              <a:lnSpc>
                <a:spcPct val="100000"/>
              </a:lnSpc>
              <a:spcBef>
                <a:spcPts val="0"/>
              </a:spcBef>
              <a:spcAft>
                <a:spcPts val="0"/>
              </a:spcAft>
              <a:buNone/>
            </a:pPr>
            <a:r>
              <a:t/>
            </a:r>
            <a:endParaRPr b="1" i="0" sz="2800" u="none" cap="none" strike="noStrike">
              <a:solidFill>
                <a:srgbClr val="FFC000"/>
              </a:solidFill>
              <a:latin typeface="Merriweather"/>
              <a:ea typeface="Merriweather"/>
              <a:cs typeface="Merriweather"/>
              <a:sym typeface="Merriweather"/>
            </a:endParaRPr>
          </a:p>
          <a:p>
            <a:pPr indent="0" lvl="0" marL="0" marR="0" rtl="0" algn="l">
              <a:lnSpc>
                <a:spcPct val="100000"/>
              </a:lnSpc>
              <a:spcBef>
                <a:spcPts val="0"/>
              </a:spcBef>
              <a:spcAft>
                <a:spcPts val="0"/>
              </a:spcAft>
              <a:buNone/>
            </a:pPr>
            <a:r>
              <a:rPr b="1" i="0" lang="en-US" sz="2800" u="none" cap="none" strike="noStrike">
                <a:solidFill>
                  <a:srgbClr val="87943A"/>
                </a:solidFill>
                <a:latin typeface="Merriweather"/>
                <a:ea typeface="Merriweather"/>
                <a:cs typeface="Merriweather"/>
                <a:sym typeface="Merriweather"/>
              </a:rPr>
              <a:t>      Technical Support </a:t>
            </a:r>
            <a:r>
              <a:rPr b="0" i="0" lang="en-US" sz="2800" u="none" cap="none" strike="noStrike">
                <a:solidFill>
                  <a:srgbClr val="FFC000"/>
                </a:solidFill>
                <a:latin typeface="Merriweather"/>
                <a:ea typeface="Merriweather"/>
                <a:cs typeface="Merriweather"/>
                <a:sym typeface="Merriweather"/>
              </a:rPr>
              <a:t>- Engineers on technical support, who started to write scripts to     automate simple things</a:t>
            </a:r>
            <a:endParaRPr/>
          </a:p>
          <a:p>
            <a:pPr indent="0" lvl="0" marL="0" marR="0" rtl="0" algn="l">
              <a:lnSpc>
                <a:spcPct val="100000"/>
              </a:lnSpc>
              <a:spcBef>
                <a:spcPts val="0"/>
              </a:spcBef>
              <a:spcAft>
                <a:spcPts val="0"/>
              </a:spcAft>
              <a:buNone/>
            </a:pPr>
            <a:br>
              <a:rPr b="0" i="0" lang="en-US" sz="2800" u="none" cap="none" strike="noStrike">
                <a:solidFill>
                  <a:srgbClr val="FFC000"/>
                </a:solidFill>
                <a:latin typeface="Merriweather"/>
                <a:ea typeface="Merriweather"/>
                <a:cs typeface="Merriweather"/>
                <a:sym typeface="Merriweather"/>
              </a:rPr>
            </a:br>
            <a:r>
              <a:rPr b="1" i="0" lang="en-US" sz="2800" u="none" cap="none" strike="noStrike">
                <a:solidFill>
                  <a:srgbClr val="87943A"/>
                </a:solidFill>
                <a:latin typeface="Merriweather"/>
                <a:ea typeface="Merriweather"/>
                <a:cs typeface="Merriweather"/>
                <a:sym typeface="Merriweather"/>
              </a:rPr>
              <a:t>From zero</a:t>
            </a:r>
            <a:endParaRPr b="0" i="0" sz="2800" u="none" cap="none" strike="noStrike">
              <a:solidFill>
                <a:srgbClr val="87943A"/>
              </a:solidFill>
              <a:latin typeface="Merriweather"/>
              <a:ea typeface="Merriweather"/>
              <a:cs typeface="Merriweather"/>
              <a:sym typeface="Merriweather"/>
            </a:endParaRPr>
          </a:p>
          <a:p>
            <a:pPr indent="0" lvl="0" marL="0" marR="0" rtl="0" algn="l">
              <a:lnSpc>
                <a:spcPct val="100000"/>
              </a:lnSpc>
              <a:spcBef>
                <a:spcPts val="0"/>
              </a:spcBef>
              <a:spcAft>
                <a:spcPts val="0"/>
              </a:spcAft>
              <a:buNone/>
            </a:pPr>
            <a:br>
              <a:rPr b="0" i="0" lang="en-US" sz="2400" u="none" cap="none" strike="noStrike">
                <a:solidFill>
                  <a:srgbClr val="FFC000"/>
                </a:solidFill>
                <a:latin typeface="Merriweather"/>
                <a:ea typeface="Merriweather"/>
                <a:cs typeface="Merriweather"/>
                <a:sym typeface="Merriweather"/>
              </a:rPr>
            </a:br>
            <a:r>
              <a:rPr b="1" lang="en-US" sz="2800">
                <a:solidFill>
                  <a:srgbClr val="87943A"/>
                </a:solidFill>
                <a:latin typeface="Merriweather"/>
                <a:ea typeface="Merriweather"/>
                <a:cs typeface="Merriweather"/>
                <a:sym typeface="Merriweather"/>
              </a:rPr>
              <a:t>To Hero</a:t>
            </a:r>
            <a:endParaRPr b="1" i="0" sz="2800" u="none" cap="none" strike="noStrike">
              <a:solidFill>
                <a:srgbClr val="87943A"/>
              </a:solidFill>
              <a:latin typeface="Merriweather"/>
              <a:ea typeface="Merriweather"/>
              <a:cs typeface="Merriweather"/>
              <a:sym typeface="Merriweathe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0" name="Shape 1300"/>
        <p:cNvGrpSpPr/>
        <p:nvPr/>
      </p:nvGrpSpPr>
      <p:grpSpPr>
        <a:xfrm>
          <a:off x="0" y="0"/>
          <a:ext cx="0" cy="0"/>
          <a:chOff x="0" y="0"/>
          <a:chExt cx="0" cy="0"/>
        </a:xfrm>
      </p:grpSpPr>
      <p:sp>
        <p:nvSpPr>
          <p:cNvPr id="1301" name="Google Shape;1301;p38"/>
          <p:cNvSpPr txBox="1"/>
          <p:nvPr>
            <p:ph type="title"/>
          </p:nvPr>
        </p:nvSpPr>
        <p:spPr>
          <a:xfrm>
            <a:off x="1522426" y="274650"/>
            <a:ext cx="10328400" cy="6948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lt1"/>
              </a:buClr>
              <a:buSzPts val="1800"/>
              <a:buNone/>
            </a:pPr>
            <a:r>
              <a:rPr lang="en-US" sz="4800">
                <a:solidFill>
                  <a:srgbClr val="FFC000"/>
                </a:solidFill>
                <a:latin typeface="Merriweather"/>
                <a:ea typeface="Merriweather"/>
                <a:cs typeface="Merriweather"/>
                <a:sym typeface="Merriweather"/>
              </a:rPr>
              <a:t>What knowledge to must-have</a:t>
            </a:r>
            <a:endParaRPr sz="4800">
              <a:solidFill>
                <a:srgbClr val="FFC000"/>
              </a:solidFill>
              <a:latin typeface="Merriweather"/>
              <a:ea typeface="Merriweather"/>
              <a:cs typeface="Merriweather"/>
              <a:sym typeface="Merriweather"/>
            </a:endParaRPr>
          </a:p>
        </p:txBody>
      </p:sp>
      <p:sp>
        <p:nvSpPr>
          <p:cNvPr id="1302" name="Google Shape;1302;p38"/>
          <p:cNvSpPr/>
          <p:nvPr/>
        </p:nvSpPr>
        <p:spPr>
          <a:xfrm>
            <a:off x="293783" y="1586429"/>
            <a:ext cx="10372629" cy="4893647"/>
          </a:xfrm>
          <a:prstGeom prst="rect">
            <a:avLst/>
          </a:prstGeom>
          <a:noFill/>
          <a:ln>
            <a:noFill/>
          </a:ln>
        </p:spPr>
        <p:txBody>
          <a:bodyPr anchorCtr="0" anchor="t" bIns="45700" lIns="91425" spcFirstLastPara="1" rIns="91425" wrap="square" tIns="45700">
            <a:spAutoFit/>
          </a:bodyPr>
          <a:lstStyle/>
          <a:p>
            <a:pPr indent="-127000" lvl="0" marL="0" marR="0" rtl="0" algn="l">
              <a:lnSpc>
                <a:spcPct val="100000"/>
              </a:lnSpc>
              <a:spcBef>
                <a:spcPts val="0"/>
              </a:spcBef>
              <a:spcAft>
                <a:spcPts val="0"/>
              </a:spcAft>
              <a:buClr>
                <a:srgbClr val="000000"/>
              </a:buClr>
              <a:buSzPts val="2000"/>
              <a:buFont typeface="Arial"/>
              <a:buChar char="•"/>
            </a:pPr>
            <a:r>
              <a:rPr b="1" i="0" lang="en-US" sz="2000" u="none" cap="none" strike="noStrike">
                <a:solidFill>
                  <a:srgbClr val="FFC000"/>
                </a:solidFill>
                <a:latin typeface="Merriweather"/>
                <a:ea typeface="Merriweather"/>
                <a:cs typeface="Merriweather"/>
                <a:sym typeface="Merriweather"/>
              </a:rPr>
              <a:t>Understanding TCP/IP CIDR, Networking</a:t>
            </a:r>
            <a:endParaRPr/>
          </a:p>
          <a:p>
            <a:pPr indent="-127000" lvl="0" marL="0" marR="0" rtl="0" algn="l">
              <a:lnSpc>
                <a:spcPct val="100000"/>
              </a:lnSpc>
              <a:spcBef>
                <a:spcPts val="0"/>
              </a:spcBef>
              <a:spcAft>
                <a:spcPts val="0"/>
              </a:spcAft>
              <a:buClr>
                <a:srgbClr val="000000"/>
              </a:buClr>
              <a:buSzPts val="2000"/>
              <a:buFont typeface="Arial"/>
              <a:buChar char="•"/>
            </a:pPr>
            <a:r>
              <a:rPr b="1" i="0" lang="en-US" sz="2000" u="none" cap="none" strike="noStrike">
                <a:solidFill>
                  <a:srgbClr val="FFC000"/>
                </a:solidFill>
                <a:latin typeface="Merriweather"/>
                <a:ea typeface="Merriweather"/>
                <a:cs typeface="Merriweather"/>
                <a:sym typeface="Merriweather"/>
              </a:rPr>
              <a:t>Linux fundamentals (BASH, installing WebServers )</a:t>
            </a:r>
            <a:endParaRPr/>
          </a:p>
          <a:p>
            <a:pPr indent="-127000" lvl="0" marL="0" marR="0" rtl="0" algn="l">
              <a:lnSpc>
                <a:spcPct val="100000"/>
              </a:lnSpc>
              <a:spcBef>
                <a:spcPts val="0"/>
              </a:spcBef>
              <a:spcAft>
                <a:spcPts val="0"/>
              </a:spcAft>
              <a:buClr>
                <a:srgbClr val="000000"/>
              </a:buClr>
              <a:buSzPts val="2000"/>
              <a:buFont typeface="Arial"/>
              <a:buChar char="•"/>
            </a:pPr>
            <a:r>
              <a:rPr b="1" i="0" lang="en-US" sz="2000" u="none" cap="none" strike="noStrike">
                <a:solidFill>
                  <a:srgbClr val="FFC000"/>
                </a:solidFill>
                <a:latin typeface="Merriweather"/>
                <a:ea typeface="Merriweather"/>
                <a:cs typeface="Merriweather"/>
                <a:sym typeface="Merriweather"/>
              </a:rPr>
              <a:t>Windows (PowerShell, IIS, Domain)</a:t>
            </a:r>
            <a:endParaRPr/>
          </a:p>
          <a:p>
            <a:pPr indent="-127000" lvl="0" marL="0" marR="0" rtl="0" algn="l">
              <a:lnSpc>
                <a:spcPct val="100000"/>
              </a:lnSpc>
              <a:spcBef>
                <a:spcPts val="0"/>
              </a:spcBef>
              <a:spcAft>
                <a:spcPts val="0"/>
              </a:spcAft>
              <a:buClr>
                <a:srgbClr val="000000"/>
              </a:buClr>
              <a:buSzPts val="2000"/>
              <a:buFont typeface="Arial"/>
              <a:buChar char="•"/>
            </a:pPr>
            <a:r>
              <a:rPr b="1" i="0" lang="en-US" sz="2000" u="none" cap="none" strike="noStrike">
                <a:solidFill>
                  <a:srgbClr val="FFC000"/>
                </a:solidFill>
                <a:latin typeface="Merriweather"/>
                <a:ea typeface="Merriweather"/>
                <a:cs typeface="Merriweather"/>
                <a:sym typeface="Merriweather"/>
              </a:rPr>
              <a:t>Ansible</a:t>
            </a:r>
            <a:endParaRPr b="1" i="0" sz="2000" u="none" cap="none" strike="noStrike">
              <a:solidFill>
                <a:srgbClr val="FFC000"/>
              </a:solidFill>
              <a:latin typeface="Merriweather"/>
              <a:ea typeface="Merriweather"/>
              <a:cs typeface="Merriweather"/>
              <a:sym typeface="Merriweather"/>
            </a:endParaRPr>
          </a:p>
          <a:p>
            <a:pPr indent="-127000" lvl="0" marL="0" marR="0" rtl="0" algn="l">
              <a:lnSpc>
                <a:spcPct val="100000"/>
              </a:lnSpc>
              <a:spcBef>
                <a:spcPts val="0"/>
              </a:spcBef>
              <a:spcAft>
                <a:spcPts val="0"/>
              </a:spcAft>
              <a:buClr>
                <a:srgbClr val="000000"/>
              </a:buClr>
              <a:buSzPts val="2000"/>
              <a:buFont typeface="Arial"/>
              <a:buChar char="•"/>
            </a:pPr>
            <a:r>
              <a:rPr b="1" i="0" lang="en-US" sz="2000" u="none" cap="none" strike="noStrike">
                <a:solidFill>
                  <a:srgbClr val="FFC000"/>
                </a:solidFill>
                <a:latin typeface="Merriweather"/>
                <a:ea typeface="Merriweather"/>
                <a:cs typeface="Merriweather"/>
                <a:sym typeface="Merriweather"/>
              </a:rPr>
              <a:t>Git</a:t>
            </a:r>
            <a:endParaRPr b="1" i="0" sz="2000" u="none" cap="none" strike="noStrike">
              <a:solidFill>
                <a:srgbClr val="FFC000"/>
              </a:solidFill>
              <a:latin typeface="Merriweather"/>
              <a:ea typeface="Merriweather"/>
              <a:cs typeface="Merriweather"/>
              <a:sym typeface="Merriweather"/>
            </a:endParaRPr>
          </a:p>
          <a:p>
            <a:pPr indent="-127000" lvl="0" marL="0" marR="0" rtl="0" algn="l">
              <a:lnSpc>
                <a:spcPct val="100000"/>
              </a:lnSpc>
              <a:spcBef>
                <a:spcPts val="0"/>
              </a:spcBef>
              <a:spcAft>
                <a:spcPts val="0"/>
              </a:spcAft>
              <a:buClr>
                <a:srgbClr val="000000"/>
              </a:buClr>
              <a:buSzPts val="2000"/>
              <a:buFont typeface="Arial"/>
              <a:buChar char="•"/>
            </a:pPr>
            <a:r>
              <a:rPr b="1" i="0" lang="en-US" sz="2000" u="none" cap="none" strike="noStrike">
                <a:solidFill>
                  <a:srgbClr val="FFC000"/>
                </a:solidFill>
                <a:latin typeface="Merriweather"/>
                <a:ea typeface="Merriweather"/>
                <a:cs typeface="Merriweather"/>
                <a:sym typeface="Merriweather"/>
              </a:rPr>
              <a:t>Github, bitbucket or Gitlab</a:t>
            </a:r>
            <a:endParaRPr b="1" i="0" sz="2000" u="none" cap="none" strike="noStrike">
              <a:solidFill>
                <a:srgbClr val="FFC000"/>
              </a:solidFill>
              <a:latin typeface="Merriweather"/>
              <a:ea typeface="Merriweather"/>
              <a:cs typeface="Merriweather"/>
              <a:sym typeface="Merriweather"/>
            </a:endParaRPr>
          </a:p>
          <a:p>
            <a:pPr indent="-127000" lvl="0" marL="0" marR="0" rtl="0" algn="l">
              <a:lnSpc>
                <a:spcPct val="100000"/>
              </a:lnSpc>
              <a:spcBef>
                <a:spcPts val="0"/>
              </a:spcBef>
              <a:spcAft>
                <a:spcPts val="0"/>
              </a:spcAft>
              <a:buClr>
                <a:srgbClr val="000000"/>
              </a:buClr>
              <a:buSzPts val="2000"/>
              <a:buFont typeface="Arial"/>
              <a:buChar char="•"/>
            </a:pPr>
            <a:r>
              <a:rPr b="1" i="0" lang="en-US" sz="2000" u="none" cap="none" strike="noStrike">
                <a:solidFill>
                  <a:srgbClr val="FFC000"/>
                </a:solidFill>
                <a:latin typeface="Merriweather"/>
                <a:ea typeface="Merriweather"/>
                <a:cs typeface="Merriweather"/>
                <a:sym typeface="Merriweather"/>
              </a:rPr>
              <a:t>Jenkins</a:t>
            </a:r>
            <a:endParaRPr b="1" i="0" sz="2000" u="none" cap="none" strike="noStrike">
              <a:solidFill>
                <a:srgbClr val="FFC000"/>
              </a:solidFill>
              <a:latin typeface="Merriweather"/>
              <a:ea typeface="Merriweather"/>
              <a:cs typeface="Merriweather"/>
              <a:sym typeface="Merriweather"/>
            </a:endParaRPr>
          </a:p>
          <a:p>
            <a:pPr indent="-127000" lvl="0" marL="0" marR="0" rtl="0" algn="l">
              <a:lnSpc>
                <a:spcPct val="100000"/>
              </a:lnSpc>
              <a:spcBef>
                <a:spcPts val="0"/>
              </a:spcBef>
              <a:spcAft>
                <a:spcPts val="0"/>
              </a:spcAft>
              <a:buClr>
                <a:srgbClr val="000000"/>
              </a:buClr>
              <a:buSzPts val="2000"/>
              <a:buFont typeface="Arial"/>
              <a:buChar char="•"/>
            </a:pPr>
            <a:r>
              <a:rPr b="1" i="0" lang="en-US" sz="2000" u="none" cap="none" strike="noStrike">
                <a:solidFill>
                  <a:srgbClr val="FFC000"/>
                </a:solidFill>
                <a:latin typeface="Merriweather"/>
                <a:ea typeface="Merriweather"/>
                <a:cs typeface="Merriweather"/>
                <a:sym typeface="Merriweather"/>
              </a:rPr>
              <a:t>English</a:t>
            </a:r>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FFC000"/>
              </a:solidFill>
              <a:latin typeface="Merriweather"/>
              <a:ea typeface="Merriweather"/>
              <a:cs typeface="Merriweather"/>
              <a:sym typeface="Merriweather"/>
            </a:endParaRPr>
          </a:p>
          <a:p>
            <a:pPr indent="-127000" lvl="0" marL="0" marR="0" rtl="0" algn="l">
              <a:lnSpc>
                <a:spcPct val="100000"/>
              </a:lnSpc>
              <a:spcBef>
                <a:spcPts val="0"/>
              </a:spcBef>
              <a:spcAft>
                <a:spcPts val="0"/>
              </a:spcAft>
              <a:buClr>
                <a:srgbClr val="000000"/>
              </a:buClr>
              <a:buSzPts val="2000"/>
              <a:buFont typeface="Arial"/>
              <a:buChar char="•"/>
            </a:pPr>
            <a:r>
              <a:rPr b="1" i="0" lang="en-US" sz="2000" u="none" cap="none" strike="noStrike">
                <a:solidFill>
                  <a:srgbClr val="FFC000"/>
                </a:solidFill>
                <a:latin typeface="Merriweather"/>
                <a:ea typeface="Merriweather"/>
                <a:cs typeface="Merriweather"/>
                <a:sym typeface="Merriweather"/>
              </a:rPr>
              <a:t>Cloud Platform (AWS, GCP, Azure)</a:t>
            </a:r>
            <a:endParaRPr/>
          </a:p>
          <a:p>
            <a:pPr indent="-127000" lvl="0" marL="0" marR="0" rtl="0" algn="l">
              <a:lnSpc>
                <a:spcPct val="100000"/>
              </a:lnSpc>
              <a:spcBef>
                <a:spcPts val="0"/>
              </a:spcBef>
              <a:spcAft>
                <a:spcPts val="0"/>
              </a:spcAft>
              <a:buClr>
                <a:srgbClr val="000000"/>
              </a:buClr>
              <a:buSzPts val="2000"/>
              <a:buFont typeface="Arial"/>
              <a:buChar char="•"/>
            </a:pPr>
            <a:r>
              <a:rPr b="1" i="0" lang="en-US" sz="2000" u="none" cap="none" strike="noStrike">
                <a:solidFill>
                  <a:srgbClr val="FFC000"/>
                </a:solidFill>
                <a:latin typeface="Merriweather"/>
                <a:ea typeface="Merriweather"/>
                <a:cs typeface="Merriweather"/>
                <a:sym typeface="Merriweather"/>
              </a:rPr>
              <a:t>IaC-Infrastructure as code (Terraform, CloudFormation)</a:t>
            </a:r>
            <a:endParaRPr/>
          </a:p>
          <a:p>
            <a:pPr indent="-127000" lvl="0" marL="0" marR="0" rtl="0" algn="l">
              <a:lnSpc>
                <a:spcPct val="100000"/>
              </a:lnSpc>
              <a:spcBef>
                <a:spcPts val="0"/>
              </a:spcBef>
              <a:spcAft>
                <a:spcPts val="0"/>
              </a:spcAft>
              <a:buClr>
                <a:srgbClr val="000000"/>
              </a:buClr>
              <a:buSzPts val="2000"/>
              <a:buFont typeface="Arial"/>
              <a:buChar char="•"/>
            </a:pPr>
            <a:r>
              <a:rPr b="1" i="0" lang="en-US" sz="2000" u="none" cap="none" strike="noStrike">
                <a:solidFill>
                  <a:srgbClr val="FFC000"/>
                </a:solidFill>
                <a:latin typeface="Merriweather"/>
                <a:ea typeface="Merriweather"/>
                <a:cs typeface="Merriweather"/>
                <a:sym typeface="Merriweather"/>
              </a:rPr>
              <a:t>Scripts on Python, Bash </a:t>
            </a:r>
            <a:endParaRPr/>
          </a:p>
          <a:p>
            <a:pPr indent="-127000" lvl="0" marL="0" marR="0" rtl="0" algn="l">
              <a:lnSpc>
                <a:spcPct val="100000"/>
              </a:lnSpc>
              <a:spcBef>
                <a:spcPts val="0"/>
              </a:spcBef>
              <a:spcAft>
                <a:spcPts val="0"/>
              </a:spcAft>
              <a:buClr>
                <a:srgbClr val="000000"/>
              </a:buClr>
              <a:buSzPts val="2000"/>
              <a:buFont typeface="Arial"/>
              <a:buChar char="•"/>
            </a:pPr>
            <a:r>
              <a:rPr b="1" i="0" lang="en-US" sz="2000" u="none" cap="none" strike="noStrike">
                <a:solidFill>
                  <a:srgbClr val="FFC000"/>
                </a:solidFill>
                <a:latin typeface="Merriweather"/>
                <a:ea typeface="Merriweather"/>
                <a:cs typeface="Merriweather"/>
                <a:sym typeface="Merriweather"/>
              </a:rPr>
              <a:t>Monitoring systems, logging, analyzing </a:t>
            </a:r>
            <a:endParaRPr/>
          </a:p>
          <a:p>
            <a:pPr indent="-127000" lvl="0" marL="0" marR="0" rtl="0" algn="l">
              <a:lnSpc>
                <a:spcPct val="100000"/>
              </a:lnSpc>
              <a:spcBef>
                <a:spcPts val="0"/>
              </a:spcBef>
              <a:spcAft>
                <a:spcPts val="0"/>
              </a:spcAft>
              <a:buClr>
                <a:srgbClr val="000000"/>
              </a:buClr>
              <a:buSzPts val="2000"/>
              <a:buFont typeface="Arial"/>
              <a:buChar char="•"/>
            </a:pPr>
            <a:r>
              <a:rPr b="1" i="0" lang="en-US" sz="2000" u="none" cap="none" strike="noStrike">
                <a:solidFill>
                  <a:srgbClr val="FFC000"/>
                </a:solidFill>
                <a:latin typeface="Merriweather"/>
                <a:ea typeface="Merriweather"/>
                <a:cs typeface="Merriweather"/>
                <a:sym typeface="Merriweather"/>
              </a:rPr>
              <a:t>Kubernetes,  HELM</a:t>
            </a:r>
            <a:endParaRPr/>
          </a:p>
          <a:p>
            <a:pPr indent="-177800" lvl="0" marL="0" marR="0" rtl="0" algn="l">
              <a:lnSpc>
                <a:spcPct val="100000"/>
              </a:lnSpc>
              <a:spcBef>
                <a:spcPts val="0"/>
              </a:spcBef>
              <a:spcAft>
                <a:spcPts val="0"/>
              </a:spcAft>
              <a:buClr>
                <a:srgbClr val="000000"/>
              </a:buClr>
              <a:buSzPts val="2800"/>
              <a:buFont typeface="Arial"/>
              <a:buChar char="•"/>
            </a:pPr>
            <a:r>
              <a:rPr b="1" i="0" lang="en-US" sz="2800" u="none" cap="none" strike="noStrike">
                <a:solidFill>
                  <a:srgbClr val="FFC000"/>
                </a:solidFill>
                <a:latin typeface="Merriweather"/>
                <a:ea typeface="Merriweather"/>
                <a:cs typeface="Merriweather"/>
                <a:sym typeface="Merriweather"/>
              </a:rPr>
              <a:t>To be able to learn fast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6" name="Shape 1306"/>
        <p:cNvGrpSpPr/>
        <p:nvPr/>
      </p:nvGrpSpPr>
      <p:grpSpPr>
        <a:xfrm>
          <a:off x="0" y="0"/>
          <a:ext cx="0" cy="0"/>
          <a:chOff x="0" y="0"/>
          <a:chExt cx="0" cy="0"/>
        </a:xfrm>
      </p:grpSpPr>
      <p:sp>
        <p:nvSpPr>
          <p:cNvPr id="1307" name="Google Shape;1307;p39"/>
          <p:cNvSpPr txBox="1"/>
          <p:nvPr>
            <p:ph type="title"/>
          </p:nvPr>
        </p:nvSpPr>
        <p:spPr>
          <a:xfrm>
            <a:off x="980502" y="1916935"/>
            <a:ext cx="9961332" cy="200506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1800"/>
              <a:buNone/>
            </a:pPr>
            <a:r>
              <a:rPr b="1" lang="en-US" sz="4000">
                <a:solidFill>
                  <a:srgbClr val="FFC000"/>
                </a:solidFill>
                <a:latin typeface="Merriweather"/>
                <a:ea typeface="Merriweather"/>
                <a:cs typeface="Merriweather"/>
                <a:sym typeface="Merriweather"/>
              </a:rPr>
              <a:t>DevOps is a good career of the future in IT</a:t>
            </a:r>
            <a:br>
              <a:rPr b="1" lang="en-US" sz="4000">
                <a:solidFill>
                  <a:srgbClr val="FFC000"/>
                </a:solidFill>
                <a:latin typeface="Merriweather"/>
                <a:ea typeface="Merriweather"/>
                <a:cs typeface="Merriweather"/>
                <a:sym typeface="Merriweather"/>
              </a:rPr>
            </a:br>
            <a:br>
              <a:rPr b="1" lang="en-US" sz="4000">
                <a:solidFill>
                  <a:srgbClr val="FFC000"/>
                </a:solidFill>
                <a:latin typeface="Merriweather"/>
                <a:ea typeface="Merriweather"/>
                <a:cs typeface="Merriweather"/>
                <a:sym typeface="Merriweather"/>
              </a:rPr>
            </a:br>
            <a:r>
              <a:rPr b="1" lang="en-US" sz="4000">
                <a:solidFill>
                  <a:srgbClr val="FFC000"/>
                </a:solidFill>
                <a:latin typeface="Merriweather"/>
                <a:ea typeface="Merriweather"/>
                <a:cs typeface="Merriweather"/>
                <a:sym typeface="Merriweather"/>
              </a:rPr>
              <a:t>Good Luck</a:t>
            </a:r>
            <a:endParaRPr b="1" sz="4000">
              <a:solidFill>
                <a:srgbClr val="FFC000"/>
              </a:solidFill>
              <a:latin typeface="Merriweather"/>
              <a:ea typeface="Merriweather"/>
              <a:cs typeface="Merriweather"/>
              <a:sym typeface="Merriweathe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Chalkboard_16x9">
      <a:dk1>
        <a:srgbClr val="000000"/>
      </a:dk1>
      <a:lt1>
        <a:srgbClr val="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lkboard 16x9">
  <a:themeElements>
    <a:clrScheme name="Chalkboard_16x9">
      <a:dk1>
        <a:srgbClr val="000000"/>
      </a:dk1>
      <a:lt1>
        <a:srgbClr val="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2021-08-28T09:33:05Z</dcterms:created>
  <dc:creator>Bagrat Harutyunyan</dc:creator>
</cp:coreProperties>
</file>