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0" r:id="rId11"/>
  </p:sldIdLst>
  <p:sldSz cx="12192000" cy="6858000"/>
  <p:notesSz cx="6858000" cy="9144000"/>
  <p:embeddedFontLst>
    <p:embeddedFont>
      <p:font typeface="Montserrat" pitchFamily="2" charset="77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wkR7Rr2iGqBA2Q0lEScORMrWr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2"/>
    <p:restoredTop sz="94677"/>
  </p:normalViewPr>
  <p:slideViewPr>
    <p:cSldViewPr snapToGrid="0">
      <p:cViewPr varScale="1">
        <p:scale>
          <a:sx n="155" d="100"/>
          <a:sy n="155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0E3D099-A8B8-59BC-DD4F-05DDFA58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6C630222-3F92-AAF6-544C-0FF58DD0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C8EEE6AC-ECE1-827A-00F8-4470A6390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0890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FFC0033-15C0-4F68-19B9-5E3C7FE6A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1D444ACA-0A1C-4107-110F-75F50E8B9F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6ED734B2-0917-5B23-E62D-B31E8BD12F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752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30ECDB8-A9F4-C9B3-5DA2-EE18F4014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0653E98A-CDE1-F45D-117F-ACD0ABF6FA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DD1E31CF-8A2F-C0AC-DFDB-52D3E6A431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804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82C60B6-4DA2-3E06-037D-FE707897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400CB0F8-AD80-BCA3-73B8-75232F676C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0D4117B4-9325-6F8A-83C7-09661D0BD4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7783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E3E26D82-88BC-C0B2-6338-63D607901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44903A71-E194-73CA-9827-CDBACB87E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7BF3B712-8072-D4E1-238E-4F9BDA69E9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3161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текст, белый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1D382426-30CA-4FD9-AD51-B1218D04B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812A6E-6EF3-6EC3-43FA-E8C861F45E58}"/>
              </a:ext>
            </a:extLst>
          </p:cNvPr>
          <p:cNvSpPr txBox="1"/>
          <p:nvPr/>
        </p:nvSpPr>
        <p:spPr>
          <a:xfrm>
            <a:off x="856735" y="2321004"/>
            <a:ext cx="10478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2"/>
                </a:solidFill>
                <a:latin typeface="Montserrat" pitchFamily="2" charset="77"/>
              </a:rPr>
              <a:t>ANSIBLE ADVANCED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Agenda and Objectives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33D634-B612-B870-B20E-7813879CDD6B}"/>
              </a:ext>
            </a:extLst>
          </p:cNvPr>
          <p:cNvSpPr txBox="1"/>
          <p:nvPr/>
        </p:nvSpPr>
        <p:spPr>
          <a:xfrm>
            <a:off x="411061" y="775874"/>
            <a:ext cx="6096000" cy="3930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Agenda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Understanding Idempotency in Ansible.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Using Ansible Roles for Scalable Playbooks.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Advanced Playbook Concepts: Loops, Handlers, and Conditionals.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Ansible Vault: Securely Managing Secrets.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Hands-on: Creating an Ansible Role and Securing Playbooks.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Objectives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Understand idempotency and why it is crucial in automation.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Learn how to structure large-scale Ansible projects with roles.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Explore advanced playbook features like loops, handlers, and conditionals.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Secure sensitive data using Ansible Vault.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Idempotency in Ansible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DD754C-D199-1032-0295-5B2EE3900BC9}"/>
              </a:ext>
            </a:extLst>
          </p:cNvPr>
          <p:cNvSpPr txBox="1"/>
          <p:nvPr/>
        </p:nvSpPr>
        <p:spPr>
          <a:xfrm>
            <a:off x="411061" y="853473"/>
            <a:ext cx="6096000" cy="19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What is Idempotency?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Idempotency</a:t>
            </a:r>
            <a:r>
              <a:rPr lang="en-US" dirty="0"/>
              <a:t> ensures that running an Ansible playbook multiple times results in the same state without unintended changes.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Ansible modules are </a:t>
            </a:r>
            <a:r>
              <a:rPr lang="en-US" b="1" dirty="0"/>
              <a:t>idempotent by design</a:t>
            </a:r>
            <a:r>
              <a:rPr lang="en-US" dirty="0"/>
              <a:t>, meaning they check the current state before making changes.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Example of an </a:t>
            </a:r>
            <a:r>
              <a:rPr lang="en-US" b="1" dirty="0"/>
              <a:t>idempotent task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1D18A1-9857-9C48-03A4-EB69E2BCB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1" y="2815118"/>
            <a:ext cx="5105400" cy="1435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B4EF6A-6EF7-17A1-E151-50D5898EE37B}"/>
              </a:ext>
            </a:extLst>
          </p:cNvPr>
          <p:cNvSpPr txBox="1"/>
          <p:nvPr/>
        </p:nvSpPr>
        <p:spPr>
          <a:xfrm>
            <a:off x="411061" y="4218589"/>
            <a:ext cx="6096000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If Nginx is already installed, Ansible does nothing.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Why Idempotency Matters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Prevents accidental changes or repeated modifications.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Ensures consistency across multiple executions.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Makes automation reliable and predictable.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2C2735C-4598-2FF5-68DC-DC359B5D5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1F3ADB22-99DC-4B0F-7BB6-75A489C80F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B9A657B6-0AC9-1DD8-CEAF-4CBB33354436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BC2BABA8-D356-7163-85E1-1555F53167F6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3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A3446F95-224C-57E4-C477-A80959F05437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Ansible Roles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C90C3F-F821-E63A-58FD-10E8E383EFCD}"/>
              </a:ext>
            </a:extLst>
          </p:cNvPr>
          <p:cNvSpPr txBox="1"/>
          <p:nvPr/>
        </p:nvSpPr>
        <p:spPr>
          <a:xfrm>
            <a:off x="411061" y="853473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 </a:t>
            </a:r>
            <a:r>
              <a:rPr lang="en-US" b="1" dirty="0"/>
              <a:t>role</a:t>
            </a:r>
            <a:r>
              <a:rPr lang="en-US" dirty="0"/>
              <a:t> is a structured way to group Ansible configurations.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Encourages </a:t>
            </a:r>
            <a:r>
              <a:rPr lang="en-US" b="1" dirty="0"/>
              <a:t>modular and reusable</a:t>
            </a:r>
            <a:r>
              <a:rPr lang="en-US" dirty="0"/>
              <a:t> playbooks.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Example folder structure for a role: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A3D7B0-186E-20EA-70CD-12811D8AA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85" y="1538133"/>
            <a:ext cx="2289425" cy="16370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C79BAC-3D8E-5CF5-E646-73638BC1E18B}"/>
              </a:ext>
            </a:extLst>
          </p:cNvPr>
          <p:cNvSpPr txBox="1"/>
          <p:nvPr/>
        </p:nvSpPr>
        <p:spPr>
          <a:xfrm>
            <a:off x="411061" y="314593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Creating and Using an Ansible Role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1296BF-F9E8-304E-4D03-49AE51FC74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985" y="3471408"/>
            <a:ext cx="3147685" cy="3884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B0319C-888E-48FD-E79F-F9F9D75F75F4}"/>
              </a:ext>
            </a:extLst>
          </p:cNvPr>
          <p:cNvSpPr txBox="1"/>
          <p:nvPr/>
        </p:nvSpPr>
        <p:spPr>
          <a:xfrm>
            <a:off x="411061" y="390549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</a:t>
            </a:r>
            <a:r>
              <a:rPr lang="en-US" b="1" dirty="0" err="1"/>
              <a:t>main.yml</a:t>
            </a:r>
            <a:r>
              <a:rPr lang="en-US" dirty="0"/>
              <a:t> inside tasks/ 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73384D-1FE3-B0E9-2607-0FC902BFEB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985" y="4301143"/>
            <a:ext cx="3242609" cy="9373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18AF46-D852-70C2-B333-99D8FEB3E243}"/>
              </a:ext>
            </a:extLst>
          </p:cNvPr>
          <p:cNvSpPr txBox="1"/>
          <p:nvPr/>
        </p:nvSpPr>
        <p:spPr>
          <a:xfrm>
            <a:off x="411061" y="526042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the role in a playbook: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4CAEC3F-886C-3896-4D46-1DFD8B3DFE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985" y="5590165"/>
            <a:ext cx="3326350" cy="94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997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66C8FBF-C2AB-5B03-3B9A-07ED62B65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0D6B79E8-ACEB-BD8C-DD2F-08E4E4F972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4623E256-C58A-696A-C037-6C4FB941B4AB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FC211224-6BAB-F4E1-B5FB-6540EE3A80D4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B4CE292-C6BB-BDFD-7040-F62ED5847304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Playbooks Advanced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A9FD6E-E1BC-BFA2-DD61-02A1D6C528FB}"/>
              </a:ext>
            </a:extLst>
          </p:cNvPr>
          <p:cNvSpPr txBox="1"/>
          <p:nvPr/>
        </p:nvSpPr>
        <p:spPr>
          <a:xfrm>
            <a:off x="411061" y="82421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Loops in Ansible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A5D6BA-EACC-B119-A517-EB1F44454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1" y="1209594"/>
            <a:ext cx="2847624" cy="15481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E8F161-71CF-AC5E-DB5E-5816FEAF0F68}"/>
              </a:ext>
            </a:extLst>
          </p:cNvPr>
          <p:cNvSpPr txBox="1"/>
          <p:nvPr/>
        </p:nvSpPr>
        <p:spPr>
          <a:xfrm>
            <a:off x="410038" y="276044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Handlers: Event-Driven Tasks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A44C2-B5A2-FACA-4632-66DEF9883B1C}"/>
              </a:ext>
            </a:extLst>
          </p:cNvPr>
          <p:cNvSpPr txBox="1"/>
          <p:nvPr/>
        </p:nvSpPr>
        <p:spPr>
          <a:xfrm>
            <a:off x="411061" y="302960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Handlers </a:t>
            </a:r>
            <a:r>
              <a:rPr lang="en-US" b="1" dirty="0"/>
              <a:t>only execute when notified</a:t>
            </a:r>
            <a:r>
              <a:rPr lang="en-US" dirty="0"/>
              <a:t>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45AAF4-BD7D-840E-408F-098167AFFF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038" y="3341142"/>
            <a:ext cx="2633705" cy="11931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84D6F8-DA51-CF77-4AE3-554503C63774}"/>
              </a:ext>
            </a:extLst>
          </p:cNvPr>
          <p:cNvSpPr txBox="1"/>
          <p:nvPr/>
        </p:nvSpPr>
        <p:spPr>
          <a:xfrm>
            <a:off x="6096000" y="302584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Notifying a handler: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F9D38DD-159E-F877-1E18-05E69B8DD5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333622"/>
            <a:ext cx="3241155" cy="11931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E5E490-BF54-5A20-33F9-31AB20D86648}"/>
              </a:ext>
            </a:extLst>
          </p:cNvPr>
          <p:cNvSpPr txBox="1"/>
          <p:nvPr/>
        </p:nvSpPr>
        <p:spPr>
          <a:xfrm>
            <a:off x="410038" y="4657053"/>
            <a:ext cx="6097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Conditionals in Ansible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52980E-D1E5-18C9-7073-1A7B942C19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038" y="5049324"/>
            <a:ext cx="5685962" cy="135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746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D1F50B3-BB72-6398-54F0-C3090BE63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2035F414-055C-0F95-3090-FA4EBCF1E7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A7B84E11-C3CF-41EF-F85A-5B3F02B5003E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7B33199B-5DDC-4A72-84CF-1F951C4045F4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5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63D4187-4A9F-AD80-4D00-B360F8F14967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Ansible Vault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2A82B7-0544-F0A5-BDFA-A74160479A0B}"/>
              </a:ext>
            </a:extLst>
          </p:cNvPr>
          <p:cNvSpPr txBox="1"/>
          <p:nvPr/>
        </p:nvSpPr>
        <p:spPr>
          <a:xfrm>
            <a:off x="411060" y="853473"/>
            <a:ext cx="8148053" cy="1345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Why Use Ansible Vault?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Encrypts sensitive information like </a:t>
            </a:r>
            <a:r>
              <a:rPr lang="en-US" b="1" dirty="0"/>
              <a:t>passwords, API keys, and certificates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Protects data while keeping it in source control.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Creating an Encrypted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CEEFE1-4F7F-E2E2-3006-B1F063937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56" y="2304224"/>
            <a:ext cx="4387850" cy="536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DAEA1E-BBD9-3898-6421-AC4DEDFBEA55}"/>
              </a:ext>
            </a:extLst>
          </p:cNvPr>
          <p:cNvSpPr txBox="1"/>
          <p:nvPr/>
        </p:nvSpPr>
        <p:spPr>
          <a:xfrm>
            <a:off x="411056" y="2911982"/>
            <a:ext cx="6097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Editing an Encrypted File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1B2E68-01F4-A6A3-43BC-514750734F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056" y="3328926"/>
            <a:ext cx="4387849" cy="5047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187EF3-B86D-9C1D-4214-E68B1CF6D43D}"/>
              </a:ext>
            </a:extLst>
          </p:cNvPr>
          <p:cNvSpPr txBox="1"/>
          <p:nvPr/>
        </p:nvSpPr>
        <p:spPr>
          <a:xfrm>
            <a:off x="411056" y="3933220"/>
            <a:ext cx="6097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Using Vault Variables in Playbooks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7148D7-1F61-9C44-508E-17A0BBFBDC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056" y="4340494"/>
            <a:ext cx="4387849" cy="7507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95D08E-1E39-9C92-6E28-B6318AB7F4E4}"/>
              </a:ext>
            </a:extLst>
          </p:cNvPr>
          <p:cNvSpPr txBox="1"/>
          <p:nvPr/>
        </p:nvSpPr>
        <p:spPr>
          <a:xfrm>
            <a:off x="411056" y="5190764"/>
            <a:ext cx="6097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Running a Playbook with Vault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688911-F144-2691-9644-5C6044F0DD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056" y="5598038"/>
            <a:ext cx="4387849" cy="43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643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337F11D-E0F0-F301-9865-5BB426DCF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79CED41A-2CA1-ADB1-037C-7A41B5FE9A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9F5BC08B-8FD0-D969-603F-A5EDF7519D83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A4034E0F-D1B8-85E5-BDD7-3D651628BA44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6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751976B-3F34-5C4D-A95C-0463306A2A73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Hands-On Activities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AF38ED-49B3-9E54-7C81-D788C86C8E9E}"/>
              </a:ext>
            </a:extLst>
          </p:cNvPr>
          <p:cNvSpPr txBox="1"/>
          <p:nvPr/>
        </p:nvSpPr>
        <p:spPr>
          <a:xfrm>
            <a:off x="411061" y="853473"/>
            <a:ext cx="6097712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Create and Use an Ansible Role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Generate a role structure with ansible-galaxy </a:t>
            </a:r>
            <a:r>
              <a:rPr lang="en-US" dirty="0" err="1"/>
              <a:t>init.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Implement tasks and use the role in a playbook.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Work with Handlers and Conditionals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Write a playbook that restarts a service only when a file changes.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Apply conditionals to execute tasks only on specific operating systems.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Secure Sensitive Data with Ansible Vault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Encrypt a credentials file.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 the encrypted variables inside a playbook.</a:t>
            </a:r>
          </a:p>
        </p:txBody>
      </p:sp>
    </p:spTree>
    <p:extLst>
      <p:ext uri="{BB962C8B-B14F-4D97-AF65-F5344CB8AC3E}">
        <p14:creationId xmlns:p14="http://schemas.microsoft.com/office/powerpoint/2010/main" val="3375330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5775455-66D6-CB14-10D8-7619508EC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81F867DA-6471-A791-D99A-451866082B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D57972B0-7556-4885-D1AA-0A90F4F7B0BC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5FE36F25-7CCB-E060-5119-DCB8472722F6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7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8140758F-3B72-8441-65DD-A0E6C1A4868C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C590E8-6C03-898C-2A2B-0E9AB3510902}"/>
              </a:ext>
            </a:extLst>
          </p:cNvPr>
          <p:cNvSpPr txBox="1"/>
          <p:nvPr/>
        </p:nvSpPr>
        <p:spPr>
          <a:xfrm>
            <a:off x="411061" y="824219"/>
            <a:ext cx="6096000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Expand an Ansible Role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Add multiple handlers and conditionals.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Modify an existing role to make it more reusable.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Automate Secure Configurations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a secure Ansible playbook using Ansible Vault.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Encrypt and retrieve secrets dynamically.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Experiment with Loops and Advanced Variables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Write a playbook using loops and registered variables.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Implement nested loops for more complex scenarios.</a:t>
            </a:r>
          </a:p>
        </p:txBody>
      </p:sp>
    </p:spTree>
    <p:extLst>
      <p:ext uri="{BB962C8B-B14F-4D97-AF65-F5344CB8AC3E}">
        <p14:creationId xmlns:p14="http://schemas.microsoft.com/office/powerpoint/2010/main" val="3208771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2EF4175-80FB-49A1-A042-D35D0E8F1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454</Words>
  <Application>Microsoft Macintosh PowerPoint</Application>
  <PresentationFormat>Widescreen</PresentationFormat>
  <Paragraphs>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Montserrat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Varsenik</dc:creator>
  <cp:lastModifiedBy>Grigoryan, Grigor (external - Project)</cp:lastModifiedBy>
  <cp:revision>2</cp:revision>
  <dcterms:created xsi:type="dcterms:W3CDTF">2024-08-30T07:18:33Z</dcterms:created>
  <dcterms:modified xsi:type="dcterms:W3CDTF">2025-03-05T13:11:40Z</dcterms:modified>
</cp:coreProperties>
</file>