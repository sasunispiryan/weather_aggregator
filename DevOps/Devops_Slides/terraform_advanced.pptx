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0" r:id="rId13"/>
  </p:sldIdLst>
  <p:sldSz cx="12192000" cy="6858000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2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9142536-D639-1CFF-45A2-CAD5A462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C2636730-65D0-5F73-6A17-97A64D2311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3BE409F-29F1-CBB0-B3CA-C84CF2E5F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710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422957-4798-066A-3B51-EA07EAEC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C47F9FDD-E17D-8599-6753-84E2798B8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427FC384-7780-537C-F692-3F6C0D2BB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343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5B20549-7313-4C69-DCA4-37DAFFA2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798C73A-96EA-EB65-A29C-5C65BD327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8AE58D8-01B7-5264-4C1F-F9410846E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2655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47B5E35-E676-821E-5DA5-B6A3C32B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BF2E1F9E-523E-73C3-2C6B-845ED08BE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63D10F8-DA32-D818-46F9-587A348EB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9420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A028CC1-B0CA-EB0F-1403-724FD4D6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C2C04A1-0BD2-2123-0E1F-E1E615374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8B122B1-8DE4-C7B1-21AB-A74839F0F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4441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06E9018-E7F1-EA2E-9DB1-5E077B0F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E26BD7C-DBA9-DCFC-24EA-D8B705623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CA851B2-E006-21B4-F164-CC700FDE95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929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2ED9F5-A4A7-396F-AD6D-6FECC3BE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A34EC9F-E96C-B3AF-22EA-22BFC7ACF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AA3F487-3200-86BF-30BA-268CE4424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340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0A5C95-843A-C767-509F-344963119D2D}"/>
              </a:ext>
            </a:extLst>
          </p:cNvPr>
          <p:cNvSpPr txBox="1"/>
          <p:nvPr/>
        </p:nvSpPr>
        <p:spPr>
          <a:xfrm>
            <a:off x="1178011" y="2151727"/>
            <a:ext cx="98359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chemeClr val="bg2"/>
                </a:solidFill>
                <a:latin typeface="Montserrat" pitchFamily="2" charset="77"/>
              </a:rPr>
              <a:t>TERRAFORM</a:t>
            </a:r>
          </a:p>
          <a:p>
            <a:pPr algn="ctr"/>
            <a:r>
              <a:rPr lang="en-US" sz="8000" b="1" dirty="0">
                <a:solidFill>
                  <a:schemeClr val="bg2"/>
                </a:solidFill>
                <a:latin typeface="Montserrat" pitchFamily="2" charset="77"/>
              </a:rPr>
              <a:t>ADVANCED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3E81B-788B-B3AE-027A-CB593FA27D3E}"/>
              </a:ext>
            </a:extLst>
          </p:cNvPr>
          <p:cNvSpPr txBox="1"/>
          <p:nvPr/>
        </p:nvSpPr>
        <p:spPr>
          <a:xfrm>
            <a:off x="411061" y="853473"/>
            <a:ext cx="1113015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Advanced Terraform Concepts.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Terraform Blocks and Variables.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Dynamic Blocks and Null Resources.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Terraform Modules and Reusability.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Managing Terraform State Effectively.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Working with Remote Backends.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Deploying a Scalable Infrastructure with Terraform.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advanced Terraform features and best practices.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to modularize Terraform code for better reusability.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Explore remote state management and collaboration.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8002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Advanced Terraform Concepts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92568E-3192-50BC-33D7-FA96F58A71F9}"/>
              </a:ext>
            </a:extLst>
          </p:cNvPr>
          <p:cNvSpPr txBox="1"/>
          <p:nvPr/>
        </p:nvSpPr>
        <p:spPr>
          <a:xfrm>
            <a:off x="411061" y="853514"/>
            <a:ext cx="11113674" cy="4669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Features of Advanced Terraform</a:t>
            </a:r>
            <a:br>
              <a:rPr lang="en-US" sz="2000" b="1" dirty="0">
                <a:solidFill>
                  <a:schemeClr val="bg2"/>
                </a:solidFill>
              </a:rPr>
            </a:br>
            <a:endParaRPr lang="en-US" sz="20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Terraform Modules</a:t>
            </a:r>
            <a:r>
              <a:rPr lang="en-US" dirty="0"/>
              <a:t>: Break down configurations into reusable components.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Remote State Management</a:t>
            </a:r>
            <a:r>
              <a:rPr lang="en-US" dirty="0"/>
              <a:t>: Store and share Terraform state in a remote backend.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Terraform Workspaces</a:t>
            </a:r>
            <a:r>
              <a:rPr lang="en-US" dirty="0"/>
              <a:t>: Manage multiple environments (e.g., dev, staging, prod).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Provisioners &amp; Null Resources</a:t>
            </a:r>
            <a:r>
              <a:rPr lang="en-US" dirty="0"/>
              <a:t>: Run scripts on provisioned infrastructure.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Dynamic Blocks</a:t>
            </a:r>
            <a:r>
              <a:rPr lang="en-US" dirty="0"/>
              <a:t>: Create flexible configurations dynamically.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Variables and Outputs</a:t>
            </a:r>
            <a:r>
              <a:rPr lang="en-US" dirty="0"/>
              <a:t>: Manage input variables and retrieve outputs.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Use Advanced Terraform Features?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Simplifies complex infrastructure.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Enables collaboration across teams.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Enhances automation and scalability.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E7E23D-CE72-D705-551A-A01BC9BA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79F0BEF9-4BE4-FF5E-448B-BA43649635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6689F436-D17F-64D3-B323-8998E59D757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4286ECD-E8F3-3784-E958-FCC471844BF5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0DEF106-DF7E-6531-C21D-260A75D55A96}"/>
              </a:ext>
            </a:extLst>
          </p:cNvPr>
          <p:cNvSpPr txBox="1"/>
          <p:nvPr/>
        </p:nvSpPr>
        <p:spPr>
          <a:xfrm>
            <a:off x="838900" y="270436"/>
            <a:ext cx="388961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Terraform Blocks and Variables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6C114-9129-B128-5419-708E43B06F7D}"/>
              </a:ext>
            </a:extLst>
          </p:cNvPr>
          <p:cNvSpPr txBox="1"/>
          <p:nvPr/>
        </p:nvSpPr>
        <p:spPr>
          <a:xfrm>
            <a:off x="411061" y="951581"/>
            <a:ext cx="11113674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Terraform Blocks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Provider Block</a:t>
            </a:r>
            <a:r>
              <a:rPr lang="en-US" dirty="0"/>
              <a:t>: Defines cloud provider configurations.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Resource Block</a:t>
            </a:r>
            <a:r>
              <a:rPr lang="en-US" dirty="0"/>
              <a:t>: Declares infrastructure components.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Variable Block</a:t>
            </a:r>
            <a:r>
              <a:rPr lang="en-US" dirty="0"/>
              <a:t>: Defines input values to make configurations flexible.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Output Block</a:t>
            </a:r>
            <a:r>
              <a:rPr lang="en-US" dirty="0"/>
              <a:t>: Displays information about deployed resources.</a:t>
            </a:r>
            <a:br>
              <a:rPr lang="en-US" dirty="0"/>
            </a:br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CD35D-CAEF-3236-807A-7919E02D3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3081459"/>
            <a:ext cx="5326295" cy="324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3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18C453B-456E-5585-171E-1FE275F5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2EC1A80-6FA0-C11D-AABF-19B34FD78E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62A5268-A40D-D778-4E19-D1AD2A0690DE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9110587-3DC9-71EF-C59B-EC45ECD3BEB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A24703B-1D45-1B60-0E1E-D9462C49EF75}"/>
              </a:ext>
            </a:extLst>
          </p:cNvPr>
          <p:cNvSpPr txBox="1"/>
          <p:nvPr/>
        </p:nvSpPr>
        <p:spPr>
          <a:xfrm>
            <a:off x="838900" y="270436"/>
            <a:ext cx="438388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Dynamic Blocks and Null Resources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ABB92-BDD3-FF63-F18A-8C790F0F5A91}"/>
              </a:ext>
            </a:extLst>
          </p:cNvPr>
          <p:cNvSpPr txBox="1"/>
          <p:nvPr/>
        </p:nvSpPr>
        <p:spPr>
          <a:xfrm>
            <a:off x="411061" y="824219"/>
            <a:ext cx="1110543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Dynamic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Used to generate multiple resource configurations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Helps reduce redundant code.</a:t>
            </a:r>
          </a:p>
          <a:p>
            <a:r>
              <a:rPr lang="en-US" dirty="0"/>
              <a:t>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87964-75B3-9C34-1F8A-28EBC6868E1D}"/>
              </a:ext>
            </a:extLst>
          </p:cNvPr>
          <p:cNvSpPr txBox="1"/>
          <p:nvPr/>
        </p:nvSpPr>
        <p:spPr>
          <a:xfrm>
            <a:off x="411060" y="4002913"/>
            <a:ext cx="11105435" cy="1483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Null Resource &amp; Provisioners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Used when no actual resource needs to be managed but actions must be executed.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local-exec and remote-exec provisioners.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FCE28-6B17-13D1-9DCF-B7C5B854E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" y="1870659"/>
            <a:ext cx="3444274" cy="222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CAED07-E45C-3A19-DC38-E5A5DEC8F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0" y="5506965"/>
            <a:ext cx="4137462" cy="110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7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0E55BB-44DA-4AF1-246E-81B0B079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961F8AE-68B3-6E88-F4A4-7C0F0405C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11393B2-03C9-0951-2F43-F4BF99D4704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B952EFC-6776-5E7C-BBE7-6DBFAF8C7D1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0277318-E983-8A71-CF74-413682C8A349}"/>
              </a:ext>
            </a:extLst>
          </p:cNvPr>
          <p:cNvSpPr txBox="1"/>
          <p:nvPr/>
        </p:nvSpPr>
        <p:spPr>
          <a:xfrm>
            <a:off x="838900" y="270436"/>
            <a:ext cx="437565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Terraform Modules and Reusability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D04CB-947C-C302-115E-3C588083358F}"/>
              </a:ext>
            </a:extLst>
          </p:cNvPr>
          <p:cNvSpPr txBox="1"/>
          <p:nvPr/>
        </p:nvSpPr>
        <p:spPr>
          <a:xfrm>
            <a:off x="411061" y="853514"/>
            <a:ext cx="11138388" cy="1806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are Terraform Modules?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 way to </a:t>
            </a:r>
            <a:r>
              <a:rPr lang="en-US" b="1" dirty="0"/>
              <a:t>package Terraform configurations</a:t>
            </a:r>
            <a:r>
              <a:rPr lang="en-US" dirty="0"/>
              <a:t> into reusable components.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Helps </a:t>
            </a:r>
            <a:r>
              <a:rPr lang="en-US" b="1" dirty="0"/>
              <a:t>standardize infrastructure</a:t>
            </a:r>
            <a:r>
              <a:rPr lang="en-US" dirty="0"/>
              <a:t> across multiple environments.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Makes managing large-scale infrastructure </a:t>
            </a:r>
            <a:r>
              <a:rPr lang="en-US" b="1" dirty="0"/>
              <a:t>easier and more modular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 Module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AAB3E-72D4-20FC-7462-D96775FBA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2724506"/>
            <a:ext cx="3528555" cy="2335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6D319-E430-4FE7-020F-71188E19A16E}"/>
              </a:ext>
            </a:extLst>
          </p:cNvPr>
          <p:cNvSpPr txBox="1"/>
          <p:nvPr/>
        </p:nvSpPr>
        <p:spPr>
          <a:xfrm>
            <a:off x="411061" y="51238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Using a Terraform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6B881-9BF2-C054-C61D-EDD2C6FAA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1" y="5512937"/>
            <a:ext cx="4136604" cy="119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4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961B9E9-39DF-6120-AC50-48E64044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256B4839-978C-E43A-1733-23A983F57F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E98BDAD-8F23-CE13-7AB0-6BA81E6010EA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0E306A74-2AFE-3BE3-D512-6D2056C140A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6A3CB89-144F-3B48-49EC-3248E5DCE560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Terraform State Management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7AD90-D23A-7AE0-608A-F0F598FF07DD}"/>
              </a:ext>
            </a:extLst>
          </p:cNvPr>
          <p:cNvSpPr txBox="1"/>
          <p:nvPr/>
        </p:nvSpPr>
        <p:spPr>
          <a:xfrm>
            <a:off x="411060" y="824219"/>
            <a:ext cx="11204157" cy="259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Terraform State?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dirty="0"/>
              <a:t> </a:t>
            </a:r>
            <a:r>
              <a:rPr lang="en-US" dirty="0"/>
              <a:t>A record of deployed infrastructure.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dirty="0"/>
              <a:t> </a:t>
            </a:r>
            <a:r>
              <a:rPr lang="en-US" dirty="0"/>
              <a:t>Used for tracking changes and preventing drift.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Best Practices for Managing Terraform State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y-AM" b="1" dirty="0"/>
              <a:t> </a:t>
            </a:r>
            <a:r>
              <a:rPr lang="en-US" b="1" dirty="0"/>
              <a:t>Use Remote State</a:t>
            </a:r>
            <a:r>
              <a:rPr lang="en-US" dirty="0"/>
              <a:t>: Store the state file in a shared location.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y-AM" b="1" dirty="0"/>
              <a:t> </a:t>
            </a:r>
            <a:r>
              <a:rPr lang="en-US" b="1" dirty="0"/>
              <a:t>Enable State Locking</a:t>
            </a:r>
            <a:r>
              <a:rPr lang="en-US" dirty="0"/>
              <a:t>: Prevent conflicts in a multi-user environment.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y-AM" b="1" dirty="0"/>
              <a:t> </a:t>
            </a:r>
            <a:r>
              <a:rPr lang="en-US" b="1" dirty="0"/>
              <a:t>Use State Commands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8B1BF-557D-5477-67FE-B0D18E17A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0" y="3493360"/>
            <a:ext cx="74168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3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64D522B-238A-F7FE-DD88-4FC48F65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DC5A35C-FC16-2986-820C-CDEFB9E217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C751321E-A034-3FF2-8BC7-C400B17F780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CEE4EAF-BFE2-7C43-365D-97EECA6FE559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8F13B9E-4080-14F9-4FFD-D1FA56C49690}"/>
              </a:ext>
            </a:extLst>
          </p:cNvPr>
          <p:cNvSpPr txBox="1"/>
          <p:nvPr/>
        </p:nvSpPr>
        <p:spPr>
          <a:xfrm>
            <a:off x="838900" y="270436"/>
            <a:ext cx="4120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Working with Remote Backends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86D52-DAF2-5397-0AA9-646FA002B292}"/>
              </a:ext>
            </a:extLst>
          </p:cNvPr>
          <p:cNvSpPr txBox="1"/>
          <p:nvPr/>
        </p:nvSpPr>
        <p:spPr>
          <a:xfrm>
            <a:off x="321276" y="837317"/>
            <a:ext cx="6096000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Why Use a Remote Backend?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dirty="0"/>
              <a:t> </a:t>
            </a:r>
            <a:r>
              <a:rPr lang="en-US" dirty="0"/>
              <a:t>Allows multiple team members to access Terraform state.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dirty="0"/>
              <a:t> </a:t>
            </a:r>
            <a:r>
              <a:rPr lang="en-US" dirty="0"/>
              <a:t>Ensures state consistency across environments.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Configuring an S3 Backend for Terraform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9FCC6-FE76-315A-F065-C336ED16E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76" y="2182365"/>
            <a:ext cx="68453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8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420E981-77A4-30A8-BED1-4A98162A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304F3D4-B69A-4A12-6185-75DB6FBA78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CF69BD9-36FA-754F-D3EB-0179CD320BED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3BB5C47-C6AA-3E39-EB85-08C06695834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EA9D0BD-C484-A605-4124-508436923169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9073C-9291-2DF5-2CB9-736E7A7E9EFB}"/>
              </a:ext>
            </a:extLst>
          </p:cNvPr>
          <p:cNvSpPr txBox="1"/>
          <p:nvPr/>
        </p:nvSpPr>
        <p:spPr>
          <a:xfrm>
            <a:off x="411061" y="795794"/>
            <a:ext cx="609600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Step 1: Create a Terraform Module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dirty="0"/>
              <a:t> </a:t>
            </a:r>
            <a:r>
              <a:rPr lang="en-US" dirty="0"/>
              <a:t>Define a module for deploying an </a:t>
            </a:r>
            <a:r>
              <a:rPr lang="en-US" b="1" dirty="0"/>
              <a:t>EC2 instance with a security group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Step 2: Use a Remote Backend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dirty="0"/>
              <a:t> </a:t>
            </a:r>
            <a:r>
              <a:rPr lang="en-US" dirty="0"/>
              <a:t>Configure Terraform to store state in </a:t>
            </a:r>
            <a:r>
              <a:rPr lang="en-US" b="1" dirty="0"/>
              <a:t>S3 with DynamoDB locking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Step 3: Apply and Validate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7FD53-961B-7561-73FE-3228E0894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2520938"/>
            <a:ext cx="4356100" cy="1155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2ADCDA-DB17-BB63-D6E5-51A16725F3FF}"/>
              </a:ext>
            </a:extLst>
          </p:cNvPr>
          <p:cNvSpPr txBox="1"/>
          <p:nvPr/>
        </p:nvSpPr>
        <p:spPr>
          <a:xfrm>
            <a:off x="411061" y="3733568"/>
            <a:ext cx="609600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Step 4: Modify and Apply Again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Change instance type and reapply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69343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E59D7A7-20A6-3F36-5BA5-4CEAD92E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EF55D37-E41D-8EA7-7033-621E0BCC3F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34D96DC-FC90-9BB2-2469-C9B1DCA6D4B8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8ADE465-9BFB-1F9A-5DC7-834B760D2225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9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FA38D11-98F2-1460-D9B4-95C88B602C2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97C4B-A53B-2DD0-DB64-45FEE7314D2A}"/>
              </a:ext>
            </a:extLst>
          </p:cNvPr>
          <p:cNvSpPr txBox="1"/>
          <p:nvPr/>
        </p:nvSpPr>
        <p:spPr>
          <a:xfrm>
            <a:off x="411060" y="957928"/>
            <a:ext cx="11056009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Modularize an Existing Terraform Configuration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Break down your infrastructure into reusable modules.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Implement Remote State Storage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Store Terraform state in </a:t>
            </a:r>
            <a:r>
              <a:rPr lang="en-US" b="1" dirty="0"/>
              <a:t>S3 with DynamoDB locking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Use Workspaces for Multiple Environments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dev, staging, and production workspace.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Experiment with Dynamic Blocks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Write a Terraform configuration using </a:t>
            </a:r>
            <a:r>
              <a:rPr lang="en-US" b="1" dirty="0"/>
              <a:t>dynamic blocks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8970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564</Words>
  <Application>Microsoft Macintosh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2025-02-26T12:37:59Z</dcterms:modified>
</cp:coreProperties>
</file>