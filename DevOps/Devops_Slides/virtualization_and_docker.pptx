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</p:sldIdLst>
  <p:sldSz cx="12192000" cy="6858000"/>
  <p:notesSz cx="6858000" cy="9144000"/>
  <p:embeddedFontLst>
    <p:embeddedFont>
      <p:font typeface="Montserrat" pitchFamily="2" charset="77"/>
      <p:regular r:id="rId14"/>
      <p:bold r:id="rId15"/>
      <p:italic r:id="rId16"/>
      <p:boldItalic r:id="rId17"/>
    </p:embeddedFont>
    <p:embeddedFont>
      <p:font typeface="Montserrat Black" panose="020F0502020204030204" pitchFamily="34" charset="0"/>
      <p:bold r:id="rId18"/>
      <p:italic r:id="rId19"/>
      <p:boldItalic r:id="rId20"/>
    </p:embeddedFont>
    <p:embeddedFont>
      <p:font typeface="Montserrat SemiBold" panose="020F0502020204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4"/>
    <p:restoredTop sz="94706"/>
  </p:normalViewPr>
  <p:slideViewPr>
    <p:cSldViewPr snapToGrid="0">
      <p:cViewPr varScale="1">
        <p:scale>
          <a:sx n="288" d="100"/>
          <a:sy n="288" d="100"/>
        </p:scale>
        <p:origin x="17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C01B5C1-4DFA-273D-73CA-8500AAE7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2EC47E33-3219-9702-52E0-7F918845CE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57A461AD-E5EF-AB98-25C9-331B920C7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982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21A29DD-B8E8-C67B-4C44-8D98CC85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B49B73ED-0B2C-2FC2-133B-5BFC495415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6F2461E-098D-0F97-58E0-EDE8CAB1F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7733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46D89E4-504F-1BE8-4F02-6BA33092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D0DCBF6-27F6-1159-177C-B9888E970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9F96DC7-7259-45F4-6BDE-6B517A243D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6819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4EB40B9-326A-3748-83FB-6DD493A8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BE183D3-46F4-8833-5B65-FA18950E1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1B30BD9-BFDC-1E8A-77CE-47C630367E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7654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69EC809-154C-EE93-5E87-C77B4FBA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13DDE9A-57FC-B19F-A56A-DFCE7779B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E00B6BB8-7527-21BF-3AA2-801536BD0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3176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cademy.hsoub.com/questions/14703-%D8%B7%D8%B1%D9%8A%D9%82%D8%A9-%D8%A7%D9%84%D8%AA%D8%B9%D8%A7%D9%85%D9%84-%D9%85%D8%B9-%D8%B3%D9%8A%D8%B1%D9%81%D8%B1%D8%A7%D8%AA-virtual-machine/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ugeek.github.io/blog/post/2021-04-05-docker-en-ubuntu-1804.html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edia.org/docker" TargetMode="Externa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docker.com/get-docker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536333" y="920641"/>
            <a:ext cx="11377515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VIRTUALIZATION </a:t>
            </a:r>
            <a:endParaRPr sz="12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3A3E47"/>
                </a:solidFill>
                <a:latin typeface="Montserrat Black"/>
                <a:cs typeface="Montserrat Black"/>
                <a:sym typeface="Montserrat Black"/>
              </a:rPr>
              <a:t>AND INTRODUCTION TO DOCKER</a:t>
            </a:r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Virtualization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6C2A11-8C35-7839-39CF-8126AE3FCCED}"/>
              </a:ext>
            </a:extLst>
          </p:cNvPr>
          <p:cNvSpPr txBox="1"/>
          <p:nvPr/>
        </p:nvSpPr>
        <p:spPr>
          <a:xfrm>
            <a:off x="411060" y="853473"/>
            <a:ext cx="11124447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What is Virtualization?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Definition</a:t>
            </a:r>
            <a:r>
              <a:rPr lang="en-US" dirty="0"/>
              <a:t>: Virtualization is the process of creating virtual instances of hardware resources, such as CPUs, storage, and networks, on a single physical machine.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Why we need Virtualization?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Efficient resource utilization.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Isolation of environments.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Flexibility and scalability.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Types of Virtualization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Full Virtualization</a:t>
            </a:r>
            <a:r>
              <a:rPr lang="en-US" dirty="0"/>
              <a:t>: Uses a hypervisor to emulate hardware (e.g., VMware, VirtualBox).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Paravirtualization</a:t>
            </a:r>
            <a:r>
              <a:rPr lang="en-US" dirty="0"/>
              <a:t>: Guest OS interacts directly with the hypervisor (e.g., Xen).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Container-based Virtualization</a:t>
            </a:r>
            <a:r>
              <a:rPr lang="en-US" dirty="0"/>
              <a:t>: Lightweight virtualization using OS-level isolation (e.g., Docker).</a:t>
            </a:r>
          </a:p>
        </p:txBody>
      </p:sp>
      <p:pic>
        <p:nvPicPr>
          <p:cNvPr id="8" name="Picture 7" descr="A diagram of a computer hardware&#10;&#10;Description automatically generated">
            <a:extLst>
              <a:ext uri="{FF2B5EF4-FFF2-40B4-BE49-F238E27FC236}">
                <a16:creationId xmlns:a16="http://schemas.microsoft.com/office/drawing/2014/main" id="{57DDB220-37A7-B1E0-D387-6553845AA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754730" y="1636920"/>
            <a:ext cx="35560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Understanding Hypervisors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76387-06C9-CA7C-1342-C2A7F2996552}"/>
              </a:ext>
            </a:extLst>
          </p:cNvPr>
          <p:cNvSpPr txBox="1"/>
          <p:nvPr/>
        </p:nvSpPr>
        <p:spPr>
          <a:xfrm>
            <a:off x="411060" y="824219"/>
            <a:ext cx="1109624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a Hypervisor?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software layer that enables multiple operating systems to run on a single physical machine.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Types of Virtualization Technologies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Type 1 (Bare-metal Hypervisors)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 directly on physical hardware.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Provide better performance and lower overhead as they have direct access to hardware resources.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Common 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VMware </a:t>
            </a:r>
            <a:r>
              <a:rPr lang="en-US" b="1" dirty="0" err="1"/>
              <a:t>ESXi</a:t>
            </a:r>
            <a:r>
              <a:rPr lang="en-US" dirty="0"/>
              <a:t>: Enterprise-grade hypervisor for large-scale deployments.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Microsoft Hyper-V</a:t>
            </a:r>
            <a:r>
              <a:rPr lang="en-US" dirty="0"/>
              <a:t>: Integrated with Windows for server virtualization.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KVM (Kernel-based Virtual Machine)</a:t>
            </a:r>
            <a:r>
              <a:rPr lang="en-US" dirty="0"/>
              <a:t>: Open-source hypervisor built into the Linux kernel.</a:t>
            </a:r>
            <a:br>
              <a:rPr lang="en-US" dirty="0"/>
            </a:b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Type 2 (Hosted Hypervisors)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Run on top of an existing operating system.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Easier to set up but slightly less efficient due to reliance on the host OS.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Common 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VirtualBox</a:t>
            </a:r>
            <a:r>
              <a:rPr lang="en-US" dirty="0"/>
              <a:t>: Popular for personal and development use.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VMware Workstation</a:t>
            </a:r>
            <a:r>
              <a:rPr lang="en-US" dirty="0"/>
              <a:t>: Versatile for testing and development environments.</a:t>
            </a:r>
            <a:br>
              <a:rPr lang="en-US" dirty="0"/>
            </a:b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OS-level Virtualization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Uses the host operating system's kernel to isolate applications.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Lightweight and faster compared to traditional hypervisors.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Common 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Docker</a:t>
            </a:r>
            <a:r>
              <a:rPr lang="en-US" dirty="0"/>
              <a:t>: Ideal for microservices and containerized applications.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LXC (Linux Containers)</a:t>
            </a:r>
            <a:r>
              <a:rPr lang="en-US" dirty="0"/>
              <a:t>: Provides system-level virtualization for Linux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F09E69A-8698-3081-64E6-43B89127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28D3AE9-EAE2-5509-595D-CD7C5350BD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E9B0360-2D59-E711-208D-6C2E2FA0E70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1BAE679-F16C-56F8-62B0-CA17C203AAD7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6F06D4B4-59BA-D548-4C1E-9475DB34F65D}"/>
              </a:ext>
            </a:extLst>
          </p:cNvPr>
          <p:cNvSpPr txBox="1"/>
          <p:nvPr/>
        </p:nvSpPr>
        <p:spPr>
          <a:xfrm>
            <a:off x="838900" y="270436"/>
            <a:ext cx="47181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How Virtualization technologies Work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713B8-A887-87D0-EADC-2E659FACF8A2}"/>
              </a:ext>
            </a:extLst>
          </p:cNvPr>
          <p:cNvSpPr txBox="1"/>
          <p:nvPr/>
        </p:nvSpPr>
        <p:spPr>
          <a:xfrm>
            <a:off x="411060" y="834451"/>
            <a:ext cx="11100661" cy="603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</a:rPr>
              <a:t>Understanding Hypervisors in Detail</a:t>
            </a:r>
            <a:br>
              <a:rPr lang="en-US" sz="1800" b="1" dirty="0">
                <a:solidFill>
                  <a:schemeClr val="accent1"/>
                </a:solidFill>
              </a:rPr>
            </a:br>
            <a:endParaRPr lang="en-US" sz="1800" b="1" dirty="0">
              <a:solidFill>
                <a:schemeClr val="accent1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b="1" dirty="0"/>
              <a:t> Hyper-V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Developed by Microsoft, Hyper-V is a Type 1 hypervisor built into Windows.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It enables running multiple operating systems on Windows Server or Windows 10/11.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Features include: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Live migration of virtual machines.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Integration services for better performance.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Dynamic memory allocation.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KVM (Kernel-based Virtual Machine)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An open-source Type 1 hypervisor included in the Linux kernel.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Converts Linux into a hypervisor, allowing it to run multiple virtual machines.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Features include: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Support for hardware-assisted virtualization (Intel VT or AMD-V).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High performance with minimal overhead.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Integration with </a:t>
            </a:r>
            <a:r>
              <a:rPr lang="en-US" dirty="0" err="1"/>
              <a:t>libvirt</a:t>
            </a:r>
            <a:r>
              <a:rPr lang="en-US" dirty="0"/>
              <a:t> and other tools for VM management.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Docker and OS-level Virtualization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Docker does not use traditional hypervisors. Instead, it relies on OS-level virtualization.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Utilizes Linux kernel features like </a:t>
            </a:r>
            <a:r>
              <a:rPr lang="en-US" dirty="0" err="1"/>
              <a:t>cgroups</a:t>
            </a:r>
            <a:r>
              <a:rPr lang="en-US" dirty="0"/>
              <a:t> and namespaces to isolate containers.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Differences from traditional virtualization: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Containers share the host OS kernel instead of emulating hardware.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Lightweight and faster than virtual machines.</a:t>
            </a:r>
            <a:br>
              <a:rPr lang="en-US" dirty="0"/>
            </a:br>
            <a:endParaRPr lang="en-US" dirty="0"/>
          </a:p>
          <a:p>
            <a:pPr algn="ctr"/>
            <a:r>
              <a:rPr lang="en-US" sz="1600" b="1" dirty="0">
                <a:solidFill>
                  <a:schemeClr val="accent1"/>
                </a:solidFill>
              </a:rPr>
              <a:t>Use Cases of Virtualization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Hyper-V</a:t>
            </a:r>
            <a:r>
              <a:rPr lang="en-US" dirty="0"/>
              <a:t>: Enterprise server environments for Windows-centric workloads.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KVM</a:t>
            </a:r>
            <a:r>
              <a:rPr lang="en-US" dirty="0"/>
              <a:t>: Preferred in Linux-based server environments and cloud platforms.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Docker</a:t>
            </a:r>
            <a:r>
              <a:rPr lang="en-US" dirty="0"/>
              <a:t>: Ideal for microservices architecture, development, and CI/CD pipelines.</a:t>
            </a:r>
          </a:p>
        </p:txBody>
      </p:sp>
    </p:spTree>
    <p:extLst>
      <p:ext uri="{BB962C8B-B14F-4D97-AF65-F5344CB8AC3E}">
        <p14:creationId xmlns:p14="http://schemas.microsoft.com/office/powerpoint/2010/main" val="200293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80087CB-0369-2029-38FA-9E910AD4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A974D3F7-2EC1-5FD5-9909-99C0AA9478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97785E25-75D7-9E03-FB76-5AE30C10D7B7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5FE55F93-055E-0A13-D5B9-32EB013731C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3E0E30A-1B67-0F50-41CA-5F743979E038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Docker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2B1F-B68D-2FCC-523F-C7A0FA04F44A}"/>
              </a:ext>
            </a:extLst>
          </p:cNvPr>
          <p:cNvSpPr txBox="1"/>
          <p:nvPr/>
        </p:nvSpPr>
        <p:spPr>
          <a:xfrm>
            <a:off x="411061" y="910127"/>
            <a:ext cx="11078574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</a:rPr>
              <a:t>What is Docker?</a:t>
            </a:r>
          </a:p>
          <a:p>
            <a:pPr>
              <a:lnSpc>
                <a:spcPct val="150000"/>
              </a:lnSpc>
            </a:pPr>
            <a:r>
              <a:rPr lang="en-US" dirty="0"/>
              <a:t>  Docker is a platform for container-based virtualization, allowing developers to package applications with all their dependencies into containers.</a:t>
            </a: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</a:rPr>
              <a:t>Why Docker?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Lightweight compared to traditional VMs.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Consistent environments across development, testing, and production.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Faster startup and resource-efficient.</a:t>
            </a: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</a:rPr>
              <a:t>Key Concepts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Container</a:t>
            </a:r>
            <a:r>
              <a:rPr lang="en-US" dirty="0"/>
              <a:t>: A lightweight, standalone, executable package.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Image</a:t>
            </a:r>
            <a:r>
              <a:rPr lang="en-US" dirty="0"/>
              <a:t>: A blueprint for a container.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Docker Engine</a:t>
            </a:r>
            <a:r>
              <a:rPr lang="en-US" dirty="0"/>
              <a:t>: The runtime that manages containers.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Docker Hub</a:t>
            </a:r>
            <a:r>
              <a:rPr lang="en-US" dirty="0"/>
              <a:t>: A repository for storing and sharing Docker images.</a:t>
            </a:r>
          </a:p>
        </p:txBody>
      </p:sp>
      <p:pic>
        <p:nvPicPr>
          <p:cNvPr id="9" name="Picture 8" descr="A blue whale with boxes on it&#10;&#10;Description automatically generated">
            <a:extLst>
              <a:ext uri="{FF2B5EF4-FFF2-40B4-BE49-F238E27FC236}">
                <a16:creationId xmlns:a16="http://schemas.microsoft.com/office/drawing/2014/main" id="{C77313E4-3119-2912-B598-C0529C1DD3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326244" y="1923036"/>
            <a:ext cx="3690730" cy="314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2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39835065-CCB1-CF0F-DD13-AE9A6AB2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179B123F-70B5-547F-3805-EE56634B7E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C249D15-7097-D863-1A80-08680C58730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1DFC59A1-B121-1370-2675-0600A4C3DEC0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0DAC2A4A-4F78-0DC1-2852-BA0FF5BF370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Docker Architecture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B4321-50C2-3AD8-6E8A-863CBB966F2F}"/>
              </a:ext>
            </a:extLst>
          </p:cNvPr>
          <p:cNvSpPr txBox="1"/>
          <p:nvPr/>
        </p:nvSpPr>
        <p:spPr>
          <a:xfrm>
            <a:off x="411060" y="853473"/>
            <a:ext cx="11096243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</a:rPr>
              <a:t>How Docker Works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Docker Daemon</a:t>
            </a:r>
            <a:r>
              <a:rPr lang="en-US" dirty="0"/>
              <a:t>:</a:t>
            </a:r>
          </a:p>
          <a:p>
            <a:pPr marL="457200" lvl="1"/>
            <a:r>
              <a:rPr lang="en-US" dirty="0"/>
              <a:t>Runs on the host machine and manages images, containers, and networks.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Docker Client</a:t>
            </a:r>
            <a:r>
              <a:rPr lang="en-US" dirty="0"/>
              <a:t>:</a:t>
            </a:r>
          </a:p>
          <a:p>
            <a:pPr marL="457200" lvl="1"/>
            <a:r>
              <a:rPr lang="en-US" dirty="0"/>
              <a:t>The interface used to interact with Docker (e.g., CLI commands).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Registry</a:t>
            </a:r>
            <a:r>
              <a:rPr lang="en-US" dirty="0"/>
              <a:t>:</a:t>
            </a:r>
          </a:p>
          <a:p>
            <a:pPr marL="457200" lvl="1"/>
            <a:r>
              <a:rPr lang="en-US" dirty="0"/>
              <a:t>Stores Docker images (e.g., Docker Hub).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Containers</a:t>
            </a:r>
            <a:r>
              <a:rPr lang="en-US" dirty="0"/>
              <a:t>:</a:t>
            </a:r>
          </a:p>
          <a:p>
            <a:pPr marL="457200" lvl="1"/>
            <a:r>
              <a:rPr lang="en-US" dirty="0"/>
              <a:t>Instances created from Docker images.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solidFill>
                  <a:schemeClr val="tx1"/>
                </a:solidFill>
              </a:rPr>
              <a:t>Key Docker Commands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 docker</a:t>
            </a:r>
            <a:r>
              <a:rPr lang="en-US" dirty="0"/>
              <a:t> run: Start a container from an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 docker</a:t>
            </a:r>
            <a:r>
              <a:rPr lang="en-US" dirty="0"/>
              <a:t> </a:t>
            </a:r>
            <a:r>
              <a:rPr lang="en-US" dirty="0" err="1"/>
              <a:t>ps</a:t>
            </a:r>
            <a:r>
              <a:rPr lang="en-US" dirty="0"/>
              <a:t>: List running containers.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 docker</a:t>
            </a:r>
            <a:r>
              <a:rPr lang="en-US" dirty="0"/>
              <a:t> stop: Stop a running container.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accent6"/>
                </a:solidFill>
              </a:rPr>
              <a:t> docker</a:t>
            </a:r>
            <a:r>
              <a:rPr lang="en-US"/>
              <a:t> </a:t>
            </a:r>
            <a:r>
              <a:rPr lang="en-US" dirty="0"/>
              <a:t>rm: Remove a container.</a:t>
            </a:r>
          </a:p>
        </p:txBody>
      </p:sp>
      <p:pic>
        <p:nvPicPr>
          <p:cNvPr id="6" name="Picture 5" descr="A diagram of a docker architecture&#10;&#10;Description automatically generated">
            <a:extLst>
              <a:ext uri="{FF2B5EF4-FFF2-40B4-BE49-F238E27FC236}">
                <a16:creationId xmlns:a16="http://schemas.microsoft.com/office/drawing/2014/main" id="{BBF87910-EDD1-59E0-2DF0-D6C55F480E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b="4626"/>
          <a:stretch/>
        </p:blipFill>
        <p:spPr>
          <a:xfrm>
            <a:off x="4350725" y="2182239"/>
            <a:ext cx="7051362" cy="411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05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4B5D0D8-F6E9-AB9C-83ED-AACFBB19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584447B-AA50-F99B-5209-6ED17F82D3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087EA761-94DC-8FE5-595D-DF6AB0378D16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456E168F-C49B-A3FD-C322-68DDCF8074C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1BD99B5-623A-DB60-0E4B-B6A1776D469F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with Docker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F5B28-ACD0-BF3E-4584-F3785117C49F}"/>
              </a:ext>
            </a:extLst>
          </p:cNvPr>
          <p:cNvSpPr txBox="1"/>
          <p:nvPr/>
        </p:nvSpPr>
        <p:spPr>
          <a:xfrm>
            <a:off x="411061" y="894474"/>
            <a:ext cx="11136000" cy="5223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Installing Docker</a:t>
            </a:r>
            <a:r>
              <a:rPr lang="en-US" dirty="0"/>
              <a:t>:</a:t>
            </a:r>
          </a:p>
          <a:p>
            <a:pPr marL="457200" lvl="1">
              <a:lnSpc>
                <a:spcPct val="150000"/>
              </a:lnSpc>
            </a:pPr>
            <a:r>
              <a:rPr lang="en-US" dirty="0"/>
              <a:t>Follow instructions for your OS from </a:t>
            </a:r>
            <a:r>
              <a:rPr lang="en-US" dirty="0">
                <a:hlinkClick r:id="rId4"/>
              </a:rPr>
              <a:t>Docker Docs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Running Your First Container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Pull an image from Docker Hub: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docker pull hello-world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Run the container: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docker run hello-world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Exploring Docker Commands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List running containers:</a:t>
            </a:r>
          </a:p>
          <a:p>
            <a:pPr marL="457200" lvl="1">
              <a:lnSpc>
                <a:spcPct val="150000"/>
              </a:lnSpc>
            </a:pPr>
            <a:r>
              <a:rPr lang="en-US" dirty="0"/>
              <a:t>   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</a:t>
            </a:r>
            <a:r>
              <a:rPr lang="en-US" dirty="0" err="1"/>
              <a:t>ps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List all containers:</a:t>
            </a:r>
          </a:p>
          <a:p>
            <a:pPr marL="457200" lvl="1"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</a:t>
            </a:r>
            <a:r>
              <a:rPr lang="en-US" dirty="0" err="1"/>
              <a:t>ps</a:t>
            </a:r>
            <a:r>
              <a:rPr lang="en-US" dirty="0"/>
              <a:t> -a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Stop a container:</a:t>
            </a:r>
          </a:p>
          <a:p>
            <a:pPr marL="457200" lvl="1"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stop </a:t>
            </a:r>
            <a:r>
              <a:rPr lang="en-US" dirty="0">
                <a:solidFill>
                  <a:schemeClr val="accent1"/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container_id</a:t>
            </a:r>
            <a:r>
              <a:rPr lang="en-US" dirty="0">
                <a:solidFill>
                  <a:schemeClr val="accent1"/>
                </a:solidFill>
              </a:rPr>
              <a:t>&gt;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Remove a container:</a:t>
            </a:r>
          </a:p>
          <a:p>
            <a:pPr marL="457200" lvl="1">
              <a:lnSpc>
                <a:spcPct val="150000"/>
              </a:lnSpc>
            </a:pPr>
            <a:r>
              <a:rPr lang="en-US" dirty="0"/>
              <a:t>      </a:t>
            </a:r>
            <a:r>
              <a:rPr lang="en-US" dirty="0">
                <a:solidFill>
                  <a:schemeClr val="accent6"/>
                </a:solidFill>
              </a:rPr>
              <a:t>docker</a:t>
            </a:r>
            <a:r>
              <a:rPr lang="en-US" dirty="0"/>
              <a:t> rm </a:t>
            </a:r>
            <a:r>
              <a:rPr lang="en-US" dirty="0">
                <a:solidFill>
                  <a:schemeClr val="accent1"/>
                </a:solidFill>
              </a:rPr>
              <a:t>&lt;</a:t>
            </a:r>
            <a:r>
              <a:rPr lang="en-US" dirty="0" err="1">
                <a:solidFill>
                  <a:schemeClr val="accent1"/>
                </a:solidFill>
              </a:rPr>
              <a:t>container_id</a:t>
            </a:r>
            <a:r>
              <a:rPr lang="en-US" dirty="0">
                <a:solidFill>
                  <a:schemeClr val="accent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129871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348B6A3-0847-95BA-8D74-85C64A0E8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22861B4D-9F32-0F60-B8D3-C005971F6A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A8FCE702-413C-F66E-0669-B52F3A0F260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8FFA96F-8EE4-B7C3-CC8D-F635EF92584C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4954461D-DC90-B45D-8927-1A169F45568A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448023-D96D-14D7-1061-B0BDC55DBA07}"/>
              </a:ext>
            </a:extLst>
          </p:cNvPr>
          <p:cNvSpPr txBox="1"/>
          <p:nvPr/>
        </p:nvSpPr>
        <p:spPr>
          <a:xfrm>
            <a:off x="411060" y="943450"/>
            <a:ext cx="1079586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Virtualization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Set up a lightweight virtual machine using a Type 2 hypervisor (e.g., VirtualBox) and install a Linux OS.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dirty="0" err="1"/>
              <a:t>df</a:t>
            </a:r>
            <a:r>
              <a:rPr lang="en-US" dirty="0"/>
              <a:t> and top commands inside the VM to explore its resource usage.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Docker Basics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 Docker on your system.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Pull and run an image (e.g., nginx or alpine).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Practice starting, stopping, and removing containers.</a:t>
            </a:r>
          </a:p>
        </p:txBody>
      </p:sp>
      <p:pic>
        <p:nvPicPr>
          <p:cNvPr id="1026" name="Picture 2" descr="Dockerize RedwoodJS - Get Help and Help Others - RedwoodJS Community">
            <a:extLst>
              <a:ext uri="{FF2B5EF4-FFF2-40B4-BE49-F238E27FC236}">
                <a16:creationId xmlns:a16="http://schemas.microsoft.com/office/drawing/2014/main" id="{A33180A1-10B9-7D2F-5C8B-A32B65BDC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990" y="3257994"/>
            <a:ext cx="63500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441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910</Words>
  <Application>Microsoft Macintosh PowerPoint</Application>
  <PresentationFormat>Widescreen</PresentationFormat>
  <Paragraphs>124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Montserrat Black</vt:lpstr>
      <vt:lpstr>Calibri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3</cp:revision>
  <dcterms:created xsi:type="dcterms:W3CDTF">2024-08-30T07:18:33Z</dcterms:created>
  <dcterms:modified xsi:type="dcterms:W3CDTF">2025-01-11T08:21:14Z</dcterms:modified>
</cp:coreProperties>
</file>