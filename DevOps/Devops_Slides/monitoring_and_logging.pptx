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0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Montserrat Black" panose="020F0502020204030204" pitchFamily="34" charset="0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4"/>
    <p:restoredTop sz="94676"/>
  </p:normalViewPr>
  <p:slideViewPr>
    <p:cSldViewPr snapToGrid="0">
      <p:cViewPr varScale="1">
        <p:scale>
          <a:sx n="288" d="100"/>
          <a:sy n="288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C262CD5-E8C4-F693-052A-E2B94DF5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BB38386E-D345-73AC-8D49-32139C39D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3CAC0803-F2EA-0C00-A1E9-0C1194E14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9962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CC9B312-003C-98DC-6FFB-76453FD4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BE4907AF-BA66-4043-CCF7-8721AF69D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C6A17B9-A324-6713-D0AA-7DC577A03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8401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E18AEC4C-7E85-E19C-2710-1734F203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D05285CF-F6E0-0CA1-08FB-F4D10BFFC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289E2A0-D7CC-332C-0BEB-7FD7ED0B2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9953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3FBF3BAF-D2CD-9F6D-798C-53111AF7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4DAA86F9-A4B9-042F-E2F6-8E10403F1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45DD023A-B7E3-2CE9-E4C9-4E2D037545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7636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661CED2-85DA-0C7B-B958-2B7F8520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9FC363B0-BFAE-03C1-28D6-901077A7D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4279C596-9DC4-E4E8-2141-8731D0678A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344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35476418-C50A-0E2C-F465-64B3E638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C3FA0117-8197-B7E2-09F0-E69E318B0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08D272CC-C451-4A34-8CC3-7B8A8EF70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3130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59350" y="1220390"/>
            <a:ext cx="11377515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MONITORING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LOGGING BASICS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03A78-4856-A6FB-6B69-FC45D482AD58}"/>
              </a:ext>
            </a:extLst>
          </p:cNvPr>
          <p:cNvSpPr txBox="1"/>
          <p:nvPr/>
        </p:nvSpPr>
        <p:spPr>
          <a:xfrm>
            <a:off x="411061" y="853473"/>
            <a:ext cx="11091826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Monitoring and Logging.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Importance of Observability in DevOps.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Overview of Monitoring Tools (Prometheus, Grafana).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Overview of Logging Tools (ELK Stack: Elasticsearch, Logstash, Kibana).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Setting up a Basic Monitoring and Logging System.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why monitoring and logging are essential in DevOps.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about different monitoring and logging tools.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Set up a simple monitoring and logging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A05FBA86-4B2C-4801-6C83-292270AE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83385CA8-F4CD-69CD-D276-913E6BC779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31D9308C-4ECE-3969-E9DF-E3C40E0171B8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225530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49441D7-12FC-F080-8F6D-F9813653732C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2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A47FDAE1-78BF-68D2-3BF5-CB172D8E3904}"/>
              </a:ext>
            </a:extLst>
          </p:cNvPr>
          <p:cNvSpPr txBox="1"/>
          <p:nvPr/>
        </p:nvSpPr>
        <p:spPr>
          <a:xfrm>
            <a:off x="838900" y="270436"/>
            <a:ext cx="51422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Monitoring and Logging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17999-9195-7F9A-4C41-C0AF144C7735}"/>
              </a:ext>
            </a:extLst>
          </p:cNvPr>
          <p:cNvSpPr txBox="1"/>
          <p:nvPr/>
        </p:nvSpPr>
        <p:spPr>
          <a:xfrm>
            <a:off x="411060" y="824219"/>
            <a:ext cx="11113913" cy="4530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Monitoring?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The process of collecting, analyzing, and visualizing system performance and health.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Used to detect issues, prevent failures, and optimize performance.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Examples: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Monitoring CPU, memory, and network usage.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Tracking application performance and errors.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Logging?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The practice of recording system and application events.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Helps troubleshoot issues and analyze system behavior.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Examples: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System logs (</a:t>
            </a:r>
            <a:r>
              <a:rPr lang="en-US" dirty="0">
                <a:solidFill>
                  <a:schemeClr val="accent6"/>
                </a:solidFill>
              </a:rPr>
              <a:t>syslog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/>
                </a:solidFill>
              </a:rPr>
              <a:t>journalctl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Application logs (Nginx, Apache, databases)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Container logs (Docker logs)</a:t>
            </a:r>
          </a:p>
        </p:txBody>
      </p:sp>
    </p:spTree>
    <p:extLst>
      <p:ext uri="{BB962C8B-B14F-4D97-AF65-F5344CB8AC3E}">
        <p14:creationId xmlns:p14="http://schemas.microsoft.com/office/powerpoint/2010/main" val="281258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8D33E1F-CA23-D17F-8978-D8D960EE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64C6B532-FBDE-1BF4-1D69-EF2538EBE0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99A963C1-FD10-16D3-110D-2650976DD7E2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05766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2F0D6AF-65A6-BF83-846B-544F363DF495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BA623CE8-C743-D97F-5A14-7312699B2EAF}"/>
              </a:ext>
            </a:extLst>
          </p:cNvPr>
          <p:cNvSpPr txBox="1"/>
          <p:nvPr/>
        </p:nvSpPr>
        <p:spPr>
          <a:xfrm>
            <a:off x="838900" y="270436"/>
            <a:ext cx="500972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Importance of Observability in DevOps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3758E-2C2A-EFD4-8CC3-E280C23E5EDD}"/>
              </a:ext>
            </a:extLst>
          </p:cNvPr>
          <p:cNvSpPr txBox="1"/>
          <p:nvPr/>
        </p:nvSpPr>
        <p:spPr>
          <a:xfrm>
            <a:off x="411061" y="824219"/>
            <a:ext cx="11122748" cy="2914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Observability vs. Monitoring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Monitoring</a:t>
            </a:r>
            <a:r>
              <a:rPr lang="en-US" dirty="0"/>
              <a:t>: Tracking predefined metrics and alerting on anomalies.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Observability</a:t>
            </a:r>
            <a:r>
              <a:rPr lang="en-US" dirty="0"/>
              <a:t>: The ability to understand system behavior based on logs, metrics, and traces.</a:t>
            </a:r>
            <a:br>
              <a:rPr lang="en-US" dirty="0"/>
            </a:b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Observability Matters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Proactive Issue Detection</a:t>
            </a:r>
            <a:r>
              <a:rPr lang="en-US" dirty="0"/>
              <a:t>: Find problems before they impact users.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Faster Debugging</a:t>
            </a:r>
            <a:r>
              <a:rPr lang="en-US" dirty="0"/>
              <a:t>: Reduce time to resolution with detailed logs and metrics.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Improved Performance Optimization</a:t>
            </a:r>
            <a:r>
              <a:rPr lang="en-US" dirty="0"/>
              <a:t>: Identify bottlenecks and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148982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2C4B42CD-CD1A-5B12-7AA9-19FCE069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4826D4F2-0682-F3CB-60BC-8801ECAAAE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D50D9D41-5BA7-DEDC-E503-B754205A1B3D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2819474-6104-0640-FFF5-27B3CFD28B2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99C871F8-F23B-A539-B623-19FBBDD67920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Overview of Monitoring Tools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A4F2A-084D-CDE2-C090-12BFD74ED086}"/>
              </a:ext>
            </a:extLst>
          </p:cNvPr>
          <p:cNvSpPr txBox="1"/>
          <p:nvPr/>
        </p:nvSpPr>
        <p:spPr>
          <a:xfrm>
            <a:off x="411060" y="900285"/>
            <a:ext cx="11096243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Prometheus (Metrics Collection)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Open-source monitoring and alerting tool.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Collects and stores time-series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Uses a pull-based model to scrape metrics from services.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Query language: </a:t>
            </a:r>
            <a:r>
              <a:rPr lang="en-US" dirty="0" err="1"/>
              <a:t>PromQL</a:t>
            </a:r>
            <a:r>
              <a:rPr lang="en-US" dirty="0"/>
              <a:t> (Prometheus Query Language).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Grafana (Visualization)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Interactive dashboarding and visualization tool.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multiple data sources (Prometheus, Elasticsearch, </a:t>
            </a:r>
            <a:r>
              <a:rPr lang="en-US" dirty="0" err="1"/>
              <a:t>InfluxDB</a:t>
            </a:r>
            <a:r>
              <a:rPr lang="en-US" dirty="0"/>
              <a:t>, etc.).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alerting and notifications.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Example: Setting Up Prometheus and Grafana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68A7C-EDC5-C6A1-A876-801851845F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61"/>
          <a:stretch/>
        </p:blipFill>
        <p:spPr>
          <a:xfrm>
            <a:off x="411060" y="4461324"/>
            <a:ext cx="7772400" cy="131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7683AEE6-5513-2307-C5DF-95AAE08B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E653966E-625E-5F94-7E7F-B06089876D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0FC287BD-C8BC-4F14-6A87-6EA5D6B39232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0EA3A31-BE07-7DC0-4CCD-77EC9B26582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D2028251-5A00-362E-E4F4-B8DCA25D1DE5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Overview of Logging Tools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44E13-0511-0560-AEC6-A2DE19A3F56B}"/>
              </a:ext>
            </a:extLst>
          </p:cNvPr>
          <p:cNvSpPr txBox="1"/>
          <p:nvPr/>
        </p:nvSpPr>
        <p:spPr>
          <a:xfrm>
            <a:off x="411060" y="853472"/>
            <a:ext cx="11087409" cy="2776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ELK Stack Components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Elasticsearch</a:t>
            </a:r>
            <a:r>
              <a:rPr lang="en-US" dirty="0"/>
              <a:t>: Stores and indexes log data for searching and analysis.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Logstash</a:t>
            </a:r>
            <a:r>
              <a:rPr lang="en-US" dirty="0"/>
              <a:t>: Collects, processes, and forwards logs to Elasticsearch.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Kibana</a:t>
            </a:r>
            <a:r>
              <a:rPr lang="en-US" dirty="0"/>
              <a:t>: Provides visualization and dashboard capabilities for log data.</a:t>
            </a:r>
          </a:p>
          <a:p>
            <a:pPr>
              <a:lnSpc>
                <a:spcPct val="150000"/>
              </a:lnSpc>
            </a:pPr>
            <a:br>
              <a:rPr lang="en-US" b="1" dirty="0"/>
            </a:br>
            <a:r>
              <a:rPr lang="en-US" b="1" dirty="0"/>
              <a:t>Alternative: </a:t>
            </a:r>
            <a:r>
              <a:rPr lang="en-US" b="1" dirty="0" err="1"/>
              <a:t>Fluentd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Similar to Logstash but lighter and supports flexible logging pipelines.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Example: Setting Up ELK Stack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D214E-5104-DA97-5E50-2FB291EC6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75033"/>
            <a:ext cx="7772400" cy="185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5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B636024-C716-6429-1B38-83B7577D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8760D058-2E62-3020-BB17-99F13FA1DB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15DFB96F-4B79-0F6F-84BB-610EB1661C50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6944E89-22B4-E739-D30A-F156152CD8F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F45C24C1-CC54-17C0-83E8-CB435F2F624B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D5960D-6F13-C7F8-837D-08D96B6EDCFB}"/>
              </a:ext>
            </a:extLst>
          </p:cNvPr>
          <p:cNvSpPr txBox="1"/>
          <p:nvPr/>
        </p:nvSpPr>
        <p:spPr>
          <a:xfrm>
            <a:off x="411060" y="973362"/>
            <a:ext cx="11113913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Monitoring with Prometheus and Grafana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Deploy Prometheus and configure it to scrape system metrics.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Connect Prometheus as a data source in Grafana and create a dashboard.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Logging with ELK Stack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Deploy Elasticsearch and Kibana.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Collect system logs and view them in Kibana.</a:t>
            </a:r>
          </a:p>
        </p:txBody>
      </p:sp>
    </p:spTree>
    <p:extLst>
      <p:ext uri="{BB962C8B-B14F-4D97-AF65-F5344CB8AC3E}">
        <p14:creationId xmlns:p14="http://schemas.microsoft.com/office/powerpoint/2010/main" val="2812074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6BF8FA87-2059-C929-BD34-24F7FAE9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>
            <a:extLst>
              <a:ext uri="{FF2B5EF4-FFF2-40B4-BE49-F238E27FC236}">
                <a16:creationId xmlns:a16="http://schemas.microsoft.com/office/drawing/2014/main" id="{53583AFC-3EB2-E626-0939-1B03DDA666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D52A3B98-7800-BD89-AB88-9716F039B890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444780F0-3F2D-BE61-B34B-D6A24F02076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97E4A7DB-80A3-B962-A0D6-FF8A308DFDA1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66EE6-B86B-77D1-FBFF-CBC7773BD0FF}"/>
              </a:ext>
            </a:extLst>
          </p:cNvPr>
          <p:cNvSpPr txBox="1"/>
          <p:nvPr/>
        </p:nvSpPr>
        <p:spPr>
          <a:xfrm>
            <a:off x="380138" y="894860"/>
            <a:ext cx="10994643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Set Up Prometheus and Grafana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Install Prometheus and configure a basic metrics scrape.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custom dashboard in Grafana.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Work with ELK Stack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Deploy Elasticsearch and Kibana.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Collect and visualize system logs.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Explore Alerts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Configure an alert in Prometheus.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Set up a notification in Grafana.</a:t>
            </a:r>
          </a:p>
        </p:txBody>
      </p:sp>
    </p:spTree>
    <p:extLst>
      <p:ext uri="{BB962C8B-B14F-4D97-AF65-F5344CB8AC3E}">
        <p14:creationId xmlns:p14="http://schemas.microsoft.com/office/powerpoint/2010/main" val="200231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540</Words>
  <Application>Microsoft Macintosh PowerPoint</Application>
  <PresentationFormat>Widescreen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 Black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2025-02-01T07:16:45Z</dcterms:modified>
</cp:coreProperties>
</file>