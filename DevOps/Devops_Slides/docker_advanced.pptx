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0" r:id="rId11"/>
    <p:sldId id="261" r:id="rId12"/>
  </p:sldIdLst>
  <p:sldSz cx="12192000" cy="6858000"/>
  <p:notesSz cx="6858000" cy="9144000"/>
  <p:embeddedFontLst>
    <p:embeddedFont>
      <p:font typeface="Montserrat" pitchFamily="2" charset="77"/>
      <p:regular r:id="rId14"/>
      <p:bold r:id="rId15"/>
      <p:italic r:id="rId16"/>
      <p:boldItalic r:id="rId17"/>
    </p:embeddedFont>
    <p:embeddedFont>
      <p:font typeface="Montserrat Black" panose="020F0502020204030204" pitchFamily="34" charset="0"/>
      <p:bold r:id="rId18"/>
      <p:italic r:id="rId19"/>
      <p:boldItalic r:id="rId20"/>
    </p:embeddedFont>
    <p:embeddedFont>
      <p:font typeface="Montserrat SemiBold" panose="020F0502020204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NL8pbwwZrNCbTtm7lRLch0r2u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24"/>
    <p:restoredTop sz="94706"/>
  </p:normalViewPr>
  <p:slideViewPr>
    <p:cSldViewPr snapToGrid="0">
      <p:cViewPr varScale="1">
        <p:scale>
          <a:sx n="288" d="100"/>
          <a:sy n="288" d="100"/>
        </p:scale>
        <p:origin x="17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770CD4C-BAB6-162E-CC3F-F8BD737C4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DC537DCC-C797-6B19-6A2A-DB180435C3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EF2A2768-5E7D-186D-1218-C13992985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3480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BC0CF65-3231-61CD-76A3-3A61D84D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01B3DA7D-D930-5654-4B5D-E6BDF0A84B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00B9840F-515E-4E9C-570A-C88F09713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1193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D1E4E75-513D-62CB-86D8-47A92E1AF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51A05949-095F-B24D-32A6-9BEB8137A4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E711263A-3821-B4C6-238D-1B9EFC6DE9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9193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F7D443D-3AFA-56DD-778B-927A2B6B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8DE8046A-76D4-2D05-A287-DE725D53B4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0C7FFDAE-55E8-9873-E2B8-FC0A1EF84E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0275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71EE5E1B-C48D-5A6D-949A-A87112D3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4090E170-47DE-E070-EC0D-3C149DC06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0B1586BF-52ED-D6DC-18DF-0521FADA08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4292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hyperlink" Target="https://kylo8.tistory.com/entry/Github-Actions-Github-Actions%EB%A1%9C-docker-compose-%EC%9E%90%EB%8F%99-%EB%B0%B0%ED%8F%AC%ED%95%98%EA%B8%B0-springboot-redis-server-CICD-%EA%B5%AC%EC%B6%95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hyperlink" Target="https://hedzr.com/devops/docker/docker-compose-file-format/" TargetMode="External"/><Relationship Id="rId4" Type="http://schemas.openxmlformats.org/officeDocument/2006/relationships/image" Target="../media/image5.jpg"/><Relationship Id="rId9" Type="http://schemas.openxmlformats.org/officeDocument/2006/relationships/hyperlink" Target="https://pixabay.com/de/recht-pfeil-button-blau-runde-24837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-26194"/>
            <a:ext cx="12192000" cy="228600"/>
          </a:xfrm>
          <a:prstGeom prst="rect">
            <a:avLst/>
          </a:prstGeom>
          <a:solidFill>
            <a:srgbClr val="7B8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407240" y="1351528"/>
            <a:ext cx="11377515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DOCKER ADVANCED CONCEPTS</a:t>
            </a:r>
            <a:endParaRPr dirty="0"/>
          </a:p>
        </p:txBody>
      </p:sp>
      <p:sp>
        <p:nvSpPr>
          <p:cNvPr id="92" name="Google Shape;92;p2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Agenda and Features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00BDF-728D-C0CD-8136-BD4FBE160034}"/>
              </a:ext>
            </a:extLst>
          </p:cNvPr>
          <p:cNvSpPr txBox="1"/>
          <p:nvPr/>
        </p:nvSpPr>
        <p:spPr>
          <a:xfrm>
            <a:off x="411061" y="986770"/>
            <a:ext cx="11049712" cy="3561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Agenda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Building Custom Docker Images with </a:t>
            </a:r>
            <a:r>
              <a:rPr lang="en-US" dirty="0" err="1"/>
              <a:t>Dockerfile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Advanced Docker Networking.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Persistent Data with Volumes.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Multi-Container Applications using Docker Compose.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Key Features Covered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Automating container image creation with </a:t>
            </a:r>
            <a:r>
              <a:rPr lang="en-US" dirty="0" err="1"/>
              <a:t>Dockerfile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Configuring container communication via Docker networks.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Managing data persistence with Docker volumes.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Simplifying multi-container setups with Docker Compose.</a:t>
            </a:r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A36030CB-4377-646B-EDC5-3CB1ED2B0C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096000" y="4618919"/>
            <a:ext cx="3430933" cy="1646848"/>
          </a:xfrm>
          <a:prstGeom prst="rect">
            <a:avLst/>
          </a:prstGeom>
        </p:spPr>
      </p:pic>
      <p:pic>
        <p:nvPicPr>
          <p:cNvPr id="8" name="Picture 7" descr="A blue whale with boxes on it&#10;&#10;Description automatically generated">
            <a:extLst>
              <a:ext uri="{FF2B5EF4-FFF2-40B4-BE49-F238E27FC236}">
                <a16:creationId xmlns:a16="http://schemas.microsoft.com/office/drawing/2014/main" id="{AE5B3BB5-9481-0E71-3977-943E04BA19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769772" y="4455476"/>
            <a:ext cx="2237943" cy="2237943"/>
          </a:xfrm>
          <a:prstGeom prst="rect">
            <a:avLst/>
          </a:prstGeom>
        </p:spPr>
      </p:pic>
      <p:pic>
        <p:nvPicPr>
          <p:cNvPr id="11" name="Picture 10" descr="A blue button with a white arrow&#10;&#10;Description automatically generated">
            <a:extLst>
              <a:ext uri="{FF2B5EF4-FFF2-40B4-BE49-F238E27FC236}">
                <a16:creationId xmlns:a16="http://schemas.microsoft.com/office/drawing/2014/main" id="{AD38E9ED-0DB1-8B9F-C473-10AB07169B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4465890" y="4950223"/>
            <a:ext cx="1096081" cy="10960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>
            <a:cxnSpLocks/>
          </p:cNvCxnSpPr>
          <p:nvPr/>
        </p:nvCxnSpPr>
        <p:spPr>
          <a:xfrm>
            <a:off x="411061" y="746620"/>
            <a:ext cx="5260869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518200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Building Custom Images with </a:t>
            </a:r>
            <a:r>
              <a:rPr lang="en-US" sz="1800" dirty="0" err="1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Dockerfile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0D8DA8-7D15-B29A-E332-D10FD84197A1}"/>
              </a:ext>
            </a:extLst>
          </p:cNvPr>
          <p:cNvSpPr txBox="1"/>
          <p:nvPr/>
        </p:nvSpPr>
        <p:spPr>
          <a:xfrm>
            <a:off x="411060" y="868234"/>
            <a:ext cx="11025565" cy="5192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2"/>
                </a:solidFill>
              </a:rPr>
              <a:t>What is a </a:t>
            </a:r>
            <a:r>
              <a:rPr lang="en-US" sz="1800" b="1" dirty="0" err="1">
                <a:solidFill>
                  <a:schemeClr val="bg2"/>
                </a:solidFill>
              </a:rPr>
              <a:t>Dockerfile</a:t>
            </a:r>
            <a:r>
              <a:rPr lang="en-US" sz="1800" b="1" dirty="0">
                <a:solidFill>
                  <a:schemeClr val="bg2"/>
                </a:solidFill>
              </a:rPr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A text file containing instructions to build a Docker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Why Use </a:t>
            </a:r>
            <a:r>
              <a:rPr lang="en-US" b="1" dirty="0" err="1"/>
              <a:t>Dockerfile</a:t>
            </a:r>
            <a:r>
              <a:rPr lang="en-US" b="1" dirty="0"/>
              <a:t>?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Automates image creation.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Ensures consistency across environments.</a:t>
            </a:r>
            <a:br>
              <a:rPr lang="en-US" dirty="0"/>
            </a:br>
            <a:endParaRPr lang="en-US" dirty="0"/>
          </a:p>
          <a:p>
            <a:pPr algn="ctr"/>
            <a:r>
              <a:rPr lang="en-US" sz="1800" b="1" dirty="0">
                <a:solidFill>
                  <a:schemeClr val="bg2"/>
                </a:solidFill>
              </a:rPr>
              <a:t>Common </a:t>
            </a:r>
            <a:r>
              <a:rPr lang="en-US" sz="1800" b="1" dirty="0" err="1">
                <a:solidFill>
                  <a:schemeClr val="bg2"/>
                </a:solidFill>
              </a:rPr>
              <a:t>Dockerfile</a:t>
            </a:r>
            <a:r>
              <a:rPr lang="en-US" sz="1800" b="1" dirty="0">
                <a:solidFill>
                  <a:schemeClr val="bg2"/>
                </a:solidFill>
              </a:rPr>
              <a:t> Instructions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FROM</a:t>
            </a:r>
            <a:r>
              <a:rPr lang="en-US" dirty="0"/>
              <a:t>: Specifies the base image.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ubuntu:latest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RUN</a:t>
            </a:r>
            <a:r>
              <a:rPr lang="en-US" dirty="0"/>
              <a:t>: Executes a command during image build.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RUN</a:t>
            </a:r>
            <a:r>
              <a:rPr lang="en-US" dirty="0"/>
              <a:t> apt-get update &amp;&amp; apt-get install -y nginx</a:t>
            </a:r>
          </a:p>
          <a:p>
            <a:pPr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COPY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ADD</a:t>
            </a:r>
            <a:r>
              <a:rPr lang="en-US" dirty="0"/>
              <a:t>: Adds files to the image.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COPY</a:t>
            </a:r>
            <a:r>
              <a:rPr lang="en-US" dirty="0"/>
              <a:t> </a:t>
            </a:r>
            <a:r>
              <a:rPr lang="en-US" dirty="0" err="1"/>
              <a:t>index.html</a:t>
            </a:r>
            <a:r>
              <a:rPr lang="en-US" dirty="0"/>
              <a:t> /</a:t>
            </a:r>
            <a:r>
              <a:rPr lang="en-US" dirty="0" err="1"/>
              <a:t>usr</a:t>
            </a:r>
            <a:r>
              <a:rPr lang="en-US" dirty="0"/>
              <a:t>/share/nginx/html/</a:t>
            </a:r>
          </a:p>
          <a:p>
            <a:pPr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CMD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ENTRYPOINT</a:t>
            </a:r>
            <a:r>
              <a:rPr lang="en-US" dirty="0"/>
              <a:t>: Defines the default command.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CMD</a:t>
            </a:r>
            <a:r>
              <a:rPr lang="en-US" dirty="0"/>
              <a:t> ["nginx", "-g", "daemon off;"]</a:t>
            </a:r>
            <a:br>
              <a:rPr lang="en-US" dirty="0"/>
            </a:br>
            <a:endParaRPr lang="en-US" dirty="0"/>
          </a:p>
          <a:p>
            <a:pPr algn="ctr"/>
            <a:r>
              <a:rPr lang="en-US" sz="1800" b="1" dirty="0">
                <a:solidFill>
                  <a:schemeClr val="bg2"/>
                </a:solidFill>
              </a:rPr>
              <a:t>Building and Running the Image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Build an image:</a:t>
            </a:r>
          </a:p>
          <a:p>
            <a:pPr>
              <a:lnSpc>
                <a:spcPct val="150000"/>
              </a:lnSpc>
            </a:pPr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docker</a:t>
            </a:r>
            <a:r>
              <a:rPr lang="en-US" dirty="0"/>
              <a:t> build </a:t>
            </a:r>
            <a:r>
              <a:rPr lang="en-US" dirty="0">
                <a:solidFill>
                  <a:schemeClr val="accent1"/>
                </a:solidFill>
              </a:rPr>
              <a:t>-t</a:t>
            </a:r>
            <a:r>
              <a:rPr lang="en-US" dirty="0"/>
              <a:t> my-nginx 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Run the container:</a:t>
            </a:r>
          </a:p>
          <a:p>
            <a:pPr>
              <a:lnSpc>
                <a:spcPct val="150000"/>
              </a:lnSpc>
            </a:pPr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docker</a:t>
            </a:r>
            <a:r>
              <a:rPr lang="en-US" dirty="0"/>
              <a:t> run </a:t>
            </a:r>
            <a:r>
              <a:rPr lang="en-US" dirty="0">
                <a:solidFill>
                  <a:schemeClr val="accent1"/>
                </a:solidFill>
              </a:rPr>
              <a:t>-d -p </a:t>
            </a:r>
            <a:r>
              <a:rPr lang="en-US" dirty="0"/>
              <a:t>8080:80 my-nginx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5FA999C-7E63-F6AE-021A-0F0B0E4A9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A666EDC9-8827-C17D-D85E-6F30E1A96D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0A9920DC-9E4F-22BF-1D4C-D8FB3450A9DF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5260869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4751D64D-BECA-D7CA-BE71-17510FE2F603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84F6C8E6-3A37-ABE7-5069-ED7087AFD2CB}"/>
              </a:ext>
            </a:extLst>
          </p:cNvPr>
          <p:cNvSpPr txBox="1"/>
          <p:nvPr/>
        </p:nvSpPr>
        <p:spPr>
          <a:xfrm>
            <a:off x="838900" y="270436"/>
            <a:ext cx="518200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Docker Networking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BBB430-0E85-190E-3FA6-C184F50D0525}"/>
              </a:ext>
            </a:extLst>
          </p:cNvPr>
          <p:cNvSpPr txBox="1"/>
          <p:nvPr/>
        </p:nvSpPr>
        <p:spPr>
          <a:xfrm>
            <a:off x="411060" y="824218"/>
            <a:ext cx="10954887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2"/>
                </a:solidFill>
              </a:rPr>
              <a:t>Why We Need Networking in Docker?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Enables communication between containers.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Connects containers to external networks.</a:t>
            </a:r>
            <a:br>
              <a:rPr lang="en-US" dirty="0"/>
            </a:br>
            <a:endParaRPr lang="en-US" dirty="0"/>
          </a:p>
          <a:p>
            <a:pPr algn="ctr"/>
            <a:r>
              <a:rPr lang="en-US" sz="1800" b="1" dirty="0">
                <a:solidFill>
                  <a:schemeClr val="bg2"/>
                </a:solidFill>
              </a:rPr>
              <a:t>Docker Network Types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Bridge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Default network for standalone containers.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Containers can communicate with each other within the bridge.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Host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Shares the host's network namespace.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network isolation between container and host.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Overlay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Used for multi-host communication in Swarm mode.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None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Completely disables networking.</a:t>
            </a:r>
            <a:br>
              <a:rPr lang="en-US" dirty="0"/>
            </a:br>
            <a:endParaRPr lang="en-US" dirty="0"/>
          </a:p>
          <a:p>
            <a:pPr algn="ctr"/>
            <a:r>
              <a:rPr lang="en-US" sz="1800" b="1" dirty="0">
                <a:solidFill>
                  <a:schemeClr val="bg2"/>
                </a:solidFill>
              </a:rPr>
              <a:t>Key Networking Commands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List networks: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docker</a:t>
            </a:r>
            <a:r>
              <a:rPr lang="en-US" dirty="0"/>
              <a:t> network ls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Create a network: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docker</a:t>
            </a:r>
            <a:r>
              <a:rPr lang="en-US" dirty="0"/>
              <a:t> network create my-network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Connect a container to a network: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docker</a:t>
            </a:r>
            <a:r>
              <a:rPr lang="en-US" dirty="0"/>
              <a:t> network connect my-network </a:t>
            </a:r>
            <a:r>
              <a:rPr lang="en-US" dirty="0">
                <a:solidFill>
                  <a:schemeClr val="accent1"/>
                </a:solidFill>
              </a:rPr>
              <a:t>&lt;</a:t>
            </a:r>
            <a:r>
              <a:rPr lang="en-US" dirty="0" err="1">
                <a:solidFill>
                  <a:schemeClr val="accent1"/>
                </a:solidFill>
              </a:rPr>
              <a:t>container_id</a:t>
            </a:r>
            <a:r>
              <a:rPr lang="en-US" dirty="0">
                <a:solidFill>
                  <a:schemeClr val="accent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525920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002B578-A642-4093-EEE1-38C0ED010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969EABFC-404C-2BF9-B06D-D5AF59A443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D0BC9173-7FF5-1708-2B1B-4019CD86C690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5260869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250C972A-EB25-D634-AE74-766C59DE1088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ECEA850-91F9-95AC-36E7-05E9C4F0834D}"/>
              </a:ext>
            </a:extLst>
          </p:cNvPr>
          <p:cNvSpPr txBox="1"/>
          <p:nvPr/>
        </p:nvSpPr>
        <p:spPr>
          <a:xfrm>
            <a:off x="838900" y="270436"/>
            <a:ext cx="518200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Docker Volumes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7992F-EC1E-CC73-7145-60B4B44C05A5}"/>
              </a:ext>
            </a:extLst>
          </p:cNvPr>
          <p:cNvSpPr txBox="1"/>
          <p:nvPr/>
        </p:nvSpPr>
        <p:spPr>
          <a:xfrm>
            <a:off x="411061" y="909431"/>
            <a:ext cx="11060904" cy="476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chemeClr val="bg2"/>
                </a:solidFill>
              </a:rPr>
              <a:t>What are Volumes?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Definition</a:t>
            </a:r>
            <a:r>
              <a:rPr lang="en-US" dirty="0"/>
              <a:t>: A mechanism to persist data generated by and used in containers.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Why Use Volumes?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Store application data outside the container's filesystem.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 data sharing between containers.</a:t>
            </a:r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chemeClr val="bg2"/>
                </a:solidFill>
              </a:rPr>
              <a:t>Key Volume Commands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Create a volume:</a:t>
            </a:r>
          </a:p>
          <a:p>
            <a:pPr>
              <a:lnSpc>
                <a:spcPct val="150000"/>
              </a:lnSpc>
            </a:pPr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docker</a:t>
            </a:r>
            <a:r>
              <a:rPr lang="en-US" dirty="0"/>
              <a:t> volume create my-volume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Use a volume in a container:</a:t>
            </a:r>
          </a:p>
          <a:p>
            <a:pPr>
              <a:lnSpc>
                <a:spcPct val="150000"/>
              </a:lnSpc>
            </a:pPr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docker</a:t>
            </a:r>
            <a:r>
              <a:rPr lang="en-US" dirty="0"/>
              <a:t> run </a:t>
            </a:r>
            <a:r>
              <a:rPr lang="en-US" dirty="0">
                <a:solidFill>
                  <a:schemeClr val="accent1"/>
                </a:solidFill>
              </a:rPr>
              <a:t>-d -v </a:t>
            </a:r>
            <a:r>
              <a:rPr lang="en-US" dirty="0"/>
              <a:t>my-volume:/data ubuntu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Inspect volumes:</a:t>
            </a:r>
          </a:p>
          <a:p>
            <a:pPr>
              <a:lnSpc>
                <a:spcPct val="150000"/>
              </a:lnSpc>
            </a:pPr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docker</a:t>
            </a:r>
            <a:r>
              <a:rPr lang="en-US" dirty="0"/>
              <a:t> volume inspect my-volume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Remove a volume:</a:t>
            </a:r>
          </a:p>
          <a:p>
            <a:pPr>
              <a:lnSpc>
                <a:spcPct val="150000"/>
              </a:lnSpc>
            </a:pPr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docker</a:t>
            </a:r>
            <a:r>
              <a:rPr lang="en-US" dirty="0"/>
              <a:t> volume </a:t>
            </a:r>
            <a:r>
              <a:rPr lang="en-US" dirty="0">
                <a:solidFill>
                  <a:schemeClr val="accent1"/>
                </a:solidFill>
              </a:rPr>
              <a:t>rm</a:t>
            </a:r>
            <a:r>
              <a:rPr lang="en-US" dirty="0"/>
              <a:t> my-volume</a:t>
            </a:r>
          </a:p>
        </p:txBody>
      </p:sp>
    </p:spTree>
    <p:extLst>
      <p:ext uri="{BB962C8B-B14F-4D97-AF65-F5344CB8AC3E}">
        <p14:creationId xmlns:p14="http://schemas.microsoft.com/office/powerpoint/2010/main" val="4141034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57C43D8-13A6-86C7-7028-B9543C4C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671FAC74-920B-BC3B-FCE7-F84F637900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BAB30A24-C071-457C-4CC0-4EB722A72664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5260869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25F3F39E-03A2-708D-87F6-2C11852A0EF5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6CFD152E-E21E-0EA9-665F-E9A992A6350A}"/>
              </a:ext>
            </a:extLst>
          </p:cNvPr>
          <p:cNvSpPr txBox="1"/>
          <p:nvPr/>
        </p:nvSpPr>
        <p:spPr>
          <a:xfrm>
            <a:off x="838900" y="270436"/>
            <a:ext cx="518200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Docker Compose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0408A1-FE9E-ABC0-F298-0FBEF4537058}"/>
              </a:ext>
            </a:extLst>
          </p:cNvPr>
          <p:cNvSpPr txBox="1"/>
          <p:nvPr/>
        </p:nvSpPr>
        <p:spPr>
          <a:xfrm>
            <a:off x="411061" y="917259"/>
            <a:ext cx="11078574" cy="5284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2"/>
                </a:solidFill>
              </a:rPr>
              <a:t>What is Docker Compose?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Definition</a:t>
            </a:r>
            <a:r>
              <a:rPr lang="en-US" dirty="0"/>
              <a:t>: A tool to define and run multi-container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Why Use Docker Compose?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Simplifies multi-container setups.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Uses a YAML file to define services, networks, and volumes.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Example docker-</a:t>
            </a:r>
            <a:r>
              <a:rPr lang="en-US" b="1" dirty="0" err="1"/>
              <a:t>compose.yml</a:t>
            </a:r>
            <a:r>
              <a:rPr lang="en-US" b="1" dirty="0"/>
              <a:t> File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Key Commands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Start services:</a:t>
            </a:r>
          </a:p>
          <a:p>
            <a:pPr>
              <a:lnSpc>
                <a:spcPct val="150000"/>
              </a:lnSpc>
            </a:pPr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docker-compose</a:t>
            </a:r>
            <a:r>
              <a:rPr lang="en-US" dirty="0"/>
              <a:t> up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Stop services:</a:t>
            </a:r>
          </a:p>
          <a:p>
            <a:pPr>
              <a:lnSpc>
                <a:spcPct val="150000"/>
              </a:lnSpc>
            </a:pPr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docker-compose</a:t>
            </a:r>
            <a:r>
              <a:rPr lang="en-US" dirty="0"/>
              <a:t> down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79776-0A47-5D39-AD56-58DB37792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4234" y="2104822"/>
            <a:ext cx="7772400" cy="290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65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C3528E9-6FD2-5A7B-C97F-4DCA00A3C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BDA88267-ABF0-A86C-79B8-B5D49BD3D0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6337847E-213A-199E-72A0-623F5A4CAE32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5260869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25F99761-52B3-94A1-7851-30F48FA2E1E7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B56C969-36BB-2710-CDF6-91AF9608BACE}"/>
              </a:ext>
            </a:extLst>
          </p:cNvPr>
          <p:cNvSpPr txBox="1"/>
          <p:nvPr/>
        </p:nvSpPr>
        <p:spPr>
          <a:xfrm>
            <a:off x="838900" y="270436"/>
            <a:ext cx="518200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Activities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220CC-F6BD-71E9-BC77-191C28C0C268}"/>
              </a:ext>
            </a:extLst>
          </p:cNvPr>
          <p:cNvSpPr txBox="1"/>
          <p:nvPr/>
        </p:nvSpPr>
        <p:spPr>
          <a:xfrm>
            <a:off x="411060" y="1099380"/>
            <a:ext cx="10764939" cy="425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Building a Custom Image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Write a </a:t>
            </a:r>
            <a:r>
              <a:rPr lang="en-US" dirty="0" err="1"/>
              <a:t>Dockerfile</a:t>
            </a:r>
            <a:r>
              <a:rPr lang="en-US" dirty="0"/>
              <a:t> to build an image with Apache installed.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Build and run the container, exposing it on port 8080.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Networking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 custom network.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Connect two containers (e.g., a web server and a simple app) to the network.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Test communication between the containers.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Using Volumes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 volume and use it to store data for a container.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Verify the persistence of data by stopping and restarting the container.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Multi-container Setup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Write a docker-</a:t>
            </a:r>
            <a:r>
              <a:rPr lang="en-US" dirty="0" err="1"/>
              <a:t>compose.yml</a:t>
            </a:r>
            <a:r>
              <a:rPr lang="en-US" dirty="0"/>
              <a:t> file for a simple web application and an app that outputs logs.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Start the setup using docker-compose and verify connectivity.</a:t>
            </a:r>
          </a:p>
        </p:txBody>
      </p:sp>
    </p:spTree>
    <p:extLst>
      <p:ext uri="{BB962C8B-B14F-4D97-AF65-F5344CB8AC3E}">
        <p14:creationId xmlns:p14="http://schemas.microsoft.com/office/powerpoint/2010/main" val="1886372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54A933F-B906-0D01-D740-1D8554393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A1D07F26-D55B-C316-8CD0-C5AE9BE1D4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479730C0-72C9-924C-6F16-DFBB5921B595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5260869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281D53D4-679F-01B4-F239-0127C49CF4F9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7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46D2531-2695-DF53-69ED-834D2BB3DDF9}"/>
              </a:ext>
            </a:extLst>
          </p:cNvPr>
          <p:cNvSpPr txBox="1"/>
          <p:nvPr/>
        </p:nvSpPr>
        <p:spPr>
          <a:xfrm>
            <a:off x="838900" y="270436"/>
            <a:ext cx="518200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63E60-EE86-2C35-7C04-182F010D4AC9}"/>
              </a:ext>
            </a:extLst>
          </p:cNvPr>
          <p:cNvSpPr txBox="1"/>
          <p:nvPr/>
        </p:nvSpPr>
        <p:spPr>
          <a:xfrm>
            <a:off x="411060" y="1067138"/>
            <a:ext cx="10809113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Create a </a:t>
            </a:r>
            <a:r>
              <a:rPr lang="en-US" dirty="0" err="1"/>
              <a:t>Dockerfile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Build a custom image that runs a Python application.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Test the image by running the container.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Practice Networking: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Create a bridge network.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Run two containers and test communication using ping.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Use Docker Compose: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Define a multi-container setup for a web app and its backend.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Test the setup locally.</a:t>
            </a:r>
          </a:p>
        </p:txBody>
      </p:sp>
    </p:spTree>
    <p:extLst>
      <p:ext uri="{BB962C8B-B14F-4D97-AF65-F5344CB8AC3E}">
        <p14:creationId xmlns:p14="http://schemas.microsoft.com/office/powerpoint/2010/main" val="1874590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2440" y="2007569"/>
            <a:ext cx="4007119" cy="400711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3305261" y="843312"/>
            <a:ext cx="63420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Քո կարծիքը </a:t>
            </a:r>
            <a:r>
              <a:rPr lang="en-US" sz="3600">
                <a:solidFill>
                  <a:srgbClr val="3A3E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կարևոր է</a:t>
            </a:r>
            <a:endParaRPr sz="3600">
              <a:solidFill>
                <a:srgbClr val="3A3E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707</Words>
  <Application>Microsoft Macintosh PowerPoint</Application>
  <PresentationFormat>Widescreen</PresentationFormat>
  <Paragraphs>125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Montserrat</vt:lpstr>
      <vt:lpstr>Montserrat Black</vt:lpstr>
      <vt:lpstr>Calibri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Varsenik</dc:creator>
  <cp:lastModifiedBy>Grigoryan, Grigor (external - Project)</cp:lastModifiedBy>
  <cp:revision>5</cp:revision>
  <dcterms:created xsi:type="dcterms:W3CDTF">2024-08-30T07:18:33Z</dcterms:created>
  <dcterms:modified xsi:type="dcterms:W3CDTF">2025-01-15T12:30:30Z</dcterms:modified>
</cp:coreProperties>
</file>